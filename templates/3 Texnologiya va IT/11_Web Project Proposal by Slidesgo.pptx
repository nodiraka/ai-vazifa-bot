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Roboto Light" panose="020B0604020202020204" charset="0"/>
      <p:regular r:id="rId22"/>
      <p:bold r:id="rId23"/>
      <p:italic r:id="rId24"/>
      <p:boldItalic r:id="rId25"/>
    </p:embeddedFont>
    <p:embeddedFont>
      <p:font typeface="Roboto Thin" panose="020B0604020202020204" charset="0"/>
      <p:regular r:id="rId26"/>
      <p:bold r:id="rId27"/>
      <p:italic r:id="rId28"/>
      <p:boldItalic r:id="rId29"/>
    </p:embeddedFont>
    <p:embeddedFont>
      <p:font typeface="Didact Gothic" panose="020B0604020202020204" charset="0"/>
      <p:regular r:id="rId30"/>
    </p:embeddedFont>
    <p:embeddedFont>
      <p:font typeface="Roboto Black" panose="020B0604020202020204" charset="0"/>
      <p:bold r:id="rId31"/>
      <p:boldItalic r:id="rId32"/>
    </p:embeddedFont>
    <p:embeddedFont>
      <p:font typeface="Impact" panose="020B0806030902050204" pitchFamily="34" charset="0"/>
      <p:regular r:id="rId33"/>
    </p:embeddedFont>
    <p:embeddedFont>
      <p:font typeface="Roboto Mono Thin" panose="020B0604020202020204" charset="0"/>
      <p:regular r:id="rId34"/>
      <p:bold r:id="rId35"/>
      <p:italic r:id="rId36"/>
      <p:boldItalic r:id="rId37"/>
    </p:embeddedFont>
    <p:embeddedFont>
      <p:font typeface="Bree Serif" panose="020B0604020202020204" charset="0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2DE6B06-C5F4-4D64-9AAC-696A6C172709}">
  <a:tblStyle styleId="{82DE6B06-C5F4-4D64-9AAC-696A6C1727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31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5dc4e38d75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5dc4e38d75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5c99e1ede3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5c99e1ede3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5ba3f769e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5ba3f769e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5c99e1ede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5c99e1ede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5dc4e38d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5dc4e38d7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5c99e1ede3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5c99e1ede3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5d564c3ce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5d564c3ce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5dc4e38d7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5dc4e38d7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5bb3dc62f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5bb3dc62fd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5bb3dc62fd_0_6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5bb3dc62fd_0_6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5bbcd31a2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5bbcd31a21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5bb3dc62fd_0_9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5bb3dc62fd_0_9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5bb3dc62fd_0_10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5bb3dc62fd_0_10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5bb3dc62fd_0_1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5bb3dc62fd_0_1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5bb3dc62fd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5bb3dc62fd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5bb3dc62fd_0_10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5bb3dc62fd_0_10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5bb3dc62fd_0_1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5bb3dc62fd_0_1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bb3dc62fd_0_1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bb3dc62fd_0_1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5d5c1b5eee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5d5c1b5eee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237375" y="3670025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000"/>
              <a:buFont typeface="Roboto Black"/>
              <a:buNone/>
              <a:defRPr sz="30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3600"/>
              <a:buNone/>
              <a:defRPr sz="36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237375" y="4181150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1200"/>
              <a:buNone/>
              <a:defRPr sz="12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">
  <p:cSld name="TITLE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6411225" y="212190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167125" y="19012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3"/>
          </p:nvPr>
        </p:nvSpPr>
        <p:spPr>
          <a:xfrm>
            <a:off x="6411225" y="304660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4" hasCustomPrompt="1"/>
          </p:nvPr>
        </p:nvSpPr>
        <p:spPr>
          <a:xfrm>
            <a:off x="5167125" y="279797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5"/>
          </p:nvPr>
        </p:nvSpPr>
        <p:spPr>
          <a:xfrm>
            <a:off x="6411225" y="393545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6" hasCustomPrompt="1"/>
          </p:nvPr>
        </p:nvSpPr>
        <p:spPr>
          <a:xfrm>
            <a:off x="5167125" y="369470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7"/>
          </p:nvPr>
        </p:nvSpPr>
        <p:spPr>
          <a:xfrm>
            <a:off x="725750" y="212190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2827575" y="19012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9"/>
          </p:nvPr>
        </p:nvSpPr>
        <p:spPr>
          <a:xfrm>
            <a:off x="725750" y="304660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13" hasCustomPrompt="1"/>
          </p:nvPr>
        </p:nvSpPr>
        <p:spPr>
          <a:xfrm>
            <a:off x="2827575" y="279797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4"/>
          </p:nvPr>
        </p:nvSpPr>
        <p:spPr>
          <a:xfrm>
            <a:off x="725750" y="393545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900"/>
              <a:buNone/>
              <a:defRPr sz="9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15" hasCustomPrompt="1"/>
          </p:nvPr>
        </p:nvSpPr>
        <p:spPr>
          <a:xfrm>
            <a:off x="2827575" y="369470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6"/>
          </p:nvPr>
        </p:nvSpPr>
        <p:spPr>
          <a:xfrm>
            <a:off x="643488" y="20507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ctrTitle" idx="17"/>
          </p:nvPr>
        </p:nvSpPr>
        <p:spPr>
          <a:xfrm>
            <a:off x="643488" y="29749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 idx="18"/>
          </p:nvPr>
        </p:nvSpPr>
        <p:spPr>
          <a:xfrm>
            <a:off x="643488" y="38639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ctrTitle" idx="19"/>
          </p:nvPr>
        </p:nvSpPr>
        <p:spPr>
          <a:xfrm>
            <a:off x="6424513" y="20507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ctrTitle" idx="20"/>
          </p:nvPr>
        </p:nvSpPr>
        <p:spPr>
          <a:xfrm>
            <a:off x="6424513" y="29749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ctrTitle" idx="21"/>
          </p:nvPr>
        </p:nvSpPr>
        <p:spPr>
          <a:xfrm>
            <a:off x="6424513" y="38639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IMAGE">
  <p:cSld name="TITLE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oboto Black"/>
              <a:buNone/>
              <a:defRPr sz="36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4893700" y="2746375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Mono Thin"/>
              <a:buNone/>
              <a:defRPr sz="1200">
                <a:solidFill>
                  <a:srgbClr val="FFFFFF"/>
                </a:solidFill>
                <a:latin typeface="Roboto Mono Thin"/>
                <a:ea typeface="Roboto Mono Thin"/>
                <a:cs typeface="Roboto Mono Thin"/>
                <a:sym typeface="Roboto Mono Th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ITLE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819931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6434656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3633931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ctrTitle"/>
          </p:nvPr>
        </p:nvSpPr>
        <p:spPr>
          <a:xfrm>
            <a:off x="726631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ctrTitle" idx="4"/>
          </p:nvPr>
        </p:nvSpPr>
        <p:spPr>
          <a:xfrm>
            <a:off x="6341356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ctrTitle" idx="5"/>
          </p:nvPr>
        </p:nvSpPr>
        <p:spPr>
          <a:xfrm>
            <a:off x="3540631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Black"/>
              <a:buNone/>
              <a:defRPr sz="12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2080188" y="1291650"/>
            <a:ext cx="4910700" cy="256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ctrTitle"/>
          </p:nvPr>
        </p:nvSpPr>
        <p:spPr>
          <a:xfrm>
            <a:off x="2770350" y="1558300"/>
            <a:ext cx="3530400" cy="19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None/>
              <a:defRPr sz="1200">
                <a:solidFill>
                  <a:srgbClr val="0E2A4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ubTitle" idx="1"/>
          </p:nvPr>
        </p:nvSpPr>
        <p:spPr>
          <a:xfrm>
            <a:off x="2806800" y="1757550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800"/>
              <a:buNone/>
              <a:defRPr>
                <a:solidFill>
                  <a:srgbClr val="0E2A47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None/>
              <a:defRPr sz="1200">
                <a:solidFill>
                  <a:srgbClr val="0E2A47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idact Gothic"/>
              <a:buNone/>
              <a:defRPr sz="1200">
                <a:solidFill>
                  <a:srgbClr val="0E2A47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1">
  <p:cSld name="TITLE_1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ctrTitle"/>
          </p:nvPr>
        </p:nvSpPr>
        <p:spPr>
          <a:xfrm>
            <a:off x="1557931" y="206401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ctrTitle" idx="2"/>
          </p:nvPr>
        </p:nvSpPr>
        <p:spPr>
          <a:xfrm>
            <a:off x="1557931" y="34667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ctrTitle" idx="3"/>
          </p:nvPr>
        </p:nvSpPr>
        <p:spPr>
          <a:xfrm>
            <a:off x="1557931" y="2765356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ctrTitle" idx="4"/>
          </p:nvPr>
        </p:nvSpPr>
        <p:spPr>
          <a:xfrm>
            <a:off x="998325" y="644550"/>
            <a:ext cx="7833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5200"/>
              <a:buNone/>
              <a:defRPr sz="5200">
                <a:solidFill>
                  <a:srgbClr val="48FFD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2">
  <p:cSld name="TITLE_1_1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ctrTitle"/>
          </p:nvPr>
        </p:nvSpPr>
        <p:spPr>
          <a:xfrm>
            <a:off x="5393881" y="2071888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ctrTitle" idx="2"/>
          </p:nvPr>
        </p:nvSpPr>
        <p:spPr>
          <a:xfrm>
            <a:off x="5393881" y="34745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ctrTitle" idx="3"/>
          </p:nvPr>
        </p:nvSpPr>
        <p:spPr>
          <a:xfrm>
            <a:off x="5393881" y="2773231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 Black"/>
              <a:buNone/>
              <a:defRPr sz="1100" b="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ctrTitle" idx="4"/>
          </p:nvPr>
        </p:nvSpPr>
        <p:spPr>
          <a:xfrm>
            <a:off x="256200" y="637927"/>
            <a:ext cx="7833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+ INFOGRAPHY">
  <p:cSld name="TITLE_1_1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3874950" y="362507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2"/>
          </p:nvPr>
        </p:nvSpPr>
        <p:spPr>
          <a:xfrm>
            <a:off x="5813500" y="3639800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3"/>
          </p:nvPr>
        </p:nvSpPr>
        <p:spPr>
          <a:xfrm>
            <a:off x="1936387" y="361972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ctrTitle"/>
          </p:nvPr>
        </p:nvSpPr>
        <p:spPr>
          <a:xfrm>
            <a:off x="3533994" y="35033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ctrTitle" idx="4"/>
          </p:nvPr>
        </p:nvSpPr>
        <p:spPr>
          <a:xfrm>
            <a:off x="5472556" y="35234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ctrTitle" idx="5"/>
          </p:nvPr>
        </p:nvSpPr>
        <p:spPr>
          <a:xfrm>
            <a:off x="1595444" y="35033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Black"/>
              <a:buNone/>
              <a:defRPr sz="1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IMAGE">
  <p:cSld name="TITLE_1_1_2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2 ">
  <p:cSld name="TITLE_1_1_1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3874944" y="352342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subTitle" idx="2"/>
          </p:nvPr>
        </p:nvSpPr>
        <p:spPr>
          <a:xfrm>
            <a:off x="6042106" y="319212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ubTitle" idx="3"/>
          </p:nvPr>
        </p:nvSpPr>
        <p:spPr>
          <a:xfrm>
            <a:off x="1707794" y="3891050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None/>
              <a:defRPr sz="900">
                <a:solidFill>
                  <a:srgbClr val="E3E9ED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ctrTitle"/>
          </p:nvPr>
        </p:nvSpPr>
        <p:spPr>
          <a:xfrm>
            <a:off x="3533994" y="342222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ctrTitle" idx="4"/>
          </p:nvPr>
        </p:nvSpPr>
        <p:spPr>
          <a:xfrm>
            <a:off x="5701156" y="30964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ctrTitle" idx="5"/>
          </p:nvPr>
        </p:nvSpPr>
        <p:spPr>
          <a:xfrm>
            <a:off x="1366844" y="37896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E3E9ED"/>
              </a:buClr>
              <a:buSzPts val="900"/>
              <a:buFont typeface="Roboto Black"/>
              <a:buNone/>
              <a:defRPr sz="900" b="0">
                <a:solidFill>
                  <a:srgbClr val="E3E9ED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GRAPHIC">
  <p:cSld name="TITLE_1_1_1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ctrTitle"/>
          </p:nvPr>
        </p:nvSpPr>
        <p:spPr>
          <a:xfrm>
            <a:off x="5822506" y="25195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ctrTitle" idx="2"/>
          </p:nvPr>
        </p:nvSpPr>
        <p:spPr>
          <a:xfrm>
            <a:off x="5822506" y="394341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ctrTitle" idx="3"/>
          </p:nvPr>
        </p:nvSpPr>
        <p:spPr>
          <a:xfrm>
            <a:off x="5822506" y="3231488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Black"/>
              <a:buNone/>
              <a:defRPr sz="11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title" idx="4" hasCustomPrompt="1"/>
          </p:nvPr>
        </p:nvSpPr>
        <p:spPr>
          <a:xfrm>
            <a:off x="5822506" y="197182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2"/>
          <p:cNvSpPr txBox="1">
            <a:spLocks noGrp="1"/>
          </p:cNvSpPr>
          <p:nvPr>
            <p:ph type="title" idx="5" hasCustomPrompt="1"/>
          </p:nvPr>
        </p:nvSpPr>
        <p:spPr>
          <a:xfrm>
            <a:off x="5822506" y="271237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2"/>
          <p:cNvSpPr txBox="1">
            <a:spLocks noGrp="1"/>
          </p:cNvSpPr>
          <p:nvPr>
            <p:ph type="title" idx="6" hasCustomPrompt="1"/>
          </p:nvPr>
        </p:nvSpPr>
        <p:spPr>
          <a:xfrm>
            <a:off x="5822506" y="344220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8FFD5"/>
              </a:buClr>
              <a:buSzPts val="2400"/>
              <a:buFont typeface="Roboto Black"/>
              <a:buNone/>
              <a:defRPr sz="2400" b="0">
                <a:solidFill>
                  <a:srgbClr val="48FFD5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2"/>
          <p:cNvSpPr txBox="1">
            <a:spLocks noGrp="1"/>
          </p:cNvSpPr>
          <p:nvPr>
            <p:ph type="ctrTitle" idx="7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IMAGE 2">
  <p:cSld name="TITLE_1_1_1_2_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Black"/>
              <a:buNone/>
              <a:defRPr sz="3000" b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_1_1_2_2_1_1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3681325" y="543450"/>
            <a:ext cx="5803500" cy="405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EFFC1"/>
              </a:solidFill>
            </a:endParaRPr>
          </a:p>
        </p:txBody>
      </p:sp>
      <p:sp>
        <p:nvSpPr>
          <p:cNvPr id="86" name="Google Shape;86;p14"/>
          <p:cNvSpPr txBox="1">
            <a:spLocks noGrp="1"/>
          </p:cNvSpPr>
          <p:nvPr>
            <p:ph type="ctrTitle"/>
          </p:nvPr>
        </p:nvSpPr>
        <p:spPr>
          <a:xfrm>
            <a:off x="3986575" y="1429225"/>
            <a:ext cx="35781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000"/>
              <a:buFont typeface="Roboto Black"/>
              <a:buNone/>
              <a:defRPr sz="3000" b="0">
                <a:solidFill>
                  <a:srgbClr val="0E2A47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5200"/>
              <a:buNone/>
              <a:defRPr sz="5200">
                <a:solidFill>
                  <a:srgbClr val="0E2A47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"/>
          </p:nvPr>
        </p:nvSpPr>
        <p:spPr>
          <a:xfrm>
            <a:off x="3986575" y="2421700"/>
            <a:ext cx="4470900" cy="18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000"/>
              <a:buNone/>
              <a:defRPr sz="1000">
                <a:solidFill>
                  <a:srgbClr val="0E2A47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900"/>
              <a:buFont typeface="Roboto Thin"/>
              <a:buNone/>
              <a:defRPr sz="900">
                <a:solidFill>
                  <a:srgbClr val="0E2A47"/>
                </a:solidFill>
                <a:latin typeface="Roboto Thin"/>
                <a:ea typeface="Roboto Thin"/>
                <a:cs typeface="Roboto Thin"/>
                <a:sym typeface="Roboto Th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92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 Black"/>
              <a:buNone/>
              <a:defRPr sz="280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BFBFB"/>
              </a:buClr>
              <a:buSzPts val="2800"/>
              <a:buFont typeface="Bree Serif"/>
              <a:buNone/>
              <a:defRPr sz="2800" b="1">
                <a:solidFill>
                  <a:srgbClr val="FBFBFB"/>
                </a:solidFill>
                <a:latin typeface="Bree Serif"/>
                <a:ea typeface="Bree Serif"/>
                <a:cs typeface="Bree Serif"/>
                <a:sym typeface="Bree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Light"/>
              <a:buChar char="●"/>
              <a:defRPr sz="1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 Light"/>
              <a:buChar char="■"/>
              <a:defRPr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2mBx505Mq6zjd_Zat4inPAY9FJ0xlr7LS3KQdEq9RPQ/cop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2mBx505Mq6zjd_Zat4inPAY9FJ0xlr7LS3KQdEq9RPQ/cop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addyouremail@freepik.com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ctrTitle"/>
          </p:nvPr>
        </p:nvSpPr>
        <p:spPr>
          <a:xfrm>
            <a:off x="5237375" y="3670025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WEB PROJECT</a:t>
            </a:r>
            <a:endParaRPr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PROPOSAL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0" name="Google Shape;110;p22"/>
          <p:cNvSpPr txBox="1">
            <a:spLocks noGrp="1"/>
          </p:cNvSpPr>
          <p:nvPr>
            <p:ph type="subTitle" idx="1"/>
          </p:nvPr>
        </p:nvSpPr>
        <p:spPr>
          <a:xfrm>
            <a:off x="5237375" y="4181150"/>
            <a:ext cx="31296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Here is where your presentation begins</a:t>
            </a:r>
            <a:endParaRPr/>
          </a:p>
        </p:txBody>
      </p:sp>
      <p:sp>
        <p:nvSpPr>
          <p:cNvPr id="111" name="Google Shape;111;p22"/>
          <p:cNvSpPr/>
          <p:nvPr/>
        </p:nvSpPr>
        <p:spPr>
          <a:xfrm>
            <a:off x="2238757" y="4488644"/>
            <a:ext cx="816022" cy="427879"/>
          </a:xfrm>
          <a:custGeom>
            <a:avLst/>
            <a:gdLst/>
            <a:ahLst/>
            <a:cxnLst/>
            <a:rect l="l" t="t" r="r" b="b"/>
            <a:pathLst>
              <a:path w="34008" h="17832" extrusionOk="0">
                <a:moveTo>
                  <a:pt x="4203" y="0"/>
                </a:moveTo>
                <a:cubicBezTo>
                  <a:pt x="1847" y="0"/>
                  <a:pt x="0" y="1847"/>
                  <a:pt x="0" y="4203"/>
                </a:cubicBezTo>
                <a:lnTo>
                  <a:pt x="0" y="13629"/>
                </a:lnTo>
                <a:cubicBezTo>
                  <a:pt x="0" y="15921"/>
                  <a:pt x="1847" y="17832"/>
                  <a:pt x="4203" y="17832"/>
                </a:cubicBezTo>
                <a:lnTo>
                  <a:pt x="29804" y="17832"/>
                </a:lnTo>
                <a:cubicBezTo>
                  <a:pt x="32160" y="17832"/>
                  <a:pt x="34007" y="15921"/>
                  <a:pt x="34007" y="13629"/>
                </a:cubicBezTo>
                <a:lnTo>
                  <a:pt x="34007" y="4203"/>
                </a:lnTo>
                <a:cubicBezTo>
                  <a:pt x="34007" y="1847"/>
                  <a:pt x="32160" y="0"/>
                  <a:pt x="298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2"/>
          <p:cNvSpPr/>
          <p:nvPr/>
        </p:nvSpPr>
        <p:spPr>
          <a:xfrm>
            <a:off x="3470397" y="1215078"/>
            <a:ext cx="406499" cy="127245"/>
          </a:xfrm>
          <a:custGeom>
            <a:avLst/>
            <a:gdLst/>
            <a:ahLst/>
            <a:cxnLst/>
            <a:rect l="l" t="t" r="r" b="b"/>
            <a:pathLst>
              <a:path w="16941" h="5303" extrusionOk="0">
                <a:moveTo>
                  <a:pt x="8470" y="0"/>
                </a:moveTo>
                <a:cubicBezTo>
                  <a:pt x="5413" y="0"/>
                  <a:pt x="2357" y="1131"/>
                  <a:pt x="0" y="3392"/>
                </a:cubicBezTo>
                <a:lnTo>
                  <a:pt x="1783" y="5302"/>
                </a:lnTo>
                <a:cubicBezTo>
                  <a:pt x="3662" y="3487"/>
                  <a:pt x="6082" y="2580"/>
                  <a:pt x="8502" y="2580"/>
                </a:cubicBezTo>
                <a:cubicBezTo>
                  <a:pt x="10922" y="2580"/>
                  <a:pt x="13342" y="3487"/>
                  <a:pt x="15221" y="5302"/>
                </a:cubicBezTo>
                <a:lnTo>
                  <a:pt x="16940" y="3392"/>
                </a:lnTo>
                <a:cubicBezTo>
                  <a:pt x="14584" y="1131"/>
                  <a:pt x="11527" y="0"/>
                  <a:pt x="84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2"/>
          <p:cNvSpPr/>
          <p:nvPr/>
        </p:nvSpPr>
        <p:spPr>
          <a:xfrm>
            <a:off x="3559034" y="1342660"/>
            <a:ext cx="229224" cy="91349"/>
          </a:xfrm>
          <a:custGeom>
            <a:avLst/>
            <a:gdLst/>
            <a:ahLst/>
            <a:cxnLst/>
            <a:rect l="l" t="t" r="r" b="b"/>
            <a:pathLst>
              <a:path w="9553" h="3807" extrusionOk="0">
                <a:moveTo>
                  <a:pt x="4752" y="1"/>
                </a:moveTo>
                <a:cubicBezTo>
                  <a:pt x="3025" y="1"/>
                  <a:pt x="1306" y="654"/>
                  <a:pt x="0" y="1959"/>
                </a:cubicBezTo>
                <a:lnTo>
                  <a:pt x="1783" y="3806"/>
                </a:lnTo>
                <a:cubicBezTo>
                  <a:pt x="2611" y="3010"/>
                  <a:pt x="3678" y="2612"/>
                  <a:pt x="4744" y="2612"/>
                </a:cubicBezTo>
                <a:cubicBezTo>
                  <a:pt x="5811" y="2612"/>
                  <a:pt x="6878" y="3010"/>
                  <a:pt x="7706" y="3806"/>
                </a:cubicBezTo>
                <a:lnTo>
                  <a:pt x="9553" y="1959"/>
                </a:lnTo>
                <a:cubicBezTo>
                  <a:pt x="8215" y="654"/>
                  <a:pt x="6480" y="1"/>
                  <a:pt x="475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2"/>
          <p:cNvSpPr/>
          <p:nvPr/>
        </p:nvSpPr>
        <p:spPr>
          <a:xfrm>
            <a:off x="3624733" y="1459947"/>
            <a:ext cx="114624" cy="98403"/>
          </a:xfrm>
          <a:custGeom>
            <a:avLst/>
            <a:gdLst/>
            <a:ahLst/>
            <a:cxnLst/>
            <a:rect l="l" t="t" r="r" b="b"/>
            <a:pathLst>
              <a:path w="4777" h="4101" extrusionOk="0">
                <a:moveTo>
                  <a:pt x="2038" y="1"/>
                </a:moveTo>
                <a:cubicBezTo>
                  <a:pt x="892" y="1"/>
                  <a:pt x="0" y="892"/>
                  <a:pt x="0" y="2039"/>
                </a:cubicBezTo>
                <a:cubicBezTo>
                  <a:pt x="0" y="3288"/>
                  <a:pt x="992" y="4101"/>
                  <a:pt x="2047" y="4101"/>
                </a:cubicBezTo>
                <a:cubicBezTo>
                  <a:pt x="2552" y="4101"/>
                  <a:pt x="3071" y="3915"/>
                  <a:pt x="3503" y="3503"/>
                </a:cubicBezTo>
                <a:cubicBezTo>
                  <a:pt x="4777" y="2166"/>
                  <a:pt x="3885" y="1"/>
                  <a:pt x="20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2"/>
          <p:cNvSpPr/>
          <p:nvPr/>
        </p:nvSpPr>
        <p:spPr>
          <a:xfrm>
            <a:off x="3378712" y="1082122"/>
            <a:ext cx="589869" cy="163910"/>
          </a:xfrm>
          <a:custGeom>
            <a:avLst/>
            <a:gdLst/>
            <a:ahLst/>
            <a:cxnLst/>
            <a:rect l="l" t="t" r="r" b="b"/>
            <a:pathLst>
              <a:path w="24583" h="6831" extrusionOk="0">
                <a:moveTo>
                  <a:pt x="12291" y="1"/>
                </a:moveTo>
                <a:cubicBezTo>
                  <a:pt x="7865" y="1"/>
                  <a:pt x="3439" y="1641"/>
                  <a:pt x="0" y="4920"/>
                </a:cubicBezTo>
                <a:lnTo>
                  <a:pt x="1783" y="6831"/>
                </a:lnTo>
                <a:cubicBezTo>
                  <a:pt x="4713" y="3997"/>
                  <a:pt x="8502" y="2580"/>
                  <a:pt x="12291" y="2580"/>
                </a:cubicBezTo>
                <a:cubicBezTo>
                  <a:pt x="16081" y="2580"/>
                  <a:pt x="19870" y="3997"/>
                  <a:pt x="22799" y="6831"/>
                </a:cubicBezTo>
                <a:lnTo>
                  <a:pt x="24582" y="4920"/>
                </a:lnTo>
                <a:cubicBezTo>
                  <a:pt x="21143" y="1641"/>
                  <a:pt x="16717" y="1"/>
                  <a:pt x="1229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2"/>
          <p:cNvSpPr/>
          <p:nvPr/>
        </p:nvSpPr>
        <p:spPr>
          <a:xfrm>
            <a:off x="-226081" y="902208"/>
            <a:ext cx="3448945" cy="3969997"/>
          </a:xfrm>
          <a:custGeom>
            <a:avLst/>
            <a:gdLst/>
            <a:ahLst/>
            <a:cxnLst/>
            <a:rect l="l" t="t" r="r" b="b"/>
            <a:pathLst>
              <a:path w="143736" h="165451" extrusionOk="0">
                <a:moveTo>
                  <a:pt x="75084" y="96481"/>
                </a:moveTo>
                <a:cubicBezTo>
                  <a:pt x="75020" y="96545"/>
                  <a:pt x="74957" y="96609"/>
                  <a:pt x="74893" y="96609"/>
                </a:cubicBezTo>
                <a:cubicBezTo>
                  <a:pt x="74957" y="96545"/>
                  <a:pt x="75020" y="96545"/>
                  <a:pt x="75084" y="96481"/>
                </a:cubicBezTo>
                <a:close/>
                <a:moveTo>
                  <a:pt x="74000" y="97376"/>
                </a:moveTo>
                <a:cubicBezTo>
                  <a:pt x="73937" y="97501"/>
                  <a:pt x="73874" y="97565"/>
                  <a:pt x="73874" y="97691"/>
                </a:cubicBezTo>
                <a:lnTo>
                  <a:pt x="73874" y="97628"/>
                </a:lnTo>
                <a:cubicBezTo>
                  <a:pt x="73874" y="97564"/>
                  <a:pt x="73937" y="97501"/>
                  <a:pt x="74000" y="97376"/>
                </a:cubicBezTo>
                <a:close/>
                <a:moveTo>
                  <a:pt x="73618" y="98331"/>
                </a:moveTo>
                <a:lnTo>
                  <a:pt x="73618" y="98331"/>
                </a:lnTo>
                <a:cubicBezTo>
                  <a:pt x="73556" y="98458"/>
                  <a:pt x="73556" y="98648"/>
                  <a:pt x="73556" y="98838"/>
                </a:cubicBezTo>
                <a:lnTo>
                  <a:pt x="73556" y="98774"/>
                </a:lnTo>
                <a:cubicBezTo>
                  <a:pt x="73556" y="98648"/>
                  <a:pt x="73556" y="98458"/>
                  <a:pt x="73618" y="98331"/>
                </a:cubicBezTo>
                <a:close/>
                <a:moveTo>
                  <a:pt x="87375" y="108709"/>
                </a:moveTo>
                <a:cubicBezTo>
                  <a:pt x="87311" y="108709"/>
                  <a:pt x="87248" y="108772"/>
                  <a:pt x="87184" y="108836"/>
                </a:cubicBezTo>
                <a:lnTo>
                  <a:pt x="87120" y="108772"/>
                </a:lnTo>
                <a:cubicBezTo>
                  <a:pt x="87184" y="108772"/>
                  <a:pt x="87311" y="108709"/>
                  <a:pt x="87375" y="108709"/>
                </a:cubicBezTo>
                <a:close/>
                <a:moveTo>
                  <a:pt x="86929" y="108836"/>
                </a:moveTo>
                <a:cubicBezTo>
                  <a:pt x="86866" y="108900"/>
                  <a:pt x="86802" y="108963"/>
                  <a:pt x="86738" y="108963"/>
                </a:cubicBezTo>
                <a:lnTo>
                  <a:pt x="86675" y="108963"/>
                </a:lnTo>
                <a:cubicBezTo>
                  <a:pt x="86738" y="108963"/>
                  <a:pt x="86802" y="108900"/>
                  <a:pt x="86929" y="108836"/>
                </a:cubicBezTo>
                <a:close/>
                <a:moveTo>
                  <a:pt x="85783" y="109728"/>
                </a:moveTo>
                <a:cubicBezTo>
                  <a:pt x="85783" y="109855"/>
                  <a:pt x="85719" y="109919"/>
                  <a:pt x="85719" y="110046"/>
                </a:cubicBezTo>
                <a:lnTo>
                  <a:pt x="85656" y="110046"/>
                </a:lnTo>
                <a:cubicBezTo>
                  <a:pt x="85719" y="109919"/>
                  <a:pt x="85719" y="109855"/>
                  <a:pt x="85783" y="109728"/>
                </a:cubicBezTo>
                <a:close/>
                <a:moveTo>
                  <a:pt x="85592" y="110173"/>
                </a:moveTo>
                <a:cubicBezTo>
                  <a:pt x="85528" y="110301"/>
                  <a:pt x="85528" y="110428"/>
                  <a:pt x="85528" y="110492"/>
                </a:cubicBezTo>
                <a:lnTo>
                  <a:pt x="85465" y="110492"/>
                </a:lnTo>
                <a:cubicBezTo>
                  <a:pt x="85465" y="110428"/>
                  <a:pt x="85528" y="110301"/>
                  <a:pt x="85592" y="110173"/>
                </a:cubicBezTo>
                <a:close/>
                <a:moveTo>
                  <a:pt x="85401" y="110683"/>
                </a:moveTo>
                <a:cubicBezTo>
                  <a:pt x="85401" y="110810"/>
                  <a:pt x="85401" y="111001"/>
                  <a:pt x="85401" y="111192"/>
                </a:cubicBezTo>
                <a:lnTo>
                  <a:pt x="85337" y="111129"/>
                </a:lnTo>
                <a:cubicBezTo>
                  <a:pt x="85337" y="111001"/>
                  <a:pt x="85401" y="110810"/>
                  <a:pt x="85401" y="110683"/>
                </a:cubicBezTo>
                <a:close/>
                <a:moveTo>
                  <a:pt x="96291" y="112156"/>
                </a:moveTo>
                <a:cubicBezTo>
                  <a:pt x="96294" y="112284"/>
                  <a:pt x="96355" y="112469"/>
                  <a:pt x="96355" y="112593"/>
                </a:cubicBezTo>
                <a:lnTo>
                  <a:pt x="96355" y="112657"/>
                </a:lnTo>
                <a:cubicBezTo>
                  <a:pt x="96355" y="112470"/>
                  <a:pt x="96294" y="112284"/>
                  <a:pt x="96291" y="112156"/>
                </a:cubicBezTo>
                <a:close/>
                <a:moveTo>
                  <a:pt x="90432" y="113758"/>
                </a:moveTo>
                <a:lnTo>
                  <a:pt x="90432" y="113758"/>
                </a:lnTo>
                <a:cubicBezTo>
                  <a:pt x="90432" y="113879"/>
                  <a:pt x="90438" y="113997"/>
                  <a:pt x="90559" y="114058"/>
                </a:cubicBezTo>
                <a:lnTo>
                  <a:pt x="90559" y="114122"/>
                </a:lnTo>
                <a:cubicBezTo>
                  <a:pt x="90438" y="114001"/>
                  <a:pt x="90432" y="113879"/>
                  <a:pt x="90432" y="113758"/>
                </a:cubicBezTo>
                <a:close/>
                <a:moveTo>
                  <a:pt x="91260" y="113740"/>
                </a:moveTo>
                <a:cubicBezTo>
                  <a:pt x="91260" y="113994"/>
                  <a:pt x="91132" y="114185"/>
                  <a:pt x="90878" y="114185"/>
                </a:cubicBezTo>
                <a:lnTo>
                  <a:pt x="90814" y="114185"/>
                </a:lnTo>
                <a:cubicBezTo>
                  <a:pt x="91069" y="114185"/>
                  <a:pt x="91260" y="113994"/>
                  <a:pt x="91260" y="113740"/>
                </a:cubicBezTo>
                <a:close/>
                <a:moveTo>
                  <a:pt x="73556" y="122167"/>
                </a:moveTo>
                <a:cubicBezTo>
                  <a:pt x="73556" y="122287"/>
                  <a:pt x="73552" y="122408"/>
                  <a:pt x="73492" y="122528"/>
                </a:cubicBezTo>
                <a:lnTo>
                  <a:pt x="73492" y="122464"/>
                </a:lnTo>
                <a:cubicBezTo>
                  <a:pt x="73552" y="122404"/>
                  <a:pt x="73556" y="122287"/>
                  <a:pt x="73556" y="122167"/>
                </a:cubicBezTo>
                <a:close/>
                <a:moveTo>
                  <a:pt x="73236" y="122848"/>
                </a:moveTo>
                <a:cubicBezTo>
                  <a:pt x="73173" y="122911"/>
                  <a:pt x="73109" y="122974"/>
                  <a:pt x="72983" y="123037"/>
                </a:cubicBezTo>
                <a:lnTo>
                  <a:pt x="72983" y="122974"/>
                </a:lnTo>
                <a:cubicBezTo>
                  <a:pt x="73109" y="122974"/>
                  <a:pt x="73173" y="122911"/>
                  <a:pt x="73236" y="122848"/>
                </a:cubicBezTo>
                <a:close/>
                <a:moveTo>
                  <a:pt x="142143" y="18914"/>
                </a:moveTo>
                <a:lnTo>
                  <a:pt x="142143" y="121891"/>
                </a:lnTo>
                <a:cubicBezTo>
                  <a:pt x="142143" y="124884"/>
                  <a:pt x="139660" y="127368"/>
                  <a:pt x="136667" y="127368"/>
                </a:cubicBezTo>
                <a:lnTo>
                  <a:pt x="97947" y="127368"/>
                </a:lnTo>
                <a:lnTo>
                  <a:pt x="97947" y="117306"/>
                </a:lnTo>
                <a:lnTo>
                  <a:pt x="120172" y="117306"/>
                </a:lnTo>
                <a:lnTo>
                  <a:pt x="120172" y="115714"/>
                </a:lnTo>
                <a:lnTo>
                  <a:pt x="97947" y="115714"/>
                </a:lnTo>
                <a:lnTo>
                  <a:pt x="97947" y="112593"/>
                </a:lnTo>
                <a:cubicBezTo>
                  <a:pt x="97947" y="112339"/>
                  <a:pt x="97883" y="112084"/>
                  <a:pt x="97819" y="111829"/>
                </a:cubicBezTo>
                <a:lnTo>
                  <a:pt x="133673" y="111829"/>
                </a:lnTo>
                <a:lnTo>
                  <a:pt x="133673" y="110237"/>
                </a:lnTo>
                <a:lnTo>
                  <a:pt x="97119" y="110237"/>
                </a:lnTo>
                <a:cubicBezTo>
                  <a:pt x="96355" y="109154"/>
                  <a:pt x="95145" y="108581"/>
                  <a:pt x="93871" y="108581"/>
                </a:cubicBezTo>
                <a:lnTo>
                  <a:pt x="93744" y="108581"/>
                </a:lnTo>
                <a:cubicBezTo>
                  <a:pt x="92916" y="108581"/>
                  <a:pt x="92152" y="108836"/>
                  <a:pt x="91515" y="109345"/>
                </a:cubicBezTo>
                <a:cubicBezTo>
                  <a:pt x="90814" y="108008"/>
                  <a:pt x="89477" y="107180"/>
                  <a:pt x="88012" y="107116"/>
                </a:cubicBezTo>
                <a:lnTo>
                  <a:pt x="87885" y="107116"/>
                </a:lnTo>
                <a:cubicBezTo>
                  <a:pt x="87120" y="107116"/>
                  <a:pt x="86293" y="107371"/>
                  <a:pt x="85656" y="107817"/>
                </a:cubicBezTo>
                <a:cubicBezTo>
                  <a:pt x="84933" y="106371"/>
                  <a:pt x="83472" y="105534"/>
                  <a:pt x="81957" y="105534"/>
                </a:cubicBezTo>
                <a:cubicBezTo>
                  <a:pt x="81336" y="105534"/>
                  <a:pt x="80707" y="105674"/>
                  <a:pt x="80115" y="105970"/>
                </a:cubicBezTo>
                <a:lnTo>
                  <a:pt x="80115" y="98965"/>
                </a:lnTo>
                <a:cubicBezTo>
                  <a:pt x="80115" y="96736"/>
                  <a:pt x="78396" y="94889"/>
                  <a:pt x="76167" y="94762"/>
                </a:cubicBezTo>
                <a:lnTo>
                  <a:pt x="76039" y="94762"/>
                </a:lnTo>
                <a:cubicBezTo>
                  <a:pt x="73747" y="94762"/>
                  <a:pt x="71964" y="96609"/>
                  <a:pt x="71964" y="98838"/>
                </a:cubicBezTo>
                <a:lnTo>
                  <a:pt x="71964" y="121000"/>
                </a:lnTo>
                <a:lnTo>
                  <a:pt x="67824" y="118516"/>
                </a:lnTo>
                <a:cubicBezTo>
                  <a:pt x="67060" y="118134"/>
                  <a:pt x="66232" y="117879"/>
                  <a:pt x="65404" y="117879"/>
                </a:cubicBezTo>
                <a:cubicBezTo>
                  <a:pt x="61647" y="117879"/>
                  <a:pt x="59545" y="122337"/>
                  <a:pt x="62029" y="125203"/>
                </a:cubicBezTo>
                <a:lnTo>
                  <a:pt x="62093" y="125266"/>
                </a:lnTo>
                <a:lnTo>
                  <a:pt x="62156" y="125266"/>
                </a:lnTo>
                <a:lnTo>
                  <a:pt x="64258" y="127368"/>
                </a:lnTo>
                <a:lnTo>
                  <a:pt x="7070" y="127368"/>
                </a:lnTo>
                <a:cubicBezTo>
                  <a:pt x="4077" y="127368"/>
                  <a:pt x="1593" y="124948"/>
                  <a:pt x="1593" y="121891"/>
                </a:cubicBezTo>
                <a:lnTo>
                  <a:pt x="1593" y="18914"/>
                </a:lnTo>
                <a:close/>
                <a:moveTo>
                  <a:pt x="7070" y="0"/>
                </a:moveTo>
                <a:cubicBezTo>
                  <a:pt x="3185" y="0"/>
                  <a:pt x="1" y="3184"/>
                  <a:pt x="1" y="7069"/>
                </a:cubicBezTo>
                <a:lnTo>
                  <a:pt x="1" y="121891"/>
                </a:lnTo>
                <a:cubicBezTo>
                  <a:pt x="1" y="125776"/>
                  <a:pt x="3185" y="128960"/>
                  <a:pt x="7070" y="128960"/>
                </a:cubicBezTo>
                <a:lnTo>
                  <a:pt x="65914" y="128960"/>
                </a:lnTo>
                <a:lnTo>
                  <a:pt x="73811" y="136666"/>
                </a:lnTo>
                <a:cubicBezTo>
                  <a:pt x="74002" y="136857"/>
                  <a:pt x="74129" y="137112"/>
                  <a:pt x="74129" y="137366"/>
                </a:cubicBezTo>
                <a:lnTo>
                  <a:pt x="74129" y="143607"/>
                </a:lnTo>
                <a:lnTo>
                  <a:pt x="73365" y="143607"/>
                </a:lnTo>
                <a:lnTo>
                  <a:pt x="73365" y="163859"/>
                </a:lnTo>
                <a:lnTo>
                  <a:pt x="74129" y="163859"/>
                </a:lnTo>
                <a:lnTo>
                  <a:pt x="74129" y="165451"/>
                </a:lnTo>
                <a:lnTo>
                  <a:pt x="94699" y="165451"/>
                </a:lnTo>
                <a:lnTo>
                  <a:pt x="94699" y="163859"/>
                </a:lnTo>
                <a:lnTo>
                  <a:pt x="97055" y="163859"/>
                </a:lnTo>
                <a:lnTo>
                  <a:pt x="97055" y="143607"/>
                </a:lnTo>
                <a:lnTo>
                  <a:pt x="94699" y="143607"/>
                </a:lnTo>
                <a:lnTo>
                  <a:pt x="94699" y="137175"/>
                </a:lnTo>
                <a:cubicBezTo>
                  <a:pt x="94699" y="136857"/>
                  <a:pt x="94763" y="136602"/>
                  <a:pt x="94954" y="136347"/>
                </a:cubicBezTo>
                <a:lnTo>
                  <a:pt x="97183" y="132781"/>
                </a:lnTo>
                <a:cubicBezTo>
                  <a:pt x="97692" y="132017"/>
                  <a:pt x="97947" y="131189"/>
                  <a:pt x="97947" y="130297"/>
                </a:cubicBezTo>
                <a:lnTo>
                  <a:pt x="97947" y="128960"/>
                </a:lnTo>
                <a:lnTo>
                  <a:pt x="136667" y="128960"/>
                </a:lnTo>
                <a:cubicBezTo>
                  <a:pt x="140551" y="128960"/>
                  <a:pt x="143672" y="125776"/>
                  <a:pt x="143736" y="121891"/>
                </a:cubicBezTo>
                <a:lnTo>
                  <a:pt x="143736" y="7069"/>
                </a:lnTo>
                <a:cubicBezTo>
                  <a:pt x="143672" y="3121"/>
                  <a:pt x="140551" y="0"/>
                  <a:pt x="1366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2"/>
          <p:cNvSpPr/>
          <p:nvPr/>
        </p:nvSpPr>
        <p:spPr>
          <a:xfrm>
            <a:off x="36760" y="2657970"/>
            <a:ext cx="938276" cy="936765"/>
          </a:xfrm>
          <a:custGeom>
            <a:avLst/>
            <a:gdLst/>
            <a:ahLst/>
            <a:cxnLst/>
            <a:rect l="l" t="t" r="r" b="b"/>
            <a:pathLst>
              <a:path w="39103" h="39040" extrusionOk="0">
                <a:moveTo>
                  <a:pt x="19551" y="6369"/>
                </a:moveTo>
                <a:cubicBezTo>
                  <a:pt x="20761" y="6369"/>
                  <a:pt x="21971" y="6497"/>
                  <a:pt x="23118" y="6879"/>
                </a:cubicBezTo>
                <a:cubicBezTo>
                  <a:pt x="30123" y="8789"/>
                  <a:pt x="34199" y="16113"/>
                  <a:pt x="32225" y="23118"/>
                </a:cubicBezTo>
                <a:cubicBezTo>
                  <a:pt x="30632" y="28786"/>
                  <a:pt x="25474" y="32671"/>
                  <a:pt x="19551" y="32734"/>
                </a:cubicBezTo>
                <a:cubicBezTo>
                  <a:pt x="18341" y="32671"/>
                  <a:pt x="17131" y="32543"/>
                  <a:pt x="15985" y="32225"/>
                </a:cubicBezTo>
                <a:cubicBezTo>
                  <a:pt x="9617" y="30442"/>
                  <a:pt x="5605" y="24201"/>
                  <a:pt x="6496" y="17705"/>
                </a:cubicBezTo>
                <a:cubicBezTo>
                  <a:pt x="7388" y="11209"/>
                  <a:pt x="12992" y="6369"/>
                  <a:pt x="19551" y="6369"/>
                </a:cubicBezTo>
                <a:close/>
                <a:moveTo>
                  <a:pt x="18469" y="1"/>
                </a:moveTo>
                <a:lnTo>
                  <a:pt x="18596" y="2421"/>
                </a:lnTo>
                <a:cubicBezTo>
                  <a:pt x="16049" y="2548"/>
                  <a:pt x="13501" y="3249"/>
                  <a:pt x="11273" y="4523"/>
                </a:cubicBezTo>
                <a:lnTo>
                  <a:pt x="10063" y="2485"/>
                </a:lnTo>
                <a:cubicBezTo>
                  <a:pt x="8152" y="3504"/>
                  <a:pt x="6433" y="4905"/>
                  <a:pt x="4968" y="6560"/>
                </a:cubicBezTo>
                <a:lnTo>
                  <a:pt x="6751" y="8152"/>
                </a:lnTo>
                <a:cubicBezTo>
                  <a:pt x="5031" y="10063"/>
                  <a:pt x="3821" y="12356"/>
                  <a:pt x="3121" y="14776"/>
                </a:cubicBezTo>
                <a:lnTo>
                  <a:pt x="765" y="14139"/>
                </a:lnTo>
                <a:lnTo>
                  <a:pt x="765" y="14202"/>
                </a:lnTo>
                <a:cubicBezTo>
                  <a:pt x="255" y="15922"/>
                  <a:pt x="64" y="17705"/>
                  <a:pt x="0" y="19488"/>
                </a:cubicBezTo>
                <a:lnTo>
                  <a:pt x="0" y="20635"/>
                </a:lnTo>
                <a:lnTo>
                  <a:pt x="2420" y="20507"/>
                </a:lnTo>
                <a:cubicBezTo>
                  <a:pt x="2548" y="23055"/>
                  <a:pt x="3312" y="25538"/>
                  <a:pt x="4522" y="27831"/>
                </a:cubicBezTo>
                <a:lnTo>
                  <a:pt x="2420" y="28977"/>
                </a:lnTo>
                <a:cubicBezTo>
                  <a:pt x="3503" y="30888"/>
                  <a:pt x="4904" y="32607"/>
                  <a:pt x="6496" y="34072"/>
                </a:cubicBezTo>
                <a:lnTo>
                  <a:pt x="8088" y="32289"/>
                </a:lnTo>
                <a:cubicBezTo>
                  <a:pt x="9999" y="34008"/>
                  <a:pt x="12291" y="35282"/>
                  <a:pt x="14775" y="35982"/>
                </a:cubicBezTo>
                <a:lnTo>
                  <a:pt x="14202" y="38275"/>
                </a:lnTo>
                <a:lnTo>
                  <a:pt x="14266" y="38275"/>
                </a:lnTo>
                <a:cubicBezTo>
                  <a:pt x="15985" y="38784"/>
                  <a:pt x="17768" y="39039"/>
                  <a:pt x="19615" y="39039"/>
                </a:cubicBezTo>
                <a:lnTo>
                  <a:pt x="20761" y="39039"/>
                </a:lnTo>
                <a:lnTo>
                  <a:pt x="20634" y="36619"/>
                </a:lnTo>
                <a:cubicBezTo>
                  <a:pt x="23181" y="36492"/>
                  <a:pt x="25665" y="35728"/>
                  <a:pt x="27958" y="34454"/>
                </a:cubicBezTo>
                <a:lnTo>
                  <a:pt x="29104" y="36619"/>
                </a:lnTo>
                <a:cubicBezTo>
                  <a:pt x="31015" y="35537"/>
                  <a:pt x="32734" y="34136"/>
                  <a:pt x="34199" y="32480"/>
                </a:cubicBezTo>
                <a:lnTo>
                  <a:pt x="32416" y="30888"/>
                </a:lnTo>
                <a:cubicBezTo>
                  <a:pt x="34071" y="28977"/>
                  <a:pt x="35345" y="26685"/>
                  <a:pt x="36046" y="24265"/>
                </a:cubicBezTo>
                <a:lnTo>
                  <a:pt x="38402" y="24901"/>
                </a:lnTo>
                <a:cubicBezTo>
                  <a:pt x="38848" y="23182"/>
                  <a:pt x="39102" y="21399"/>
                  <a:pt x="39102" y="19552"/>
                </a:cubicBezTo>
                <a:cubicBezTo>
                  <a:pt x="39102" y="19170"/>
                  <a:pt x="39102" y="18788"/>
                  <a:pt x="39102" y="18406"/>
                </a:cubicBezTo>
                <a:lnTo>
                  <a:pt x="36619" y="18469"/>
                </a:lnTo>
                <a:cubicBezTo>
                  <a:pt x="36491" y="15922"/>
                  <a:pt x="35727" y="13438"/>
                  <a:pt x="34517" y="11209"/>
                </a:cubicBezTo>
                <a:lnTo>
                  <a:pt x="36619" y="10063"/>
                </a:lnTo>
                <a:cubicBezTo>
                  <a:pt x="35536" y="8089"/>
                  <a:pt x="34199" y="6369"/>
                  <a:pt x="32543" y="4905"/>
                </a:cubicBezTo>
                <a:lnTo>
                  <a:pt x="30951" y="6751"/>
                </a:lnTo>
                <a:cubicBezTo>
                  <a:pt x="29040" y="5032"/>
                  <a:pt x="26748" y="3758"/>
                  <a:pt x="24264" y="3058"/>
                </a:cubicBezTo>
                <a:lnTo>
                  <a:pt x="24901" y="765"/>
                </a:lnTo>
                <a:cubicBezTo>
                  <a:pt x="23181" y="256"/>
                  <a:pt x="21398" y="1"/>
                  <a:pt x="196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2"/>
          <p:cNvSpPr/>
          <p:nvPr/>
        </p:nvSpPr>
        <p:spPr>
          <a:xfrm>
            <a:off x="1655007" y="2725228"/>
            <a:ext cx="24" cy="24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lnTo>
                  <a:pt x="1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2"/>
          <p:cNvSpPr/>
          <p:nvPr/>
        </p:nvSpPr>
        <p:spPr>
          <a:xfrm>
            <a:off x="1031545" y="2553759"/>
            <a:ext cx="669341" cy="660798"/>
          </a:xfrm>
          <a:custGeom>
            <a:avLst/>
            <a:gdLst/>
            <a:ahLst/>
            <a:cxnLst/>
            <a:rect l="l" t="t" r="r" b="b"/>
            <a:pathLst>
              <a:path w="27895" h="27539" extrusionOk="0">
                <a:moveTo>
                  <a:pt x="13948" y="5618"/>
                </a:moveTo>
                <a:cubicBezTo>
                  <a:pt x="14712" y="5618"/>
                  <a:pt x="15412" y="5745"/>
                  <a:pt x="16176" y="5936"/>
                </a:cubicBezTo>
                <a:cubicBezTo>
                  <a:pt x="19679" y="6955"/>
                  <a:pt x="22099" y="10139"/>
                  <a:pt x="22099" y="13833"/>
                </a:cubicBezTo>
                <a:cubicBezTo>
                  <a:pt x="22099" y="14533"/>
                  <a:pt x="21972" y="15298"/>
                  <a:pt x="21781" y="16062"/>
                </a:cubicBezTo>
                <a:cubicBezTo>
                  <a:pt x="20802" y="19631"/>
                  <a:pt x="17534" y="22003"/>
                  <a:pt x="13953" y="22003"/>
                </a:cubicBezTo>
                <a:cubicBezTo>
                  <a:pt x="13572" y="22003"/>
                  <a:pt x="13187" y="21976"/>
                  <a:pt x="12801" y="21921"/>
                </a:cubicBezTo>
                <a:cubicBezTo>
                  <a:pt x="8725" y="21411"/>
                  <a:pt x="5732" y="17909"/>
                  <a:pt x="5732" y="13833"/>
                </a:cubicBezTo>
                <a:cubicBezTo>
                  <a:pt x="5732" y="13069"/>
                  <a:pt x="5860" y="12304"/>
                  <a:pt x="6051" y="11604"/>
                </a:cubicBezTo>
                <a:cubicBezTo>
                  <a:pt x="7070" y="8038"/>
                  <a:pt x="10254" y="5618"/>
                  <a:pt x="13948" y="5618"/>
                </a:cubicBezTo>
                <a:close/>
                <a:moveTo>
                  <a:pt x="13928" y="0"/>
                </a:moveTo>
                <a:cubicBezTo>
                  <a:pt x="13059" y="0"/>
                  <a:pt x="12192" y="87"/>
                  <a:pt x="11336" y="268"/>
                </a:cubicBezTo>
                <a:lnTo>
                  <a:pt x="11655" y="1860"/>
                </a:lnTo>
                <a:cubicBezTo>
                  <a:pt x="10381" y="2115"/>
                  <a:pt x="9171" y="2497"/>
                  <a:pt x="8089" y="3134"/>
                </a:cubicBezTo>
                <a:lnTo>
                  <a:pt x="7261" y="1733"/>
                </a:lnTo>
                <a:cubicBezTo>
                  <a:pt x="5350" y="2752"/>
                  <a:pt x="3758" y="4217"/>
                  <a:pt x="2484" y="6000"/>
                </a:cubicBezTo>
                <a:lnTo>
                  <a:pt x="3885" y="6955"/>
                </a:lnTo>
                <a:cubicBezTo>
                  <a:pt x="3121" y="7974"/>
                  <a:pt x="2612" y="9120"/>
                  <a:pt x="2293" y="10394"/>
                </a:cubicBezTo>
                <a:lnTo>
                  <a:pt x="701" y="9948"/>
                </a:lnTo>
                <a:lnTo>
                  <a:pt x="701" y="10012"/>
                </a:lnTo>
                <a:cubicBezTo>
                  <a:pt x="64" y="12050"/>
                  <a:pt x="1" y="14215"/>
                  <a:pt x="383" y="16317"/>
                </a:cubicBezTo>
                <a:lnTo>
                  <a:pt x="1975" y="15998"/>
                </a:lnTo>
                <a:cubicBezTo>
                  <a:pt x="2230" y="17272"/>
                  <a:pt x="2612" y="18482"/>
                  <a:pt x="3249" y="19564"/>
                </a:cubicBezTo>
                <a:lnTo>
                  <a:pt x="1848" y="20392"/>
                </a:lnTo>
                <a:cubicBezTo>
                  <a:pt x="2866" y="22303"/>
                  <a:pt x="4331" y="23959"/>
                  <a:pt x="6114" y="25169"/>
                </a:cubicBezTo>
                <a:lnTo>
                  <a:pt x="7070" y="23831"/>
                </a:lnTo>
                <a:cubicBezTo>
                  <a:pt x="8089" y="24532"/>
                  <a:pt x="9235" y="25041"/>
                  <a:pt x="10445" y="25423"/>
                </a:cubicBezTo>
                <a:lnTo>
                  <a:pt x="10063" y="27015"/>
                </a:lnTo>
                <a:lnTo>
                  <a:pt x="10190" y="27015"/>
                </a:lnTo>
                <a:cubicBezTo>
                  <a:pt x="11436" y="27355"/>
                  <a:pt x="12704" y="27538"/>
                  <a:pt x="13981" y="27538"/>
                </a:cubicBezTo>
                <a:cubicBezTo>
                  <a:pt x="14858" y="27538"/>
                  <a:pt x="15740" y="27452"/>
                  <a:pt x="16622" y="27270"/>
                </a:cubicBezTo>
                <a:lnTo>
                  <a:pt x="16304" y="25678"/>
                </a:lnTo>
                <a:cubicBezTo>
                  <a:pt x="17514" y="25423"/>
                  <a:pt x="18724" y="24978"/>
                  <a:pt x="19870" y="24404"/>
                </a:cubicBezTo>
                <a:lnTo>
                  <a:pt x="20634" y="25805"/>
                </a:lnTo>
                <a:cubicBezTo>
                  <a:pt x="22545" y="24723"/>
                  <a:pt x="24137" y="23258"/>
                  <a:pt x="25347" y="21475"/>
                </a:cubicBezTo>
                <a:lnTo>
                  <a:pt x="24010" y="20583"/>
                </a:lnTo>
                <a:cubicBezTo>
                  <a:pt x="24710" y="19501"/>
                  <a:pt x="25283" y="18354"/>
                  <a:pt x="25602" y="17144"/>
                </a:cubicBezTo>
                <a:lnTo>
                  <a:pt x="27194" y="17590"/>
                </a:lnTo>
                <a:cubicBezTo>
                  <a:pt x="27767" y="15489"/>
                  <a:pt x="27894" y="13323"/>
                  <a:pt x="27449" y="11222"/>
                </a:cubicBezTo>
                <a:lnTo>
                  <a:pt x="27449" y="11222"/>
                </a:lnTo>
                <a:lnTo>
                  <a:pt x="25856" y="11477"/>
                </a:lnTo>
                <a:cubicBezTo>
                  <a:pt x="25602" y="10267"/>
                  <a:pt x="25220" y="9057"/>
                  <a:pt x="24583" y="7910"/>
                </a:cubicBezTo>
                <a:lnTo>
                  <a:pt x="25984" y="7146"/>
                </a:lnTo>
                <a:cubicBezTo>
                  <a:pt x="24965" y="5236"/>
                  <a:pt x="23500" y="3580"/>
                  <a:pt x="21653" y="2370"/>
                </a:cubicBezTo>
                <a:lnTo>
                  <a:pt x="20762" y="3707"/>
                </a:lnTo>
                <a:cubicBezTo>
                  <a:pt x="19743" y="3007"/>
                  <a:pt x="18533" y="2497"/>
                  <a:pt x="17323" y="2115"/>
                </a:cubicBezTo>
                <a:lnTo>
                  <a:pt x="17769" y="523"/>
                </a:lnTo>
                <a:lnTo>
                  <a:pt x="17705" y="523"/>
                </a:lnTo>
                <a:cubicBezTo>
                  <a:pt x="16459" y="183"/>
                  <a:pt x="15191" y="0"/>
                  <a:pt x="1392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/>
          <p:nvPr/>
        </p:nvSpPr>
        <p:spPr>
          <a:xfrm>
            <a:off x="-1529537" y="1971857"/>
            <a:ext cx="426367" cy="424831"/>
          </a:xfrm>
          <a:custGeom>
            <a:avLst/>
            <a:gdLst/>
            <a:ahLst/>
            <a:cxnLst/>
            <a:rect l="l" t="t" r="r" b="b"/>
            <a:pathLst>
              <a:path w="17769" h="17705" extrusionOk="0">
                <a:moveTo>
                  <a:pt x="8916" y="2867"/>
                </a:moveTo>
                <a:cubicBezTo>
                  <a:pt x="9426" y="2867"/>
                  <a:pt x="9999" y="2930"/>
                  <a:pt x="10572" y="3058"/>
                </a:cubicBezTo>
                <a:cubicBezTo>
                  <a:pt x="13119" y="3822"/>
                  <a:pt x="14902" y="6178"/>
                  <a:pt x="14902" y="8853"/>
                </a:cubicBezTo>
                <a:cubicBezTo>
                  <a:pt x="14902" y="9426"/>
                  <a:pt x="14839" y="9936"/>
                  <a:pt x="14648" y="10509"/>
                </a:cubicBezTo>
                <a:cubicBezTo>
                  <a:pt x="13947" y="13056"/>
                  <a:pt x="11591" y="14839"/>
                  <a:pt x="8916" y="14839"/>
                </a:cubicBezTo>
                <a:cubicBezTo>
                  <a:pt x="5605" y="14839"/>
                  <a:pt x="2930" y="12164"/>
                  <a:pt x="2930" y="8853"/>
                </a:cubicBezTo>
                <a:cubicBezTo>
                  <a:pt x="2930" y="8280"/>
                  <a:pt x="2994" y="7770"/>
                  <a:pt x="3121" y="7197"/>
                </a:cubicBezTo>
                <a:cubicBezTo>
                  <a:pt x="3885" y="4650"/>
                  <a:pt x="6178" y="2867"/>
                  <a:pt x="8852" y="2867"/>
                </a:cubicBezTo>
                <a:close/>
                <a:moveTo>
                  <a:pt x="8343" y="1"/>
                </a:moveTo>
                <a:lnTo>
                  <a:pt x="8407" y="1083"/>
                </a:lnTo>
                <a:cubicBezTo>
                  <a:pt x="7260" y="1147"/>
                  <a:pt x="6114" y="1529"/>
                  <a:pt x="5095" y="2102"/>
                </a:cubicBezTo>
                <a:lnTo>
                  <a:pt x="4586" y="1083"/>
                </a:lnTo>
                <a:cubicBezTo>
                  <a:pt x="3694" y="1593"/>
                  <a:pt x="2930" y="2230"/>
                  <a:pt x="2293" y="2930"/>
                </a:cubicBezTo>
                <a:lnTo>
                  <a:pt x="3057" y="3695"/>
                </a:lnTo>
                <a:cubicBezTo>
                  <a:pt x="2293" y="4522"/>
                  <a:pt x="1720" y="5605"/>
                  <a:pt x="1401" y="6688"/>
                </a:cubicBezTo>
                <a:lnTo>
                  <a:pt x="319" y="6433"/>
                </a:lnTo>
                <a:cubicBezTo>
                  <a:pt x="128" y="7197"/>
                  <a:pt x="0" y="7961"/>
                  <a:pt x="0" y="8789"/>
                </a:cubicBezTo>
                <a:lnTo>
                  <a:pt x="0" y="9299"/>
                </a:lnTo>
                <a:lnTo>
                  <a:pt x="1083" y="9235"/>
                </a:lnTo>
                <a:cubicBezTo>
                  <a:pt x="1147" y="10445"/>
                  <a:pt x="1465" y="11528"/>
                  <a:pt x="2038" y="12610"/>
                </a:cubicBezTo>
                <a:lnTo>
                  <a:pt x="1083" y="13120"/>
                </a:lnTo>
                <a:cubicBezTo>
                  <a:pt x="1592" y="14011"/>
                  <a:pt x="2229" y="14776"/>
                  <a:pt x="2930" y="15412"/>
                </a:cubicBezTo>
                <a:lnTo>
                  <a:pt x="3694" y="14648"/>
                </a:lnTo>
                <a:cubicBezTo>
                  <a:pt x="4586" y="15412"/>
                  <a:pt x="5605" y="15986"/>
                  <a:pt x="6751" y="16304"/>
                </a:cubicBezTo>
                <a:lnTo>
                  <a:pt x="6432" y="17387"/>
                </a:lnTo>
                <a:cubicBezTo>
                  <a:pt x="7197" y="17578"/>
                  <a:pt x="8025" y="17705"/>
                  <a:pt x="8852" y="17705"/>
                </a:cubicBezTo>
                <a:lnTo>
                  <a:pt x="9362" y="17705"/>
                </a:lnTo>
                <a:lnTo>
                  <a:pt x="9298" y="16622"/>
                </a:lnTo>
                <a:cubicBezTo>
                  <a:pt x="10508" y="16559"/>
                  <a:pt x="11591" y="16177"/>
                  <a:pt x="12673" y="15603"/>
                </a:cubicBezTo>
                <a:lnTo>
                  <a:pt x="13183" y="16622"/>
                </a:lnTo>
                <a:cubicBezTo>
                  <a:pt x="14075" y="16113"/>
                  <a:pt x="14839" y="15476"/>
                  <a:pt x="15476" y="14712"/>
                </a:cubicBezTo>
                <a:lnTo>
                  <a:pt x="14711" y="14011"/>
                </a:lnTo>
                <a:cubicBezTo>
                  <a:pt x="15476" y="13120"/>
                  <a:pt x="16049" y="12101"/>
                  <a:pt x="16367" y="10954"/>
                </a:cubicBezTo>
                <a:lnTo>
                  <a:pt x="17450" y="11273"/>
                </a:lnTo>
                <a:cubicBezTo>
                  <a:pt x="17641" y="10509"/>
                  <a:pt x="17768" y="9681"/>
                  <a:pt x="17768" y="8853"/>
                </a:cubicBezTo>
                <a:lnTo>
                  <a:pt x="17768" y="8343"/>
                </a:lnTo>
                <a:lnTo>
                  <a:pt x="16686" y="8407"/>
                </a:lnTo>
                <a:cubicBezTo>
                  <a:pt x="16622" y="7261"/>
                  <a:pt x="16240" y="6115"/>
                  <a:pt x="15667" y="5096"/>
                </a:cubicBezTo>
                <a:lnTo>
                  <a:pt x="16686" y="4522"/>
                </a:lnTo>
                <a:cubicBezTo>
                  <a:pt x="16176" y="3695"/>
                  <a:pt x="15539" y="2867"/>
                  <a:pt x="14775" y="2230"/>
                </a:cubicBezTo>
                <a:lnTo>
                  <a:pt x="14075" y="2994"/>
                </a:lnTo>
                <a:cubicBezTo>
                  <a:pt x="13183" y="2230"/>
                  <a:pt x="12164" y="1657"/>
                  <a:pt x="11018" y="1338"/>
                </a:cubicBezTo>
                <a:lnTo>
                  <a:pt x="11336" y="319"/>
                </a:lnTo>
                <a:cubicBezTo>
                  <a:pt x="10508" y="65"/>
                  <a:pt x="9680" y="1"/>
                  <a:pt x="885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2"/>
          <p:cNvSpPr/>
          <p:nvPr/>
        </p:nvSpPr>
        <p:spPr>
          <a:xfrm>
            <a:off x="-1075696" y="1926026"/>
            <a:ext cx="301065" cy="297994"/>
          </a:xfrm>
          <a:custGeom>
            <a:avLst/>
            <a:gdLst/>
            <a:ahLst/>
            <a:cxnLst/>
            <a:rect l="l" t="t" r="r" b="b"/>
            <a:pathLst>
              <a:path w="12547" h="12419" extrusionOk="0">
                <a:moveTo>
                  <a:pt x="6242" y="2484"/>
                </a:moveTo>
                <a:cubicBezTo>
                  <a:pt x="6624" y="2484"/>
                  <a:pt x="6942" y="2484"/>
                  <a:pt x="7260" y="2611"/>
                </a:cubicBezTo>
                <a:cubicBezTo>
                  <a:pt x="8916" y="3057"/>
                  <a:pt x="9999" y="4522"/>
                  <a:pt x="9999" y="6178"/>
                </a:cubicBezTo>
                <a:cubicBezTo>
                  <a:pt x="9999" y="6560"/>
                  <a:pt x="9935" y="6878"/>
                  <a:pt x="9872" y="7197"/>
                </a:cubicBezTo>
                <a:cubicBezTo>
                  <a:pt x="9426" y="8789"/>
                  <a:pt x="7961" y="9935"/>
                  <a:pt x="6305" y="9935"/>
                </a:cubicBezTo>
                <a:cubicBezTo>
                  <a:pt x="5923" y="9935"/>
                  <a:pt x="5605" y="9871"/>
                  <a:pt x="5286" y="9808"/>
                </a:cubicBezTo>
                <a:cubicBezTo>
                  <a:pt x="3630" y="9298"/>
                  <a:pt x="2548" y="7833"/>
                  <a:pt x="2548" y="6178"/>
                </a:cubicBezTo>
                <a:cubicBezTo>
                  <a:pt x="2548" y="5859"/>
                  <a:pt x="2612" y="5477"/>
                  <a:pt x="2675" y="5159"/>
                </a:cubicBezTo>
                <a:cubicBezTo>
                  <a:pt x="3121" y="3567"/>
                  <a:pt x="4586" y="2484"/>
                  <a:pt x="6242" y="2484"/>
                </a:cubicBezTo>
                <a:close/>
                <a:moveTo>
                  <a:pt x="6242" y="0"/>
                </a:moveTo>
                <a:cubicBezTo>
                  <a:pt x="5859" y="0"/>
                  <a:pt x="5477" y="0"/>
                  <a:pt x="5095" y="64"/>
                </a:cubicBezTo>
                <a:lnTo>
                  <a:pt x="5223" y="828"/>
                </a:lnTo>
                <a:cubicBezTo>
                  <a:pt x="4649" y="956"/>
                  <a:pt x="4140" y="1147"/>
                  <a:pt x="3630" y="1401"/>
                </a:cubicBezTo>
                <a:lnTo>
                  <a:pt x="3248" y="701"/>
                </a:lnTo>
                <a:cubicBezTo>
                  <a:pt x="2357" y="1147"/>
                  <a:pt x="1656" y="1847"/>
                  <a:pt x="1083" y="2675"/>
                </a:cubicBezTo>
                <a:lnTo>
                  <a:pt x="1720" y="3057"/>
                </a:lnTo>
                <a:cubicBezTo>
                  <a:pt x="1338" y="3567"/>
                  <a:pt x="1147" y="4076"/>
                  <a:pt x="956" y="4649"/>
                </a:cubicBezTo>
                <a:lnTo>
                  <a:pt x="255" y="4458"/>
                </a:lnTo>
                <a:lnTo>
                  <a:pt x="255" y="4522"/>
                </a:lnTo>
                <a:cubicBezTo>
                  <a:pt x="128" y="5095"/>
                  <a:pt x="1" y="5668"/>
                  <a:pt x="1" y="6241"/>
                </a:cubicBezTo>
                <a:cubicBezTo>
                  <a:pt x="1" y="6623"/>
                  <a:pt x="64" y="7006"/>
                  <a:pt x="128" y="7388"/>
                </a:cubicBezTo>
                <a:lnTo>
                  <a:pt x="828" y="7260"/>
                </a:lnTo>
                <a:cubicBezTo>
                  <a:pt x="956" y="7833"/>
                  <a:pt x="1147" y="8343"/>
                  <a:pt x="1465" y="8852"/>
                </a:cubicBezTo>
                <a:lnTo>
                  <a:pt x="765" y="9171"/>
                </a:lnTo>
                <a:cubicBezTo>
                  <a:pt x="1274" y="10062"/>
                  <a:pt x="1911" y="10827"/>
                  <a:pt x="2739" y="11336"/>
                </a:cubicBezTo>
                <a:lnTo>
                  <a:pt x="3185" y="10763"/>
                </a:lnTo>
                <a:cubicBezTo>
                  <a:pt x="3630" y="11081"/>
                  <a:pt x="4204" y="11336"/>
                  <a:pt x="4777" y="11463"/>
                </a:cubicBezTo>
                <a:lnTo>
                  <a:pt x="4522" y="12228"/>
                </a:lnTo>
                <a:lnTo>
                  <a:pt x="4586" y="12228"/>
                </a:lnTo>
                <a:cubicBezTo>
                  <a:pt x="5159" y="12355"/>
                  <a:pt x="5732" y="12419"/>
                  <a:pt x="6305" y="12419"/>
                </a:cubicBezTo>
                <a:cubicBezTo>
                  <a:pt x="6751" y="12419"/>
                  <a:pt x="7133" y="12419"/>
                  <a:pt x="7515" y="12291"/>
                </a:cubicBezTo>
                <a:lnTo>
                  <a:pt x="7388" y="11591"/>
                </a:lnTo>
                <a:cubicBezTo>
                  <a:pt x="7961" y="11463"/>
                  <a:pt x="8470" y="11272"/>
                  <a:pt x="8980" y="11018"/>
                </a:cubicBezTo>
                <a:lnTo>
                  <a:pt x="9362" y="11654"/>
                </a:lnTo>
                <a:cubicBezTo>
                  <a:pt x="10190" y="11145"/>
                  <a:pt x="10954" y="10508"/>
                  <a:pt x="11464" y="9680"/>
                </a:cubicBezTo>
                <a:lnTo>
                  <a:pt x="10890" y="9234"/>
                </a:lnTo>
                <a:cubicBezTo>
                  <a:pt x="11209" y="8789"/>
                  <a:pt x="11464" y="8216"/>
                  <a:pt x="11591" y="7642"/>
                </a:cubicBezTo>
                <a:lnTo>
                  <a:pt x="12292" y="7897"/>
                </a:lnTo>
                <a:cubicBezTo>
                  <a:pt x="12483" y="7388"/>
                  <a:pt x="12546" y="6751"/>
                  <a:pt x="12546" y="6178"/>
                </a:cubicBezTo>
                <a:cubicBezTo>
                  <a:pt x="12546" y="5796"/>
                  <a:pt x="12483" y="5413"/>
                  <a:pt x="12419" y="5031"/>
                </a:cubicBezTo>
                <a:lnTo>
                  <a:pt x="11718" y="5159"/>
                </a:lnTo>
                <a:cubicBezTo>
                  <a:pt x="11591" y="4586"/>
                  <a:pt x="11400" y="4076"/>
                  <a:pt x="11082" y="3567"/>
                </a:cubicBezTo>
                <a:lnTo>
                  <a:pt x="11782" y="3185"/>
                </a:lnTo>
                <a:cubicBezTo>
                  <a:pt x="11273" y="2357"/>
                  <a:pt x="10572" y="1592"/>
                  <a:pt x="9808" y="1019"/>
                </a:cubicBezTo>
                <a:lnTo>
                  <a:pt x="9362" y="1656"/>
                </a:lnTo>
                <a:cubicBezTo>
                  <a:pt x="8853" y="1338"/>
                  <a:pt x="8343" y="1083"/>
                  <a:pt x="7770" y="956"/>
                </a:cubicBezTo>
                <a:lnTo>
                  <a:pt x="7961" y="191"/>
                </a:lnTo>
                <a:cubicBezTo>
                  <a:pt x="7452" y="64"/>
                  <a:pt x="6878" y="0"/>
                  <a:pt x="624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1994248" y="1967274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1994248" y="2098694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2"/>
          <p:cNvSpPr/>
          <p:nvPr/>
        </p:nvSpPr>
        <p:spPr>
          <a:xfrm>
            <a:off x="1994248" y="2230115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0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2"/>
          <p:cNvSpPr/>
          <p:nvPr/>
        </p:nvSpPr>
        <p:spPr>
          <a:xfrm>
            <a:off x="1994248" y="2494468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1994248" y="2625888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/>
          <p:nvPr/>
        </p:nvSpPr>
        <p:spPr>
          <a:xfrm>
            <a:off x="1994248" y="2888730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0"/>
                </a:moveTo>
                <a:lnTo>
                  <a:pt x="1" y="1592"/>
                </a:lnTo>
                <a:lnTo>
                  <a:pt x="41140" y="1592"/>
                </a:lnTo>
                <a:lnTo>
                  <a:pt x="411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1994248" y="3020150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0"/>
                </a:moveTo>
                <a:lnTo>
                  <a:pt x="1" y="1592"/>
                </a:lnTo>
                <a:lnTo>
                  <a:pt x="41140" y="1592"/>
                </a:lnTo>
                <a:lnTo>
                  <a:pt x="411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1994248" y="3282968"/>
            <a:ext cx="987178" cy="38224"/>
          </a:xfrm>
          <a:custGeom>
            <a:avLst/>
            <a:gdLst/>
            <a:ahLst/>
            <a:cxnLst/>
            <a:rect l="l" t="t" r="r" b="b"/>
            <a:pathLst>
              <a:path w="41141" h="1593" extrusionOk="0">
                <a:moveTo>
                  <a:pt x="1" y="1"/>
                </a:moveTo>
                <a:lnTo>
                  <a:pt x="1" y="1593"/>
                </a:lnTo>
                <a:lnTo>
                  <a:pt x="41140" y="1593"/>
                </a:lnTo>
                <a:lnTo>
                  <a:pt x="4114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58164" y="1967274"/>
            <a:ext cx="1705373" cy="38224"/>
          </a:xfrm>
          <a:custGeom>
            <a:avLst/>
            <a:gdLst/>
            <a:ahLst/>
            <a:cxnLst/>
            <a:rect l="l" t="t" r="r" b="b"/>
            <a:pathLst>
              <a:path w="71072" h="1593" extrusionOk="0">
                <a:moveTo>
                  <a:pt x="0" y="1"/>
                </a:moveTo>
                <a:lnTo>
                  <a:pt x="0" y="1593"/>
                </a:lnTo>
                <a:lnTo>
                  <a:pt x="71071" y="1593"/>
                </a:lnTo>
                <a:lnTo>
                  <a:pt x="710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58164" y="2098694"/>
            <a:ext cx="1705373" cy="38224"/>
          </a:xfrm>
          <a:custGeom>
            <a:avLst/>
            <a:gdLst/>
            <a:ahLst/>
            <a:cxnLst/>
            <a:rect l="l" t="t" r="r" b="b"/>
            <a:pathLst>
              <a:path w="71072" h="1593" extrusionOk="0">
                <a:moveTo>
                  <a:pt x="0" y="1"/>
                </a:moveTo>
                <a:lnTo>
                  <a:pt x="0" y="1593"/>
                </a:lnTo>
                <a:lnTo>
                  <a:pt x="71071" y="1593"/>
                </a:lnTo>
                <a:lnTo>
                  <a:pt x="710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58164" y="2363047"/>
            <a:ext cx="1147609" cy="38248"/>
          </a:xfrm>
          <a:custGeom>
            <a:avLst/>
            <a:gdLst/>
            <a:ahLst/>
            <a:cxnLst/>
            <a:rect l="l" t="t" r="r" b="b"/>
            <a:pathLst>
              <a:path w="47827" h="1594" extrusionOk="0">
                <a:moveTo>
                  <a:pt x="0" y="1"/>
                </a:moveTo>
                <a:lnTo>
                  <a:pt x="0" y="1593"/>
                </a:lnTo>
                <a:lnTo>
                  <a:pt x="47827" y="1593"/>
                </a:lnTo>
                <a:lnTo>
                  <a:pt x="4782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2108848" y="1701385"/>
            <a:ext cx="701422" cy="114648"/>
          </a:xfrm>
          <a:custGeom>
            <a:avLst/>
            <a:gdLst/>
            <a:ahLst/>
            <a:cxnLst/>
            <a:rect l="l" t="t" r="r" b="b"/>
            <a:pathLst>
              <a:path w="29232" h="4778" extrusionOk="0">
                <a:moveTo>
                  <a:pt x="1" y="1"/>
                </a:moveTo>
                <a:lnTo>
                  <a:pt x="1" y="4777"/>
                </a:lnTo>
                <a:lnTo>
                  <a:pt x="29232" y="4777"/>
                </a:lnTo>
                <a:lnTo>
                  <a:pt x="292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560907" y="1701385"/>
            <a:ext cx="699886" cy="114648"/>
          </a:xfrm>
          <a:custGeom>
            <a:avLst/>
            <a:gdLst/>
            <a:ahLst/>
            <a:cxnLst/>
            <a:rect l="l" t="t" r="r" b="b"/>
            <a:pathLst>
              <a:path w="29168" h="4778" extrusionOk="0">
                <a:moveTo>
                  <a:pt x="0" y="1"/>
                </a:moveTo>
                <a:lnTo>
                  <a:pt x="0" y="4777"/>
                </a:lnTo>
                <a:lnTo>
                  <a:pt x="29167" y="4777"/>
                </a:lnTo>
                <a:lnTo>
                  <a:pt x="291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-1540239" y="2988045"/>
            <a:ext cx="735039" cy="1488386"/>
          </a:xfrm>
          <a:custGeom>
            <a:avLst/>
            <a:gdLst/>
            <a:ahLst/>
            <a:cxnLst/>
            <a:rect l="l" t="t" r="r" b="b"/>
            <a:pathLst>
              <a:path w="30633" h="62029" extrusionOk="0">
                <a:moveTo>
                  <a:pt x="17705" y="42924"/>
                </a:moveTo>
                <a:lnTo>
                  <a:pt x="17705" y="60437"/>
                </a:lnTo>
                <a:lnTo>
                  <a:pt x="12928" y="60437"/>
                </a:lnTo>
                <a:lnTo>
                  <a:pt x="12928" y="42924"/>
                </a:lnTo>
                <a:close/>
                <a:moveTo>
                  <a:pt x="15348" y="1"/>
                </a:moveTo>
                <a:cubicBezTo>
                  <a:pt x="7133" y="1"/>
                  <a:pt x="446" y="6496"/>
                  <a:pt x="192" y="14712"/>
                </a:cubicBezTo>
                <a:cubicBezTo>
                  <a:pt x="1" y="22927"/>
                  <a:pt x="6369" y="29741"/>
                  <a:pt x="14521" y="30187"/>
                </a:cubicBezTo>
                <a:lnTo>
                  <a:pt x="14521" y="41332"/>
                </a:lnTo>
                <a:lnTo>
                  <a:pt x="12164" y="41332"/>
                </a:lnTo>
                <a:cubicBezTo>
                  <a:pt x="11718" y="41332"/>
                  <a:pt x="11336" y="41714"/>
                  <a:pt x="11336" y="42159"/>
                </a:cubicBezTo>
                <a:lnTo>
                  <a:pt x="11336" y="61265"/>
                </a:lnTo>
                <a:cubicBezTo>
                  <a:pt x="11336" y="61710"/>
                  <a:pt x="11718" y="62029"/>
                  <a:pt x="12164" y="62029"/>
                </a:cubicBezTo>
                <a:lnTo>
                  <a:pt x="18533" y="62029"/>
                </a:lnTo>
                <a:cubicBezTo>
                  <a:pt x="18978" y="62029"/>
                  <a:pt x="19297" y="61710"/>
                  <a:pt x="19297" y="61265"/>
                </a:cubicBezTo>
                <a:lnTo>
                  <a:pt x="19297" y="42159"/>
                </a:lnTo>
                <a:cubicBezTo>
                  <a:pt x="19297" y="41714"/>
                  <a:pt x="18978" y="41332"/>
                  <a:pt x="18533" y="41332"/>
                </a:cubicBezTo>
                <a:lnTo>
                  <a:pt x="16113" y="41332"/>
                </a:lnTo>
                <a:lnTo>
                  <a:pt x="16113" y="30187"/>
                </a:lnTo>
                <a:cubicBezTo>
                  <a:pt x="24328" y="29741"/>
                  <a:pt x="30633" y="22927"/>
                  <a:pt x="30442" y="14712"/>
                </a:cubicBezTo>
                <a:cubicBezTo>
                  <a:pt x="30250" y="6496"/>
                  <a:pt x="23500" y="1"/>
                  <a:pt x="15348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-1210164" y="4037850"/>
            <a:ext cx="76424" cy="382048"/>
          </a:xfrm>
          <a:custGeom>
            <a:avLst/>
            <a:gdLst/>
            <a:ahLst/>
            <a:cxnLst/>
            <a:rect l="l" t="t" r="r" b="b"/>
            <a:pathLst>
              <a:path w="3185" h="15922" extrusionOk="0">
                <a:moveTo>
                  <a:pt x="0" y="1"/>
                </a:moveTo>
                <a:lnTo>
                  <a:pt x="0" y="15922"/>
                </a:lnTo>
                <a:lnTo>
                  <a:pt x="3185" y="15922"/>
                </a:lnTo>
                <a:lnTo>
                  <a:pt x="318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24523" y="394881"/>
            <a:ext cx="1228616" cy="426343"/>
          </a:xfrm>
          <a:custGeom>
            <a:avLst/>
            <a:gdLst/>
            <a:ahLst/>
            <a:cxnLst/>
            <a:rect l="l" t="t" r="r" b="b"/>
            <a:pathLst>
              <a:path w="51203" h="17768" extrusionOk="0">
                <a:moveTo>
                  <a:pt x="49611" y="1592"/>
                </a:moveTo>
                <a:lnTo>
                  <a:pt x="49611" y="16176"/>
                </a:lnTo>
                <a:lnTo>
                  <a:pt x="1593" y="16176"/>
                </a:lnTo>
                <a:lnTo>
                  <a:pt x="1593" y="1592"/>
                </a:lnTo>
                <a:close/>
                <a:moveTo>
                  <a:pt x="1" y="0"/>
                </a:moveTo>
                <a:lnTo>
                  <a:pt x="1" y="17768"/>
                </a:lnTo>
                <a:lnTo>
                  <a:pt x="51203" y="17768"/>
                </a:lnTo>
                <a:lnTo>
                  <a:pt x="512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2605497" y="99575"/>
            <a:ext cx="1101778" cy="368659"/>
          </a:xfrm>
          <a:custGeom>
            <a:avLst/>
            <a:gdLst/>
            <a:ahLst/>
            <a:cxnLst/>
            <a:rect l="l" t="t" r="r" b="b"/>
            <a:pathLst>
              <a:path w="45917" h="15364" extrusionOk="0">
                <a:moveTo>
                  <a:pt x="18787" y="1927"/>
                </a:moveTo>
                <a:lnTo>
                  <a:pt x="18787" y="1927"/>
                </a:lnTo>
                <a:cubicBezTo>
                  <a:pt x="15539" y="5557"/>
                  <a:pt x="18150" y="11288"/>
                  <a:pt x="22990" y="11288"/>
                </a:cubicBezTo>
                <a:cubicBezTo>
                  <a:pt x="27830" y="11288"/>
                  <a:pt x="30377" y="5557"/>
                  <a:pt x="27193" y="1927"/>
                </a:cubicBezTo>
                <a:lnTo>
                  <a:pt x="27193" y="1927"/>
                </a:lnTo>
                <a:cubicBezTo>
                  <a:pt x="27639" y="1990"/>
                  <a:pt x="28149" y="2054"/>
                  <a:pt x="28594" y="2118"/>
                </a:cubicBezTo>
                <a:cubicBezTo>
                  <a:pt x="31396" y="6512"/>
                  <a:pt x="28212" y="12307"/>
                  <a:pt x="22990" y="12307"/>
                </a:cubicBezTo>
                <a:cubicBezTo>
                  <a:pt x="17768" y="12307"/>
                  <a:pt x="14584" y="6512"/>
                  <a:pt x="17386" y="2118"/>
                </a:cubicBezTo>
                <a:cubicBezTo>
                  <a:pt x="17832" y="2054"/>
                  <a:pt x="18278" y="1990"/>
                  <a:pt x="18787" y="1927"/>
                </a:cubicBezTo>
                <a:close/>
                <a:moveTo>
                  <a:pt x="30569" y="2500"/>
                </a:moveTo>
                <a:cubicBezTo>
                  <a:pt x="35026" y="3455"/>
                  <a:pt x="39293" y="5238"/>
                  <a:pt x="43114" y="7722"/>
                </a:cubicBezTo>
                <a:cubicBezTo>
                  <a:pt x="37641" y="11329"/>
                  <a:pt x="31317" y="13418"/>
                  <a:pt x="24736" y="13692"/>
                </a:cubicBezTo>
                <a:lnTo>
                  <a:pt x="24736" y="13692"/>
                </a:lnTo>
                <a:cubicBezTo>
                  <a:pt x="29704" y="12588"/>
                  <a:pt x="32491" y="7212"/>
                  <a:pt x="30569" y="2500"/>
                </a:cubicBezTo>
                <a:close/>
                <a:moveTo>
                  <a:pt x="15348" y="2500"/>
                </a:moveTo>
                <a:lnTo>
                  <a:pt x="15348" y="2500"/>
                </a:lnTo>
                <a:cubicBezTo>
                  <a:pt x="13310" y="7340"/>
                  <a:pt x="16367" y="12880"/>
                  <a:pt x="21589" y="13772"/>
                </a:cubicBezTo>
                <a:cubicBezTo>
                  <a:pt x="14902" y="13517"/>
                  <a:pt x="8406" y="11415"/>
                  <a:pt x="2802" y="7722"/>
                </a:cubicBezTo>
                <a:cubicBezTo>
                  <a:pt x="6623" y="5174"/>
                  <a:pt x="10890" y="3455"/>
                  <a:pt x="15348" y="2500"/>
                </a:cubicBezTo>
                <a:close/>
                <a:moveTo>
                  <a:pt x="22958" y="0"/>
                </a:moveTo>
                <a:cubicBezTo>
                  <a:pt x="22608" y="0"/>
                  <a:pt x="22258" y="48"/>
                  <a:pt x="21907" y="143"/>
                </a:cubicBezTo>
                <a:cubicBezTo>
                  <a:pt x="14393" y="334"/>
                  <a:pt x="7069" y="2754"/>
                  <a:pt x="892" y="7085"/>
                </a:cubicBezTo>
                <a:lnTo>
                  <a:pt x="0" y="7722"/>
                </a:lnTo>
                <a:lnTo>
                  <a:pt x="892" y="8359"/>
                </a:lnTo>
                <a:cubicBezTo>
                  <a:pt x="7388" y="12944"/>
                  <a:pt x="15030" y="15364"/>
                  <a:pt x="22926" y="15364"/>
                </a:cubicBezTo>
                <a:cubicBezTo>
                  <a:pt x="30823" y="15364"/>
                  <a:pt x="38529" y="12944"/>
                  <a:pt x="44961" y="8359"/>
                </a:cubicBezTo>
                <a:lnTo>
                  <a:pt x="45916" y="7722"/>
                </a:lnTo>
                <a:lnTo>
                  <a:pt x="44961" y="7085"/>
                </a:lnTo>
                <a:cubicBezTo>
                  <a:pt x="38847" y="2754"/>
                  <a:pt x="31524" y="334"/>
                  <a:pt x="24009" y="143"/>
                </a:cubicBezTo>
                <a:cubicBezTo>
                  <a:pt x="23659" y="48"/>
                  <a:pt x="23309" y="0"/>
                  <a:pt x="229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-742573" y="2272898"/>
            <a:ext cx="233831" cy="200046"/>
          </a:xfrm>
          <a:custGeom>
            <a:avLst/>
            <a:gdLst/>
            <a:ahLst/>
            <a:cxnLst/>
            <a:rect l="l" t="t" r="r" b="b"/>
            <a:pathLst>
              <a:path w="9745" h="8337" extrusionOk="0">
                <a:moveTo>
                  <a:pt x="5559" y="1576"/>
                </a:moveTo>
                <a:cubicBezTo>
                  <a:pt x="6878" y="1576"/>
                  <a:pt x="8152" y="2615"/>
                  <a:pt x="8152" y="4204"/>
                </a:cubicBezTo>
                <a:cubicBezTo>
                  <a:pt x="8152" y="5605"/>
                  <a:pt x="7006" y="6751"/>
                  <a:pt x="5541" y="6751"/>
                </a:cubicBezTo>
                <a:cubicBezTo>
                  <a:pt x="3248" y="6751"/>
                  <a:pt x="2102" y="3949"/>
                  <a:pt x="3758" y="2357"/>
                </a:cubicBezTo>
                <a:cubicBezTo>
                  <a:pt x="4276" y="1818"/>
                  <a:pt x="4923" y="1576"/>
                  <a:pt x="5559" y="1576"/>
                </a:cubicBezTo>
                <a:close/>
                <a:moveTo>
                  <a:pt x="5541" y="1"/>
                </a:moveTo>
                <a:cubicBezTo>
                  <a:pt x="1847" y="1"/>
                  <a:pt x="1" y="4458"/>
                  <a:pt x="2612" y="7070"/>
                </a:cubicBezTo>
                <a:cubicBezTo>
                  <a:pt x="3467" y="7945"/>
                  <a:pt x="4527" y="8336"/>
                  <a:pt x="5566" y="8336"/>
                </a:cubicBezTo>
                <a:cubicBezTo>
                  <a:pt x="7699" y="8336"/>
                  <a:pt x="9744" y="6688"/>
                  <a:pt x="9744" y="4204"/>
                </a:cubicBezTo>
                <a:cubicBezTo>
                  <a:pt x="9744" y="1847"/>
                  <a:pt x="7897" y="1"/>
                  <a:pt x="5541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2"/>
          <p:cNvSpPr/>
          <p:nvPr/>
        </p:nvSpPr>
        <p:spPr>
          <a:xfrm>
            <a:off x="2385439" y="1418388"/>
            <a:ext cx="233831" cy="200502"/>
          </a:xfrm>
          <a:custGeom>
            <a:avLst/>
            <a:gdLst/>
            <a:ahLst/>
            <a:cxnLst/>
            <a:rect l="l" t="t" r="r" b="b"/>
            <a:pathLst>
              <a:path w="9745" h="8356" extrusionOk="0">
                <a:moveTo>
                  <a:pt x="4034" y="1603"/>
                </a:moveTo>
                <a:cubicBezTo>
                  <a:pt x="4070" y="1603"/>
                  <a:pt x="4105" y="1604"/>
                  <a:pt x="4140" y="1605"/>
                </a:cubicBezTo>
                <a:cubicBezTo>
                  <a:pt x="6433" y="1605"/>
                  <a:pt x="7579" y="4344"/>
                  <a:pt x="5987" y="6000"/>
                </a:cubicBezTo>
                <a:cubicBezTo>
                  <a:pt x="5456" y="6531"/>
                  <a:pt x="4813" y="6767"/>
                  <a:pt x="4185" y="6767"/>
                </a:cubicBezTo>
                <a:cubicBezTo>
                  <a:pt x="2856" y="6767"/>
                  <a:pt x="1593" y="5710"/>
                  <a:pt x="1593" y="4153"/>
                </a:cubicBezTo>
                <a:cubicBezTo>
                  <a:pt x="1593" y="2787"/>
                  <a:pt x="2682" y="1603"/>
                  <a:pt x="4034" y="1603"/>
                </a:cubicBezTo>
                <a:close/>
                <a:moveTo>
                  <a:pt x="4189" y="0"/>
                </a:moveTo>
                <a:cubicBezTo>
                  <a:pt x="2041" y="0"/>
                  <a:pt x="1" y="1654"/>
                  <a:pt x="1" y="4153"/>
                </a:cubicBezTo>
                <a:cubicBezTo>
                  <a:pt x="1" y="6509"/>
                  <a:pt x="1848" y="8356"/>
                  <a:pt x="4140" y="8356"/>
                </a:cubicBezTo>
                <a:cubicBezTo>
                  <a:pt x="7898" y="8356"/>
                  <a:pt x="9744" y="3834"/>
                  <a:pt x="7133" y="1223"/>
                </a:cubicBezTo>
                <a:cubicBezTo>
                  <a:pt x="6268" y="379"/>
                  <a:pt x="5216" y="0"/>
                  <a:pt x="418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3338976" y="2473808"/>
            <a:ext cx="189513" cy="161270"/>
          </a:xfrm>
          <a:custGeom>
            <a:avLst/>
            <a:gdLst/>
            <a:ahLst/>
            <a:cxnLst/>
            <a:rect l="l" t="t" r="r" b="b"/>
            <a:pathLst>
              <a:path w="7898" h="6721" extrusionOk="0">
                <a:moveTo>
                  <a:pt x="4472" y="0"/>
                </a:moveTo>
                <a:cubicBezTo>
                  <a:pt x="3635" y="0"/>
                  <a:pt x="2785" y="307"/>
                  <a:pt x="2102" y="989"/>
                </a:cubicBezTo>
                <a:cubicBezTo>
                  <a:pt x="1" y="3091"/>
                  <a:pt x="1465" y="6721"/>
                  <a:pt x="4522" y="6721"/>
                </a:cubicBezTo>
                <a:cubicBezTo>
                  <a:pt x="6369" y="6721"/>
                  <a:pt x="7897" y="5256"/>
                  <a:pt x="7897" y="3345"/>
                </a:cubicBezTo>
                <a:cubicBezTo>
                  <a:pt x="7897" y="1324"/>
                  <a:pt x="6213" y="0"/>
                  <a:pt x="447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742741" y="4509280"/>
            <a:ext cx="189513" cy="162758"/>
          </a:xfrm>
          <a:custGeom>
            <a:avLst/>
            <a:gdLst/>
            <a:ahLst/>
            <a:cxnLst/>
            <a:rect l="l" t="t" r="r" b="b"/>
            <a:pathLst>
              <a:path w="7898" h="6783" extrusionOk="0">
                <a:moveTo>
                  <a:pt x="4464" y="0"/>
                </a:moveTo>
                <a:cubicBezTo>
                  <a:pt x="3629" y="0"/>
                  <a:pt x="2782" y="307"/>
                  <a:pt x="2102" y="987"/>
                </a:cubicBezTo>
                <a:cubicBezTo>
                  <a:pt x="0" y="3089"/>
                  <a:pt x="1465" y="6782"/>
                  <a:pt x="4522" y="6782"/>
                </a:cubicBezTo>
                <a:cubicBezTo>
                  <a:pt x="6369" y="6782"/>
                  <a:pt x="7897" y="5254"/>
                  <a:pt x="7897" y="3407"/>
                </a:cubicBezTo>
                <a:cubicBezTo>
                  <a:pt x="7897" y="1340"/>
                  <a:pt x="6207" y="0"/>
                  <a:pt x="446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3910489" y="755070"/>
            <a:ext cx="187977" cy="162422"/>
          </a:xfrm>
          <a:custGeom>
            <a:avLst/>
            <a:gdLst/>
            <a:ahLst/>
            <a:cxnLst/>
            <a:rect l="l" t="t" r="r" b="b"/>
            <a:pathLst>
              <a:path w="7834" h="6769" extrusionOk="0">
                <a:moveTo>
                  <a:pt x="4420" y="0"/>
                </a:moveTo>
                <a:cubicBezTo>
                  <a:pt x="3604" y="0"/>
                  <a:pt x="2774" y="301"/>
                  <a:pt x="2102" y="974"/>
                </a:cubicBezTo>
                <a:cubicBezTo>
                  <a:pt x="0" y="3139"/>
                  <a:pt x="1465" y="6769"/>
                  <a:pt x="4458" y="6769"/>
                </a:cubicBezTo>
                <a:cubicBezTo>
                  <a:pt x="6369" y="6769"/>
                  <a:pt x="7833" y="5241"/>
                  <a:pt x="7833" y="3394"/>
                </a:cubicBezTo>
                <a:cubicBezTo>
                  <a:pt x="7833" y="1358"/>
                  <a:pt x="6155" y="0"/>
                  <a:pt x="44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2"/>
          <p:cNvSpPr/>
          <p:nvPr/>
        </p:nvSpPr>
        <p:spPr>
          <a:xfrm>
            <a:off x="1221034" y="4212030"/>
            <a:ext cx="276182" cy="199518"/>
          </a:xfrm>
          <a:custGeom>
            <a:avLst/>
            <a:gdLst/>
            <a:ahLst/>
            <a:cxnLst/>
            <a:rect l="l" t="t" r="r" b="b"/>
            <a:pathLst>
              <a:path w="11510" h="8315" extrusionOk="0">
                <a:moveTo>
                  <a:pt x="6004" y="1555"/>
                </a:moveTo>
                <a:cubicBezTo>
                  <a:pt x="7334" y="1555"/>
                  <a:pt x="8598" y="2583"/>
                  <a:pt x="8598" y="4141"/>
                </a:cubicBezTo>
                <a:cubicBezTo>
                  <a:pt x="8598" y="5542"/>
                  <a:pt x="7452" y="6688"/>
                  <a:pt x="6051" y="6752"/>
                </a:cubicBezTo>
                <a:cubicBezTo>
                  <a:pt x="3758" y="6752"/>
                  <a:pt x="2612" y="3950"/>
                  <a:pt x="4204" y="2294"/>
                </a:cubicBezTo>
                <a:cubicBezTo>
                  <a:pt x="4734" y="1784"/>
                  <a:pt x="5377" y="1555"/>
                  <a:pt x="6004" y="1555"/>
                </a:cubicBezTo>
                <a:close/>
                <a:moveTo>
                  <a:pt x="6130" y="1"/>
                </a:moveTo>
                <a:cubicBezTo>
                  <a:pt x="6104" y="1"/>
                  <a:pt x="6077" y="1"/>
                  <a:pt x="6051" y="2"/>
                </a:cubicBezTo>
                <a:cubicBezTo>
                  <a:pt x="4013" y="2"/>
                  <a:pt x="2293" y="1403"/>
                  <a:pt x="1975" y="3377"/>
                </a:cubicBezTo>
                <a:lnTo>
                  <a:pt x="1083" y="3377"/>
                </a:lnTo>
                <a:cubicBezTo>
                  <a:pt x="1" y="3377"/>
                  <a:pt x="1" y="4969"/>
                  <a:pt x="1083" y="4969"/>
                </a:cubicBezTo>
                <a:lnTo>
                  <a:pt x="1975" y="4969"/>
                </a:lnTo>
                <a:cubicBezTo>
                  <a:pt x="2367" y="7090"/>
                  <a:pt x="4189" y="8314"/>
                  <a:pt x="6051" y="8314"/>
                </a:cubicBezTo>
                <a:cubicBezTo>
                  <a:pt x="7208" y="8314"/>
                  <a:pt x="8380" y="7841"/>
                  <a:pt x="9235" y="6816"/>
                </a:cubicBezTo>
                <a:cubicBezTo>
                  <a:pt x="11510" y="4098"/>
                  <a:pt x="9583" y="1"/>
                  <a:pt x="61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2"/>
          <p:cNvSpPr/>
          <p:nvPr/>
        </p:nvSpPr>
        <p:spPr>
          <a:xfrm>
            <a:off x="-707421" y="2509753"/>
            <a:ext cx="195607" cy="1401284"/>
          </a:xfrm>
          <a:custGeom>
            <a:avLst/>
            <a:gdLst/>
            <a:ahLst/>
            <a:cxnLst/>
            <a:rect l="l" t="t" r="r" b="b"/>
            <a:pathLst>
              <a:path w="8152" h="58399" extrusionOk="0">
                <a:moveTo>
                  <a:pt x="5859" y="13438"/>
                </a:moveTo>
                <a:lnTo>
                  <a:pt x="6369" y="20634"/>
                </a:lnTo>
                <a:lnTo>
                  <a:pt x="1783" y="20634"/>
                </a:lnTo>
                <a:lnTo>
                  <a:pt x="2293" y="13438"/>
                </a:lnTo>
                <a:close/>
                <a:moveTo>
                  <a:pt x="4076" y="1"/>
                </a:moveTo>
                <a:lnTo>
                  <a:pt x="3376" y="1593"/>
                </a:lnTo>
                <a:cubicBezTo>
                  <a:pt x="2611" y="3312"/>
                  <a:pt x="0" y="8980"/>
                  <a:pt x="0" y="10254"/>
                </a:cubicBezTo>
                <a:cubicBezTo>
                  <a:pt x="64" y="11082"/>
                  <a:pt x="319" y="11909"/>
                  <a:pt x="765" y="12610"/>
                </a:cubicBezTo>
                <a:lnTo>
                  <a:pt x="191" y="20634"/>
                </a:lnTo>
                <a:lnTo>
                  <a:pt x="128" y="20634"/>
                </a:lnTo>
                <a:lnTo>
                  <a:pt x="128" y="21462"/>
                </a:lnTo>
                <a:lnTo>
                  <a:pt x="64" y="22226"/>
                </a:lnTo>
                <a:lnTo>
                  <a:pt x="128" y="22226"/>
                </a:lnTo>
                <a:lnTo>
                  <a:pt x="765" y="58399"/>
                </a:lnTo>
                <a:lnTo>
                  <a:pt x="7388" y="58399"/>
                </a:lnTo>
                <a:lnTo>
                  <a:pt x="8025" y="22163"/>
                </a:lnTo>
                <a:lnTo>
                  <a:pt x="8088" y="22163"/>
                </a:lnTo>
                <a:lnTo>
                  <a:pt x="8025" y="21398"/>
                </a:lnTo>
                <a:lnTo>
                  <a:pt x="8025" y="20571"/>
                </a:lnTo>
                <a:lnTo>
                  <a:pt x="7961" y="20571"/>
                </a:lnTo>
                <a:lnTo>
                  <a:pt x="7388" y="12546"/>
                </a:lnTo>
                <a:cubicBezTo>
                  <a:pt x="7833" y="11846"/>
                  <a:pt x="8088" y="11018"/>
                  <a:pt x="8152" y="10254"/>
                </a:cubicBezTo>
                <a:cubicBezTo>
                  <a:pt x="8152" y="8980"/>
                  <a:pt x="5605" y="3312"/>
                  <a:pt x="4840" y="1593"/>
                </a:cubicBezTo>
                <a:lnTo>
                  <a:pt x="407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2"/>
          <p:cNvSpPr/>
          <p:nvPr/>
        </p:nvSpPr>
        <p:spPr>
          <a:xfrm>
            <a:off x="3578878" y="1713623"/>
            <a:ext cx="779358" cy="716707"/>
          </a:xfrm>
          <a:custGeom>
            <a:avLst/>
            <a:gdLst/>
            <a:ahLst/>
            <a:cxnLst/>
            <a:rect l="l" t="t" r="r" b="b"/>
            <a:pathLst>
              <a:path w="32480" h="29869" extrusionOk="0">
                <a:moveTo>
                  <a:pt x="27258" y="1592"/>
                </a:moveTo>
                <a:cubicBezTo>
                  <a:pt x="29232" y="1592"/>
                  <a:pt x="30888" y="3248"/>
                  <a:pt x="30888" y="5222"/>
                </a:cubicBezTo>
                <a:lnTo>
                  <a:pt x="30888" y="16112"/>
                </a:lnTo>
                <a:cubicBezTo>
                  <a:pt x="30888" y="18086"/>
                  <a:pt x="29232" y="19679"/>
                  <a:pt x="27258" y="19679"/>
                </a:cubicBezTo>
                <a:lnTo>
                  <a:pt x="24328" y="19679"/>
                </a:lnTo>
                <a:lnTo>
                  <a:pt x="18151" y="25856"/>
                </a:lnTo>
                <a:lnTo>
                  <a:pt x="18406" y="19679"/>
                </a:lnTo>
                <a:lnTo>
                  <a:pt x="5223" y="19679"/>
                </a:lnTo>
                <a:cubicBezTo>
                  <a:pt x="3249" y="19679"/>
                  <a:pt x="1593" y="18086"/>
                  <a:pt x="1593" y="16112"/>
                </a:cubicBezTo>
                <a:lnTo>
                  <a:pt x="1593" y="5222"/>
                </a:lnTo>
                <a:cubicBezTo>
                  <a:pt x="1593" y="3248"/>
                  <a:pt x="3249" y="1592"/>
                  <a:pt x="5223" y="1592"/>
                </a:cubicBezTo>
                <a:close/>
                <a:moveTo>
                  <a:pt x="5223" y="0"/>
                </a:moveTo>
                <a:cubicBezTo>
                  <a:pt x="2357" y="0"/>
                  <a:pt x="1" y="2357"/>
                  <a:pt x="1" y="5222"/>
                </a:cubicBezTo>
                <a:lnTo>
                  <a:pt x="1" y="16112"/>
                </a:lnTo>
                <a:cubicBezTo>
                  <a:pt x="1" y="18978"/>
                  <a:pt x="2357" y="21271"/>
                  <a:pt x="5223" y="21271"/>
                </a:cubicBezTo>
                <a:lnTo>
                  <a:pt x="16750" y="21271"/>
                </a:lnTo>
                <a:lnTo>
                  <a:pt x="16431" y="29868"/>
                </a:lnTo>
                <a:lnTo>
                  <a:pt x="25029" y="21271"/>
                </a:lnTo>
                <a:lnTo>
                  <a:pt x="27258" y="21271"/>
                </a:lnTo>
                <a:cubicBezTo>
                  <a:pt x="30187" y="21271"/>
                  <a:pt x="32480" y="18978"/>
                  <a:pt x="32480" y="16112"/>
                </a:cubicBezTo>
                <a:lnTo>
                  <a:pt x="32480" y="5222"/>
                </a:lnTo>
                <a:cubicBezTo>
                  <a:pt x="32480" y="2357"/>
                  <a:pt x="30123" y="0"/>
                  <a:pt x="272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-1387439" y="827319"/>
            <a:ext cx="932182" cy="716707"/>
          </a:xfrm>
          <a:custGeom>
            <a:avLst/>
            <a:gdLst/>
            <a:ahLst/>
            <a:cxnLst/>
            <a:rect l="l" t="t" r="r" b="b"/>
            <a:pathLst>
              <a:path w="38849" h="29869" extrusionOk="0">
                <a:moveTo>
                  <a:pt x="33626" y="1593"/>
                </a:moveTo>
                <a:cubicBezTo>
                  <a:pt x="35600" y="1593"/>
                  <a:pt x="37256" y="3248"/>
                  <a:pt x="37256" y="5223"/>
                </a:cubicBezTo>
                <a:lnTo>
                  <a:pt x="37256" y="16113"/>
                </a:lnTo>
                <a:cubicBezTo>
                  <a:pt x="37256" y="18087"/>
                  <a:pt x="35600" y="19679"/>
                  <a:pt x="33626" y="19743"/>
                </a:cubicBezTo>
                <a:lnTo>
                  <a:pt x="30697" y="19743"/>
                </a:lnTo>
                <a:lnTo>
                  <a:pt x="24519" y="25856"/>
                </a:lnTo>
                <a:lnTo>
                  <a:pt x="24774" y="19679"/>
                </a:lnTo>
                <a:lnTo>
                  <a:pt x="5223" y="19679"/>
                </a:lnTo>
                <a:cubicBezTo>
                  <a:pt x="3249" y="19679"/>
                  <a:pt x="1593" y="18087"/>
                  <a:pt x="1593" y="16113"/>
                </a:cubicBezTo>
                <a:lnTo>
                  <a:pt x="1593" y="5223"/>
                </a:lnTo>
                <a:cubicBezTo>
                  <a:pt x="1593" y="3248"/>
                  <a:pt x="3249" y="1593"/>
                  <a:pt x="5223" y="1593"/>
                </a:cubicBezTo>
                <a:close/>
                <a:moveTo>
                  <a:pt x="5223" y="1"/>
                </a:moveTo>
                <a:cubicBezTo>
                  <a:pt x="2357" y="1"/>
                  <a:pt x="1" y="2357"/>
                  <a:pt x="1" y="5223"/>
                </a:cubicBezTo>
                <a:lnTo>
                  <a:pt x="1" y="16113"/>
                </a:lnTo>
                <a:cubicBezTo>
                  <a:pt x="1" y="18978"/>
                  <a:pt x="2357" y="21335"/>
                  <a:pt x="5223" y="21335"/>
                </a:cubicBezTo>
                <a:lnTo>
                  <a:pt x="23118" y="21335"/>
                </a:lnTo>
                <a:lnTo>
                  <a:pt x="22800" y="29868"/>
                </a:lnTo>
                <a:lnTo>
                  <a:pt x="31397" y="21335"/>
                </a:lnTo>
                <a:lnTo>
                  <a:pt x="33626" y="21335"/>
                </a:lnTo>
                <a:cubicBezTo>
                  <a:pt x="36556" y="21271"/>
                  <a:pt x="38848" y="18978"/>
                  <a:pt x="38848" y="16113"/>
                </a:cubicBezTo>
                <a:lnTo>
                  <a:pt x="38848" y="5223"/>
                </a:lnTo>
                <a:cubicBezTo>
                  <a:pt x="38848" y="2357"/>
                  <a:pt x="36556" y="1"/>
                  <a:pt x="33626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3328274" y="2971248"/>
            <a:ext cx="236879" cy="1473101"/>
          </a:xfrm>
          <a:custGeom>
            <a:avLst/>
            <a:gdLst/>
            <a:ahLst/>
            <a:cxnLst/>
            <a:rect l="l" t="t" r="r" b="b"/>
            <a:pathLst>
              <a:path w="9872" h="61392" extrusionOk="0">
                <a:moveTo>
                  <a:pt x="6751" y="16431"/>
                </a:moveTo>
                <a:lnTo>
                  <a:pt x="7261" y="23563"/>
                </a:lnTo>
                <a:lnTo>
                  <a:pt x="2675" y="23563"/>
                </a:lnTo>
                <a:lnTo>
                  <a:pt x="3121" y="16431"/>
                </a:lnTo>
                <a:close/>
                <a:moveTo>
                  <a:pt x="4522" y="0"/>
                </a:moveTo>
                <a:cubicBezTo>
                  <a:pt x="3312" y="2229"/>
                  <a:pt x="1" y="8661"/>
                  <a:pt x="1" y="10890"/>
                </a:cubicBezTo>
                <a:cubicBezTo>
                  <a:pt x="1" y="12482"/>
                  <a:pt x="765" y="13947"/>
                  <a:pt x="1975" y="14902"/>
                </a:cubicBezTo>
                <a:lnTo>
                  <a:pt x="1657" y="14902"/>
                </a:lnTo>
                <a:lnTo>
                  <a:pt x="1020" y="23627"/>
                </a:lnTo>
                <a:lnTo>
                  <a:pt x="956" y="23627"/>
                </a:lnTo>
                <a:lnTo>
                  <a:pt x="956" y="24455"/>
                </a:lnTo>
                <a:lnTo>
                  <a:pt x="956" y="25219"/>
                </a:lnTo>
                <a:lnTo>
                  <a:pt x="1020" y="25219"/>
                </a:lnTo>
                <a:lnTo>
                  <a:pt x="1593" y="61391"/>
                </a:lnTo>
                <a:lnTo>
                  <a:pt x="8216" y="61391"/>
                </a:lnTo>
                <a:lnTo>
                  <a:pt x="8853" y="25219"/>
                </a:lnTo>
                <a:lnTo>
                  <a:pt x="8916" y="25219"/>
                </a:lnTo>
                <a:lnTo>
                  <a:pt x="8853" y="24455"/>
                </a:lnTo>
                <a:lnTo>
                  <a:pt x="8853" y="23627"/>
                </a:lnTo>
                <a:lnTo>
                  <a:pt x="8789" y="23627"/>
                </a:lnTo>
                <a:lnTo>
                  <a:pt x="8216" y="14902"/>
                </a:lnTo>
                <a:lnTo>
                  <a:pt x="7834" y="14902"/>
                </a:lnTo>
                <a:cubicBezTo>
                  <a:pt x="9108" y="13947"/>
                  <a:pt x="9872" y="12482"/>
                  <a:pt x="9872" y="10890"/>
                </a:cubicBezTo>
                <a:cubicBezTo>
                  <a:pt x="9872" y="8661"/>
                  <a:pt x="6560" y="2229"/>
                  <a:pt x="5350" y="0"/>
                </a:cubicBezTo>
                <a:lnTo>
                  <a:pt x="5350" y="9553"/>
                </a:lnTo>
                <a:cubicBezTo>
                  <a:pt x="7261" y="10062"/>
                  <a:pt x="6879" y="12801"/>
                  <a:pt x="4904" y="12801"/>
                </a:cubicBezTo>
                <a:cubicBezTo>
                  <a:pt x="2994" y="12801"/>
                  <a:pt x="2612" y="10062"/>
                  <a:pt x="4522" y="9553"/>
                </a:cubicBezTo>
                <a:lnTo>
                  <a:pt x="45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2"/>
          <p:cNvSpPr/>
          <p:nvPr/>
        </p:nvSpPr>
        <p:spPr>
          <a:xfrm>
            <a:off x="3759681" y="2919947"/>
            <a:ext cx="126382" cy="71193"/>
          </a:xfrm>
          <a:custGeom>
            <a:avLst/>
            <a:gdLst/>
            <a:ahLst/>
            <a:cxnLst/>
            <a:rect l="l" t="t" r="r" b="b"/>
            <a:pathLst>
              <a:path w="5267" h="2967" extrusionOk="0">
                <a:moveTo>
                  <a:pt x="1179" y="1"/>
                </a:moveTo>
                <a:cubicBezTo>
                  <a:pt x="396" y="1"/>
                  <a:pt x="0" y="1235"/>
                  <a:pt x="936" y="1565"/>
                </a:cubicBezTo>
                <a:cubicBezTo>
                  <a:pt x="1891" y="1947"/>
                  <a:pt x="2846" y="2329"/>
                  <a:pt x="3802" y="2839"/>
                </a:cubicBezTo>
                <a:cubicBezTo>
                  <a:pt x="3865" y="2902"/>
                  <a:pt x="3993" y="2966"/>
                  <a:pt x="4120" y="2966"/>
                </a:cubicBezTo>
                <a:cubicBezTo>
                  <a:pt x="4948" y="2966"/>
                  <a:pt x="5266" y="1820"/>
                  <a:pt x="4502" y="1438"/>
                </a:cubicBezTo>
                <a:cubicBezTo>
                  <a:pt x="3547" y="928"/>
                  <a:pt x="2528" y="482"/>
                  <a:pt x="1573" y="100"/>
                </a:cubicBezTo>
                <a:cubicBezTo>
                  <a:pt x="1434" y="31"/>
                  <a:pt x="1302" y="1"/>
                  <a:pt x="117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2"/>
          <p:cNvSpPr/>
          <p:nvPr/>
        </p:nvSpPr>
        <p:spPr>
          <a:xfrm>
            <a:off x="4206947" y="3632911"/>
            <a:ext cx="151288" cy="169645"/>
          </a:xfrm>
          <a:custGeom>
            <a:avLst/>
            <a:gdLst/>
            <a:ahLst/>
            <a:cxnLst/>
            <a:rect l="l" t="t" r="r" b="b"/>
            <a:pathLst>
              <a:path w="6305" h="7070" extrusionOk="0">
                <a:moveTo>
                  <a:pt x="3121" y="0"/>
                </a:moveTo>
                <a:cubicBezTo>
                  <a:pt x="2675" y="0"/>
                  <a:pt x="2293" y="319"/>
                  <a:pt x="2293" y="765"/>
                </a:cubicBezTo>
                <a:lnTo>
                  <a:pt x="0" y="765"/>
                </a:lnTo>
                <a:lnTo>
                  <a:pt x="0" y="7069"/>
                </a:lnTo>
                <a:lnTo>
                  <a:pt x="6305" y="7069"/>
                </a:lnTo>
                <a:lnTo>
                  <a:pt x="6305" y="828"/>
                </a:lnTo>
                <a:lnTo>
                  <a:pt x="3885" y="828"/>
                </a:lnTo>
                <a:lnTo>
                  <a:pt x="3885" y="765"/>
                </a:lnTo>
                <a:cubicBezTo>
                  <a:pt x="3885" y="319"/>
                  <a:pt x="3566" y="0"/>
                  <a:pt x="312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3902835" y="2990972"/>
            <a:ext cx="301065" cy="314934"/>
          </a:xfrm>
          <a:custGeom>
            <a:avLst/>
            <a:gdLst/>
            <a:ahLst/>
            <a:cxnLst/>
            <a:rect l="l" t="t" r="r" b="b"/>
            <a:pathLst>
              <a:path w="12547" h="13125" extrusionOk="0">
                <a:moveTo>
                  <a:pt x="920" y="1"/>
                </a:moveTo>
                <a:cubicBezTo>
                  <a:pt x="664" y="1"/>
                  <a:pt x="420" y="141"/>
                  <a:pt x="256" y="388"/>
                </a:cubicBezTo>
                <a:cubicBezTo>
                  <a:pt x="1" y="707"/>
                  <a:pt x="128" y="1216"/>
                  <a:pt x="510" y="1471"/>
                </a:cubicBezTo>
                <a:cubicBezTo>
                  <a:pt x="1338" y="2044"/>
                  <a:pt x="2166" y="2617"/>
                  <a:pt x="2994" y="3318"/>
                </a:cubicBezTo>
                <a:cubicBezTo>
                  <a:pt x="3121" y="3381"/>
                  <a:pt x="3312" y="3445"/>
                  <a:pt x="3504" y="3445"/>
                </a:cubicBezTo>
                <a:lnTo>
                  <a:pt x="3567" y="3445"/>
                </a:lnTo>
                <a:lnTo>
                  <a:pt x="3567" y="9049"/>
                </a:lnTo>
                <a:lnTo>
                  <a:pt x="9490" y="9049"/>
                </a:lnTo>
                <a:cubicBezTo>
                  <a:pt x="9171" y="9304"/>
                  <a:pt x="9108" y="9750"/>
                  <a:pt x="9299" y="10068"/>
                </a:cubicBezTo>
                <a:cubicBezTo>
                  <a:pt x="9936" y="10960"/>
                  <a:pt x="10445" y="11851"/>
                  <a:pt x="10955" y="12743"/>
                </a:cubicBezTo>
                <a:cubicBezTo>
                  <a:pt x="11082" y="12998"/>
                  <a:pt x="11337" y="13125"/>
                  <a:pt x="11655" y="13125"/>
                </a:cubicBezTo>
                <a:cubicBezTo>
                  <a:pt x="11782" y="13125"/>
                  <a:pt x="11910" y="13125"/>
                  <a:pt x="12037" y="12998"/>
                </a:cubicBezTo>
                <a:cubicBezTo>
                  <a:pt x="12419" y="12807"/>
                  <a:pt x="12547" y="12361"/>
                  <a:pt x="12356" y="11915"/>
                </a:cubicBezTo>
                <a:cubicBezTo>
                  <a:pt x="11846" y="11023"/>
                  <a:pt x="11273" y="10068"/>
                  <a:pt x="10636" y="9177"/>
                </a:cubicBezTo>
                <a:cubicBezTo>
                  <a:pt x="10445" y="8922"/>
                  <a:pt x="10190" y="8858"/>
                  <a:pt x="9872" y="8858"/>
                </a:cubicBezTo>
                <a:lnTo>
                  <a:pt x="9872" y="2744"/>
                </a:lnTo>
                <a:lnTo>
                  <a:pt x="4268" y="2744"/>
                </a:lnTo>
                <a:cubicBezTo>
                  <a:pt x="4268" y="2490"/>
                  <a:pt x="4204" y="2235"/>
                  <a:pt x="4013" y="2044"/>
                </a:cubicBezTo>
                <a:cubicBezTo>
                  <a:pt x="3121" y="1407"/>
                  <a:pt x="2230" y="707"/>
                  <a:pt x="1338" y="133"/>
                </a:cubicBezTo>
                <a:cubicBezTo>
                  <a:pt x="1203" y="43"/>
                  <a:pt x="1060" y="1"/>
                  <a:pt x="9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3358844" y="2801628"/>
            <a:ext cx="234863" cy="151288"/>
          </a:xfrm>
          <a:custGeom>
            <a:avLst/>
            <a:gdLst/>
            <a:ahLst/>
            <a:cxnLst/>
            <a:rect l="l" t="t" r="r" b="b"/>
            <a:pathLst>
              <a:path w="9788" h="6305" extrusionOk="0">
                <a:moveTo>
                  <a:pt x="0" y="0"/>
                </a:moveTo>
                <a:lnTo>
                  <a:pt x="0" y="6305"/>
                </a:lnTo>
                <a:lnTo>
                  <a:pt x="6305" y="6305"/>
                </a:lnTo>
                <a:lnTo>
                  <a:pt x="6305" y="4140"/>
                </a:lnTo>
                <a:cubicBezTo>
                  <a:pt x="7133" y="4140"/>
                  <a:pt x="7834" y="4203"/>
                  <a:pt x="8598" y="4267"/>
                </a:cubicBezTo>
                <a:lnTo>
                  <a:pt x="8725" y="4267"/>
                </a:lnTo>
                <a:cubicBezTo>
                  <a:pt x="8745" y="4268"/>
                  <a:pt x="8765" y="4269"/>
                  <a:pt x="8784" y="4269"/>
                </a:cubicBezTo>
                <a:cubicBezTo>
                  <a:pt x="9746" y="4269"/>
                  <a:pt x="9788" y="2737"/>
                  <a:pt x="8789" y="2675"/>
                </a:cubicBezTo>
                <a:cubicBezTo>
                  <a:pt x="7961" y="2611"/>
                  <a:pt x="7133" y="2548"/>
                  <a:pt x="6305" y="2548"/>
                </a:cubicBezTo>
                <a:lnTo>
                  <a:pt x="630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2"/>
          <p:cNvSpPr/>
          <p:nvPr/>
        </p:nvSpPr>
        <p:spPr>
          <a:xfrm>
            <a:off x="4240660" y="3481406"/>
            <a:ext cx="56460" cy="113328"/>
          </a:xfrm>
          <a:custGeom>
            <a:avLst/>
            <a:gdLst/>
            <a:ahLst/>
            <a:cxnLst/>
            <a:rect l="l" t="t" r="r" b="b"/>
            <a:pathLst>
              <a:path w="2353" h="4723" extrusionOk="0">
                <a:moveTo>
                  <a:pt x="968" y="1"/>
                </a:moveTo>
                <a:cubicBezTo>
                  <a:pt x="491" y="1"/>
                  <a:pt x="1" y="395"/>
                  <a:pt x="187" y="1029"/>
                </a:cubicBezTo>
                <a:cubicBezTo>
                  <a:pt x="378" y="1984"/>
                  <a:pt x="569" y="3003"/>
                  <a:pt x="697" y="4022"/>
                </a:cubicBezTo>
                <a:cubicBezTo>
                  <a:pt x="760" y="4404"/>
                  <a:pt x="1079" y="4722"/>
                  <a:pt x="1524" y="4722"/>
                </a:cubicBezTo>
                <a:lnTo>
                  <a:pt x="1588" y="4722"/>
                </a:lnTo>
                <a:cubicBezTo>
                  <a:pt x="2034" y="4659"/>
                  <a:pt x="2352" y="4276"/>
                  <a:pt x="2289" y="3831"/>
                </a:cubicBezTo>
                <a:cubicBezTo>
                  <a:pt x="2161" y="2748"/>
                  <a:pt x="1970" y="1729"/>
                  <a:pt x="1716" y="646"/>
                </a:cubicBezTo>
                <a:cubicBezTo>
                  <a:pt x="1636" y="198"/>
                  <a:pt x="1306" y="1"/>
                  <a:pt x="9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2"/>
          <p:cNvSpPr/>
          <p:nvPr/>
        </p:nvSpPr>
        <p:spPr>
          <a:xfrm>
            <a:off x="3623197" y="2875820"/>
            <a:ext cx="116160" cy="57252"/>
          </a:xfrm>
          <a:custGeom>
            <a:avLst/>
            <a:gdLst/>
            <a:ahLst/>
            <a:cxnLst/>
            <a:rect l="l" t="t" r="r" b="b"/>
            <a:pathLst>
              <a:path w="4841" h="2386" extrusionOk="0">
                <a:moveTo>
                  <a:pt x="759" y="0"/>
                </a:moveTo>
                <a:cubicBezTo>
                  <a:pt x="402" y="0"/>
                  <a:pt x="118" y="287"/>
                  <a:pt x="64" y="666"/>
                </a:cubicBezTo>
                <a:cubicBezTo>
                  <a:pt x="1" y="1111"/>
                  <a:pt x="255" y="1557"/>
                  <a:pt x="701" y="1621"/>
                </a:cubicBezTo>
                <a:cubicBezTo>
                  <a:pt x="1720" y="1812"/>
                  <a:pt x="2739" y="2067"/>
                  <a:pt x="3694" y="2385"/>
                </a:cubicBezTo>
                <a:lnTo>
                  <a:pt x="3949" y="2385"/>
                </a:lnTo>
                <a:cubicBezTo>
                  <a:pt x="4268" y="2321"/>
                  <a:pt x="4586" y="2130"/>
                  <a:pt x="4713" y="1812"/>
                </a:cubicBezTo>
                <a:cubicBezTo>
                  <a:pt x="4841" y="1366"/>
                  <a:pt x="4586" y="920"/>
                  <a:pt x="4140" y="793"/>
                </a:cubicBezTo>
                <a:cubicBezTo>
                  <a:pt x="3121" y="475"/>
                  <a:pt x="2102" y="220"/>
                  <a:pt x="956" y="29"/>
                </a:cubicBezTo>
                <a:cubicBezTo>
                  <a:pt x="889" y="10"/>
                  <a:pt x="823" y="0"/>
                  <a:pt x="75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4191423" y="3335613"/>
            <a:ext cx="73593" cy="110881"/>
          </a:xfrm>
          <a:custGeom>
            <a:avLst/>
            <a:gdLst/>
            <a:ahLst/>
            <a:cxnLst/>
            <a:rect l="l" t="t" r="r" b="b"/>
            <a:pathLst>
              <a:path w="3067" h="4621" extrusionOk="0">
                <a:moveTo>
                  <a:pt x="1048" y="1"/>
                </a:moveTo>
                <a:cubicBezTo>
                  <a:pt x="518" y="1"/>
                  <a:pt x="0" y="525"/>
                  <a:pt x="329" y="1182"/>
                </a:cubicBezTo>
                <a:cubicBezTo>
                  <a:pt x="711" y="2074"/>
                  <a:pt x="1093" y="3092"/>
                  <a:pt x="1411" y="4048"/>
                </a:cubicBezTo>
                <a:cubicBezTo>
                  <a:pt x="1539" y="4366"/>
                  <a:pt x="1857" y="4621"/>
                  <a:pt x="2175" y="4621"/>
                </a:cubicBezTo>
                <a:cubicBezTo>
                  <a:pt x="2239" y="4621"/>
                  <a:pt x="2366" y="4621"/>
                  <a:pt x="2430" y="4557"/>
                </a:cubicBezTo>
                <a:cubicBezTo>
                  <a:pt x="2812" y="4430"/>
                  <a:pt x="3067" y="3984"/>
                  <a:pt x="2940" y="3538"/>
                </a:cubicBezTo>
                <a:cubicBezTo>
                  <a:pt x="2621" y="2519"/>
                  <a:pt x="2239" y="1500"/>
                  <a:pt x="1793" y="545"/>
                </a:cubicBezTo>
                <a:cubicBezTo>
                  <a:pt x="1635" y="160"/>
                  <a:pt x="1340" y="1"/>
                  <a:pt x="104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-1914609" y="1987070"/>
            <a:ext cx="215475" cy="415737"/>
          </a:xfrm>
          <a:custGeom>
            <a:avLst/>
            <a:gdLst/>
            <a:ahLst/>
            <a:cxnLst/>
            <a:rect l="l" t="t" r="r" b="b"/>
            <a:pathLst>
              <a:path w="8980" h="17326" extrusionOk="0">
                <a:moveTo>
                  <a:pt x="5509" y="0"/>
                </a:moveTo>
                <a:cubicBezTo>
                  <a:pt x="5187" y="0"/>
                  <a:pt x="4877" y="174"/>
                  <a:pt x="4776" y="577"/>
                </a:cubicBezTo>
                <a:cubicBezTo>
                  <a:pt x="4458" y="1659"/>
                  <a:pt x="4267" y="2742"/>
                  <a:pt x="4076" y="3761"/>
                </a:cubicBezTo>
                <a:cubicBezTo>
                  <a:pt x="4012" y="4079"/>
                  <a:pt x="4076" y="4334"/>
                  <a:pt x="4331" y="4525"/>
                </a:cubicBezTo>
                <a:lnTo>
                  <a:pt x="0" y="8856"/>
                </a:lnTo>
                <a:lnTo>
                  <a:pt x="4012" y="12868"/>
                </a:lnTo>
                <a:cubicBezTo>
                  <a:pt x="3757" y="12995"/>
                  <a:pt x="3694" y="13250"/>
                  <a:pt x="3694" y="13505"/>
                </a:cubicBezTo>
                <a:cubicBezTo>
                  <a:pt x="3821" y="14587"/>
                  <a:pt x="4012" y="15670"/>
                  <a:pt x="4203" y="16689"/>
                </a:cubicBezTo>
                <a:cubicBezTo>
                  <a:pt x="4267" y="17071"/>
                  <a:pt x="4585" y="17326"/>
                  <a:pt x="4967" y="17326"/>
                </a:cubicBezTo>
                <a:lnTo>
                  <a:pt x="5158" y="17326"/>
                </a:lnTo>
                <a:cubicBezTo>
                  <a:pt x="5541" y="17262"/>
                  <a:pt x="5859" y="16816"/>
                  <a:pt x="5732" y="16434"/>
                </a:cubicBezTo>
                <a:cubicBezTo>
                  <a:pt x="5541" y="15415"/>
                  <a:pt x="5413" y="14396"/>
                  <a:pt x="5286" y="13377"/>
                </a:cubicBezTo>
                <a:cubicBezTo>
                  <a:pt x="5222" y="13123"/>
                  <a:pt x="5158" y="12932"/>
                  <a:pt x="4967" y="12804"/>
                </a:cubicBezTo>
                <a:lnTo>
                  <a:pt x="8979" y="8856"/>
                </a:lnTo>
                <a:lnTo>
                  <a:pt x="4776" y="4716"/>
                </a:lnTo>
                <a:lnTo>
                  <a:pt x="4840" y="4716"/>
                </a:lnTo>
                <a:cubicBezTo>
                  <a:pt x="5222" y="4716"/>
                  <a:pt x="5541" y="4462"/>
                  <a:pt x="5668" y="4079"/>
                </a:cubicBezTo>
                <a:cubicBezTo>
                  <a:pt x="5859" y="3061"/>
                  <a:pt x="6050" y="2042"/>
                  <a:pt x="6368" y="1023"/>
                </a:cubicBezTo>
                <a:cubicBezTo>
                  <a:pt x="6522" y="407"/>
                  <a:pt x="6001" y="0"/>
                  <a:pt x="5509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2"/>
          <p:cNvSpPr/>
          <p:nvPr/>
        </p:nvSpPr>
        <p:spPr>
          <a:xfrm>
            <a:off x="-1742565" y="2580202"/>
            <a:ext cx="87750" cy="103778"/>
          </a:xfrm>
          <a:custGeom>
            <a:avLst/>
            <a:gdLst/>
            <a:ahLst/>
            <a:cxnLst/>
            <a:rect l="l" t="t" r="r" b="b"/>
            <a:pathLst>
              <a:path w="3657" h="4325" extrusionOk="0">
                <a:moveTo>
                  <a:pt x="1064" y="1"/>
                </a:moveTo>
                <a:cubicBezTo>
                  <a:pt x="528" y="1"/>
                  <a:pt x="1" y="559"/>
                  <a:pt x="345" y="1204"/>
                </a:cubicBezTo>
                <a:cubicBezTo>
                  <a:pt x="918" y="2159"/>
                  <a:pt x="1427" y="3051"/>
                  <a:pt x="2064" y="3942"/>
                </a:cubicBezTo>
                <a:cubicBezTo>
                  <a:pt x="2192" y="4197"/>
                  <a:pt x="2446" y="4325"/>
                  <a:pt x="2701" y="4325"/>
                </a:cubicBezTo>
                <a:cubicBezTo>
                  <a:pt x="2892" y="4325"/>
                  <a:pt x="3019" y="4261"/>
                  <a:pt x="3147" y="4197"/>
                </a:cubicBezTo>
                <a:cubicBezTo>
                  <a:pt x="3529" y="3942"/>
                  <a:pt x="3656" y="3433"/>
                  <a:pt x="3402" y="3051"/>
                </a:cubicBezTo>
                <a:cubicBezTo>
                  <a:pt x="2828" y="2223"/>
                  <a:pt x="2255" y="1331"/>
                  <a:pt x="1746" y="440"/>
                </a:cubicBezTo>
                <a:cubicBezTo>
                  <a:pt x="1580" y="130"/>
                  <a:pt x="1321" y="1"/>
                  <a:pt x="1064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2"/>
          <p:cNvSpPr/>
          <p:nvPr/>
        </p:nvSpPr>
        <p:spPr>
          <a:xfrm>
            <a:off x="-1796962" y="2440191"/>
            <a:ext cx="68794" cy="109321"/>
          </a:xfrm>
          <a:custGeom>
            <a:avLst/>
            <a:gdLst/>
            <a:ahLst/>
            <a:cxnLst/>
            <a:rect l="l" t="t" r="r" b="b"/>
            <a:pathLst>
              <a:path w="2867" h="4556" extrusionOk="0">
                <a:moveTo>
                  <a:pt x="908" y="1"/>
                </a:moveTo>
                <a:cubicBezTo>
                  <a:pt x="839" y="1"/>
                  <a:pt x="769" y="11"/>
                  <a:pt x="701" y="34"/>
                </a:cubicBezTo>
                <a:cubicBezTo>
                  <a:pt x="255" y="161"/>
                  <a:pt x="1" y="607"/>
                  <a:pt x="128" y="989"/>
                </a:cubicBezTo>
                <a:cubicBezTo>
                  <a:pt x="446" y="2072"/>
                  <a:pt x="829" y="3091"/>
                  <a:pt x="1274" y="4046"/>
                </a:cubicBezTo>
                <a:cubicBezTo>
                  <a:pt x="1402" y="4364"/>
                  <a:pt x="1656" y="4555"/>
                  <a:pt x="1975" y="4555"/>
                </a:cubicBezTo>
                <a:cubicBezTo>
                  <a:pt x="2102" y="4555"/>
                  <a:pt x="2230" y="4555"/>
                  <a:pt x="2293" y="4492"/>
                </a:cubicBezTo>
                <a:cubicBezTo>
                  <a:pt x="2675" y="4301"/>
                  <a:pt x="2866" y="3855"/>
                  <a:pt x="2675" y="3473"/>
                </a:cubicBezTo>
                <a:cubicBezTo>
                  <a:pt x="2293" y="2517"/>
                  <a:pt x="1911" y="1499"/>
                  <a:pt x="1656" y="543"/>
                </a:cubicBezTo>
                <a:cubicBezTo>
                  <a:pt x="1552" y="229"/>
                  <a:pt x="1231" y="1"/>
                  <a:pt x="908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-1778629" y="1845187"/>
            <a:ext cx="77552" cy="108361"/>
          </a:xfrm>
          <a:custGeom>
            <a:avLst/>
            <a:gdLst/>
            <a:ahLst/>
            <a:cxnLst/>
            <a:rect l="l" t="t" r="r" b="b"/>
            <a:pathLst>
              <a:path w="3232" h="4516" extrusionOk="0">
                <a:moveTo>
                  <a:pt x="2170" y="1"/>
                </a:moveTo>
                <a:cubicBezTo>
                  <a:pt x="1919" y="1"/>
                  <a:pt x="1674" y="130"/>
                  <a:pt x="1529" y="440"/>
                </a:cubicBezTo>
                <a:cubicBezTo>
                  <a:pt x="1020" y="1395"/>
                  <a:pt x="574" y="2414"/>
                  <a:pt x="192" y="3433"/>
                </a:cubicBezTo>
                <a:cubicBezTo>
                  <a:pt x="1" y="3815"/>
                  <a:pt x="192" y="4325"/>
                  <a:pt x="638" y="4516"/>
                </a:cubicBezTo>
                <a:lnTo>
                  <a:pt x="892" y="4516"/>
                </a:lnTo>
                <a:cubicBezTo>
                  <a:pt x="1211" y="4516"/>
                  <a:pt x="1529" y="4325"/>
                  <a:pt x="1657" y="4006"/>
                </a:cubicBezTo>
                <a:cubicBezTo>
                  <a:pt x="2039" y="3051"/>
                  <a:pt x="2421" y="2096"/>
                  <a:pt x="2930" y="1204"/>
                </a:cubicBezTo>
                <a:cubicBezTo>
                  <a:pt x="3231" y="559"/>
                  <a:pt x="2690" y="1"/>
                  <a:pt x="2170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-1647209" y="1518015"/>
            <a:ext cx="213963" cy="213963"/>
          </a:xfrm>
          <a:custGeom>
            <a:avLst/>
            <a:gdLst/>
            <a:ahLst/>
            <a:cxnLst/>
            <a:rect l="l" t="t" r="r" b="b"/>
            <a:pathLst>
              <a:path w="8917" h="8917" extrusionOk="0">
                <a:moveTo>
                  <a:pt x="4459" y="1"/>
                </a:moveTo>
                <a:lnTo>
                  <a:pt x="1" y="4459"/>
                </a:lnTo>
                <a:lnTo>
                  <a:pt x="1656" y="6114"/>
                </a:lnTo>
                <a:lnTo>
                  <a:pt x="1656" y="6178"/>
                </a:lnTo>
                <a:cubicBezTo>
                  <a:pt x="1338" y="6496"/>
                  <a:pt x="1338" y="7006"/>
                  <a:pt x="1656" y="7324"/>
                </a:cubicBezTo>
                <a:cubicBezTo>
                  <a:pt x="1784" y="7452"/>
                  <a:pt x="1975" y="7515"/>
                  <a:pt x="2230" y="7515"/>
                </a:cubicBezTo>
                <a:cubicBezTo>
                  <a:pt x="2421" y="7515"/>
                  <a:pt x="2612" y="7452"/>
                  <a:pt x="2803" y="7261"/>
                </a:cubicBezTo>
                <a:lnTo>
                  <a:pt x="4459" y="8916"/>
                </a:lnTo>
                <a:lnTo>
                  <a:pt x="8916" y="4459"/>
                </a:lnTo>
                <a:lnTo>
                  <a:pt x="4459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-1709860" y="1717486"/>
            <a:ext cx="87126" cy="100059"/>
          </a:xfrm>
          <a:custGeom>
            <a:avLst/>
            <a:gdLst/>
            <a:ahLst/>
            <a:cxnLst/>
            <a:rect l="l" t="t" r="r" b="b"/>
            <a:pathLst>
              <a:path w="3631" h="4170" extrusionOk="0">
                <a:moveTo>
                  <a:pt x="2782" y="0"/>
                </a:moveTo>
                <a:cubicBezTo>
                  <a:pt x="2549" y="0"/>
                  <a:pt x="2314" y="100"/>
                  <a:pt x="2166" y="285"/>
                </a:cubicBezTo>
                <a:cubicBezTo>
                  <a:pt x="1465" y="1113"/>
                  <a:pt x="829" y="2005"/>
                  <a:pt x="255" y="2960"/>
                </a:cubicBezTo>
                <a:cubicBezTo>
                  <a:pt x="1" y="3342"/>
                  <a:pt x="128" y="3788"/>
                  <a:pt x="510" y="4042"/>
                </a:cubicBezTo>
                <a:cubicBezTo>
                  <a:pt x="637" y="4106"/>
                  <a:pt x="765" y="4170"/>
                  <a:pt x="892" y="4170"/>
                </a:cubicBezTo>
                <a:cubicBezTo>
                  <a:pt x="1211" y="4170"/>
                  <a:pt x="1465" y="4042"/>
                  <a:pt x="1593" y="3788"/>
                </a:cubicBezTo>
                <a:cubicBezTo>
                  <a:pt x="2166" y="2960"/>
                  <a:pt x="2739" y="2068"/>
                  <a:pt x="3376" y="1304"/>
                </a:cubicBezTo>
                <a:cubicBezTo>
                  <a:pt x="3631" y="922"/>
                  <a:pt x="3567" y="412"/>
                  <a:pt x="3249" y="158"/>
                </a:cubicBezTo>
                <a:cubicBezTo>
                  <a:pt x="3116" y="51"/>
                  <a:pt x="2949" y="0"/>
                  <a:pt x="278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-1658918" y="2705552"/>
            <a:ext cx="222626" cy="225985"/>
          </a:xfrm>
          <a:custGeom>
            <a:avLst/>
            <a:gdLst/>
            <a:ahLst/>
            <a:cxnLst/>
            <a:rect l="l" t="t" r="r" b="b"/>
            <a:pathLst>
              <a:path w="9278" h="9418" extrusionOk="0">
                <a:moveTo>
                  <a:pt x="1102" y="1"/>
                </a:moveTo>
                <a:cubicBezTo>
                  <a:pt x="511" y="1"/>
                  <a:pt x="0" y="732"/>
                  <a:pt x="552" y="1330"/>
                </a:cubicBezTo>
                <a:cubicBezTo>
                  <a:pt x="1062" y="1966"/>
                  <a:pt x="1635" y="2603"/>
                  <a:pt x="2144" y="3176"/>
                </a:cubicBezTo>
                <a:lnTo>
                  <a:pt x="361" y="4959"/>
                </a:lnTo>
                <a:lnTo>
                  <a:pt x="4819" y="9417"/>
                </a:lnTo>
                <a:lnTo>
                  <a:pt x="9277" y="4959"/>
                </a:lnTo>
                <a:lnTo>
                  <a:pt x="4819" y="502"/>
                </a:lnTo>
                <a:lnTo>
                  <a:pt x="3291" y="2094"/>
                </a:lnTo>
                <a:cubicBezTo>
                  <a:pt x="2781" y="1521"/>
                  <a:pt x="2272" y="947"/>
                  <a:pt x="1762" y="374"/>
                </a:cubicBezTo>
                <a:cubicBezTo>
                  <a:pt x="1568" y="109"/>
                  <a:pt x="1329" y="1"/>
                  <a:pt x="110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-828907" y="4537210"/>
            <a:ext cx="309464" cy="315150"/>
          </a:xfrm>
          <a:custGeom>
            <a:avLst/>
            <a:gdLst/>
            <a:ahLst/>
            <a:cxnLst/>
            <a:rect l="l" t="t" r="r" b="b"/>
            <a:pathLst>
              <a:path w="12897" h="13134" extrusionOk="0">
                <a:moveTo>
                  <a:pt x="1070" y="1"/>
                </a:moveTo>
                <a:cubicBezTo>
                  <a:pt x="523" y="1"/>
                  <a:pt x="0" y="567"/>
                  <a:pt x="351" y="1224"/>
                </a:cubicBezTo>
                <a:cubicBezTo>
                  <a:pt x="860" y="2179"/>
                  <a:pt x="1433" y="3071"/>
                  <a:pt x="2070" y="3963"/>
                </a:cubicBezTo>
                <a:cubicBezTo>
                  <a:pt x="2198" y="4154"/>
                  <a:pt x="2452" y="4281"/>
                  <a:pt x="2707" y="4345"/>
                </a:cubicBezTo>
                <a:lnTo>
                  <a:pt x="2834" y="4345"/>
                </a:lnTo>
                <a:lnTo>
                  <a:pt x="2834" y="10458"/>
                </a:lnTo>
                <a:lnTo>
                  <a:pt x="8439" y="10458"/>
                </a:lnTo>
                <a:cubicBezTo>
                  <a:pt x="8439" y="10713"/>
                  <a:pt x="8502" y="10968"/>
                  <a:pt x="8693" y="11095"/>
                </a:cubicBezTo>
                <a:cubicBezTo>
                  <a:pt x="9585" y="11796"/>
                  <a:pt x="10476" y="12433"/>
                  <a:pt x="11368" y="13006"/>
                </a:cubicBezTo>
                <a:cubicBezTo>
                  <a:pt x="11495" y="13133"/>
                  <a:pt x="11623" y="13133"/>
                  <a:pt x="11814" y="13133"/>
                </a:cubicBezTo>
                <a:cubicBezTo>
                  <a:pt x="12578" y="13133"/>
                  <a:pt x="12896" y="12114"/>
                  <a:pt x="12196" y="11732"/>
                </a:cubicBezTo>
                <a:lnTo>
                  <a:pt x="12196" y="11668"/>
                </a:lnTo>
                <a:cubicBezTo>
                  <a:pt x="11368" y="11095"/>
                  <a:pt x="10540" y="10458"/>
                  <a:pt x="9712" y="9822"/>
                </a:cubicBezTo>
                <a:cubicBezTo>
                  <a:pt x="9572" y="9728"/>
                  <a:pt x="9433" y="9669"/>
                  <a:pt x="9268" y="9669"/>
                </a:cubicBezTo>
                <a:cubicBezTo>
                  <a:pt x="9207" y="9669"/>
                  <a:pt x="9144" y="9677"/>
                  <a:pt x="9075" y="9694"/>
                </a:cubicBezTo>
                <a:lnTo>
                  <a:pt x="9075" y="4090"/>
                </a:lnTo>
                <a:lnTo>
                  <a:pt x="3217" y="4090"/>
                </a:lnTo>
                <a:cubicBezTo>
                  <a:pt x="3535" y="3835"/>
                  <a:pt x="3599" y="3389"/>
                  <a:pt x="3408" y="3071"/>
                </a:cubicBezTo>
                <a:cubicBezTo>
                  <a:pt x="2771" y="2179"/>
                  <a:pt x="2261" y="1288"/>
                  <a:pt x="1752" y="396"/>
                </a:cubicBezTo>
                <a:cubicBezTo>
                  <a:pt x="1573" y="118"/>
                  <a:pt x="1319" y="1"/>
                  <a:pt x="1070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-368419" y="4909037"/>
            <a:ext cx="125566" cy="57924"/>
          </a:xfrm>
          <a:custGeom>
            <a:avLst/>
            <a:gdLst/>
            <a:ahLst/>
            <a:cxnLst/>
            <a:rect l="l" t="t" r="r" b="b"/>
            <a:pathLst>
              <a:path w="5233" h="2414" extrusionOk="0">
                <a:moveTo>
                  <a:pt x="1161" y="0"/>
                </a:moveTo>
                <a:cubicBezTo>
                  <a:pt x="305" y="0"/>
                  <a:pt x="0" y="1357"/>
                  <a:pt x="1029" y="1586"/>
                </a:cubicBezTo>
                <a:cubicBezTo>
                  <a:pt x="2048" y="1904"/>
                  <a:pt x="3131" y="2159"/>
                  <a:pt x="4213" y="2413"/>
                </a:cubicBezTo>
                <a:lnTo>
                  <a:pt x="4341" y="2413"/>
                </a:lnTo>
                <a:cubicBezTo>
                  <a:pt x="4723" y="2413"/>
                  <a:pt x="5041" y="2095"/>
                  <a:pt x="5105" y="1713"/>
                </a:cubicBezTo>
                <a:cubicBezTo>
                  <a:pt x="5232" y="1331"/>
                  <a:pt x="4914" y="885"/>
                  <a:pt x="4468" y="821"/>
                </a:cubicBezTo>
                <a:cubicBezTo>
                  <a:pt x="3449" y="630"/>
                  <a:pt x="2430" y="376"/>
                  <a:pt x="1475" y="57"/>
                </a:cubicBezTo>
                <a:cubicBezTo>
                  <a:pt x="1364" y="18"/>
                  <a:pt x="1259" y="0"/>
                  <a:pt x="1161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-918433" y="4248190"/>
            <a:ext cx="53629" cy="112105"/>
          </a:xfrm>
          <a:custGeom>
            <a:avLst/>
            <a:gdLst/>
            <a:ahLst/>
            <a:cxnLst/>
            <a:rect l="l" t="t" r="r" b="b"/>
            <a:pathLst>
              <a:path w="2235" h="4672" extrusionOk="0">
                <a:moveTo>
                  <a:pt x="875" y="1"/>
                </a:moveTo>
                <a:cubicBezTo>
                  <a:pt x="440" y="1"/>
                  <a:pt x="0" y="326"/>
                  <a:pt x="70" y="915"/>
                </a:cubicBezTo>
                <a:cubicBezTo>
                  <a:pt x="197" y="1933"/>
                  <a:pt x="388" y="3016"/>
                  <a:pt x="643" y="4099"/>
                </a:cubicBezTo>
                <a:cubicBezTo>
                  <a:pt x="706" y="4417"/>
                  <a:pt x="1025" y="4672"/>
                  <a:pt x="1407" y="4672"/>
                </a:cubicBezTo>
                <a:lnTo>
                  <a:pt x="1598" y="4672"/>
                </a:lnTo>
                <a:cubicBezTo>
                  <a:pt x="1980" y="4608"/>
                  <a:pt x="2235" y="4162"/>
                  <a:pt x="2171" y="3780"/>
                </a:cubicBezTo>
                <a:cubicBezTo>
                  <a:pt x="1916" y="2761"/>
                  <a:pt x="1789" y="1742"/>
                  <a:pt x="1662" y="723"/>
                </a:cubicBezTo>
                <a:cubicBezTo>
                  <a:pt x="1604" y="230"/>
                  <a:pt x="1241" y="1"/>
                  <a:pt x="875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2"/>
          <p:cNvSpPr/>
          <p:nvPr/>
        </p:nvSpPr>
        <p:spPr>
          <a:xfrm>
            <a:off x="-887767" y="4396863"/>
            <a:ext cx="71865" cy="110137"/>
          </a:xfrm>
          <a:custGeom>
            <a:avLst/>
            <a:gdLst/>
            <a:ahLst/>
            <a:cxnLst/>
            <a:rect l="l" t="t" r="r" b="b"/>
            <a:pathLst>
              <a:path w="2995" h="4590" extrusionOk="0">
                <a:moveTo>
                  <a:pt x="965" y="1"/>
                </a:moveTo>
                <a:cubicBezTo>
                  <a:pt x="483" y="1"/>
                  <a:pt x="0" y="407"/>
                  <a:pt x="193" y="1023"/>
                </a:cubicBezTo>
                <a:cubicBezTo>
                  <a:pt x="511" y="2106"/>
                  <a:pt x="893" y="3125"/>
                  <a:pt x="1339" y="4080"/>
                </a:cubicBezTo>
                <a:cubicBezTo>
                  <a:pt x="1466" y="4398"/>
                  <a:pt x="1785" y="4590"/>
                  <a:pt x="2103" y="4590"/>
                </a:cubicBezTo>
                <a:cubicBezTo>
                  <a:pt x="2167" y="4590"/>
                  <a:pt x="2294" y="4526"/>
                  <a:pt x="2422" y="4526"/>
                </a:cubicBezTo>
                <a:cubicBezTo>
                  <a:pt x="2804" y="4335"/>
                  <a:pt x="2995" y="3889"/>
                  <a:pt x="2804" y="3443"/>
                </a:cubicBezTo>
                <a:cubicBezTo>
                  <a:pt x="2422" y="2488"/>
                  <a:pt x="2040" y="1533"/>
                  <a:pt x="1721" y="577"/>
                </a:cubicBezTo>
                <a:cubicBezTo>
                  <a:pt x="1595" y="175"/>
                  <a:pt x="1280" y="1"/>
                  <a:pt x="965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-977892" y="4039386"/>
            <a:ext cx="151288" cy="171156"/>
          </a:xfrm>
          <a:custGeom>
            <a:avLst/>
            <a:gdLst/>
            <a:ahLst/>
            <a:cxnLst/>
            <a:rect l="l" t="t" r="r" b="b"/>
            <a:pathLst>
              <a:path w="6305" h="7133" extrusionOk="0">
                <a:moveTo>
                  <a:pt x="0" y="0"/>
                </a:moveTo>
                <a:lnTo>
                  <a:pt x="0" y="6305"/>
                </a:lnTo>
                <a:lnTo>
                  <a:pt x="2357" y="6305"/>
                </a:lnTo>
                <a:cubicBezTo>
                  <a:pt x="2357" y="6751"/>
                  <a:pt x="2739" y="7133"/>
                  <a:pt x="3184" y="7133"/>
                </a:cubicBezTo>
                <a:cubicBezTo>
                  <a:pt x="3567" y="7133"/>
                  <a:pt x="3949" y="6751"/>
                  <a:pt x="3949" y="6305"/>
                </a:cubicBezTo>
                <a:lnTo>
                  <a:pt x="6305" y="6305"/>
                </a:lnTo>
                <a:lnTo>
                  <a:pt x="6305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-509462" y="4852241"/>
            <a:ext cx="126022" cy="70401"/>
          </a:xfrm>
          <a:custGeom>
            <a:avLst/>
            <a:gdLst/>
            <a:ahLst/>
            <a:cxnLst/>
            <a:rect l="l" t="t" r="r" b="b"/>
            <a:pathLst>
              <a:path w="5252" h="2934" extrusionOk="0">
                <a:moveTo>
                  <a:pt x="1122" y="1"/>
                </a:moveTo>
                <a:cubicBezTo>
                  <a:pt x="404" y="1"/>
                  <a:pt x="0" y="1104"/>
                  <a:pt x="857" y="1533"/>
                </a:cubicBezTo>
                <a:cubicBezTo>
                  <a:pt x="1812" y="2042"/>
                  <a:pt x="2768" y="2488"/>
                  <a:pt x="3787" y="2870"/>
                </a:cubicBezTo>
                <a:cubicBezTo>
                  <a:pt x="3914" y="2934"/>
                  <a:pt x="3978" y="2934"/>
                  <a:pt x="4105" y="2934"/>
                </a:cubicBezTo>
                <a:cubicBezTo>
                  <a:pt x="4997" y="2934"/>
                  <a:pt x="5251" y="1724"/>
                  <a:pt x="4423" y="1405"/>
                </a:cubicBezTo>
                <a:cubicBezTo>
                  <a:pt x="3468" y="1023"/>
                  <a:pt x="2513" y="641"/>
                  <a:pt x="1558" y="131"/>
                </a:cubicBezTo>
                <a:cubicBezTo>
                  <a:pt x="1406" y="40"/>
                  <a:pt x="1258" y="1"/>
                  <a:pt x="112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-209260" y="4890537"/>
            <a:ext cx="227713" cy="151288"/>
          </a:xfrm>
          <a:custGeom>
            <a:avLst/>
            <a:gdLst/>
            <a:ahLst/>
            <a:cxnLst/>
            <a:rect l="l" t="t" r="r" b="b"/>
            <a:pathLst>
              <a:path w="9490" h="6305" extrusionOk="0">
                <a:moveTo>
                  <a:pt x="3185" y="0"/>
                </a:moveTo>
                <a:lnTo>
                  <a:pt x="3185" y="2165"/>
                </a:lnTo>
                <a:cubicBezTo>
                  <a:pt x="2420" y="2165"/>
                  <a:pt x="1656" y="2102"/>
                  <a:pt x="892" y="2038"/>
                </a:cubicBezTo>
                <a:cubicBezTo>
                  <a:pt x="854" y="2033"/>
                  <a:pt x="816" y="2030"/>
                  <a:pt x="779" y="2030"/>
                </a:cubicBezTo>
                <a:cubicBezTo>
                  <a:pt x="383" y="2030"/>
                  <a:pt x="64" y="2331"/>
                  <a:pt x="64" y="2739"/>
                </a:cubicBezTo>
                <a:cubicBezTo>
                  <a:pt x="0" y="3184"/>
                  <a:pt x="319" y="3566"/>
                  <a:pt x="765" y="3630"/>
                </a:cubicBezTo>
                <a:cubicBezTo>
                  <a:pt x="1529" y="3694"/>
                  <a:pt x="2357" y="3758"/>
                  <a:pt x="3185" y="3758"/>
                </a:cubicBezTo>
                <a:lnTo>
                  <a:pt x="3185" y="6305"/>
                </a:lnTo>
                <a:lnTo>
                  <a:pt x="9489" y="6305"/>
                </a:lnTo>
                <a:lnTo>
                  <a:pt x="948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1331051" y="1643317"/>
            <a:ext cx="230784" cy="230784"/>
          </a:xfrm>
          <a:custGeom>
            <a:avLst/>
            <a:gdLst/>
            <a:ahLst/>
            <a:cxnLst/>
            <a:rect l="l" t="t" r="r" b="b"/>
            <a:pathLst>
              <a:path w="9618" h="9618" extrusionOk="0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2385439" y="588929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2"/>
          <p:cNvSpPr/>
          <p:nvPr/>
        </p:nvSpPr>
        <p:spPr>
          <a:xfrm>
            <a:off x="2963071" y="588929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0" y="1"/>
                </a:moveTo>
                <a:lnTo>
                  <a:pt x="0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2"/>
          <p:cNvSpPr/>
          <p:nvPr/>
        </p:nvSpPr>
        <p:spPr>
          <a:xfrm>
            <a:off x="-493481" y="4066884"/>
            <a:ext cx="453865" cy="583750"/>
          </a:xfrm>
          <a:custGeom>
            <a:avLst/>
            <a:gdLst/>
            <a:ahLst/>
            <a:cxnLst/>
            <a:rect l="l" t="t" r="r" b="b"/>
            <a:pathLst>
              <a:path w="18915" h="24328" extrusionOk="0">
                <a:moveTo>
                  <a:pt x="16494" y="16749"/>
                </a:moveTo>
                <a:lnTo>
                  <a:pt x="12992" y="21207"/>
                </a:lnTo>
                <a:lnTo>
                  <a:pt x="12992" y="16749"/>
                </a:lnTo>
                <a:close/>
                <a:moveTo>
                  <a:pt x="17322" y="1593"/>
                </a:moveTo>
                <a:lnTo>
                  <a:pt x="17322" y="15157"/>
                </a:lnTo>
                <a:lnTo>
                  <a:pt x="12164" y="15157"/>
                </a:lnTo>
                <a:cubicBezTo>
                  <a:pt x="11718" y="15157"/>
                  <a:pt x="11400" y="15476"/>
                  <a:pt x="11400" y="15922"/>
                </a:cubicBezTo>
                <a:lnTo>
                  <a:pt x="11400" y="22672"/>
                </a:lnTo>
                <a:lnTo>
                  <a:pt x="1592" y="22672"/>
                </a:lnTo>
                <a:lnTo>
                  <a:pt x="1592" y="1593"/>
                </a:lnTo>
                <a:close/>
                <a:moveTo>
                  <a:pt x="764" y="1"/>
                </a:moveTo>
                <a:cubicBezTo>
                  <a:pt x="319" y="1"/>
                  <a:pt x="0" y="383"/>
                  <a:pt x="0" y="828"/>
                </a:cubicBezTo>
                <a:lnTo>
                  <a:pt x="0" y="23500"/>
                </a:lnTo>
                <a:cubicBezTo>
                  <a:pt x="0" y="23946"/>
                  <a:pt x="319" y="24328"/>
                  <a:pt x="764" y="24328"/>
                </a:cubicBezTo>
                <a:lnTo>
                  <a:pt x="12164" y="24328"/>
                </a:lnTo>
                <a:cubicBezTo>
                  <a:pt x="12291" y="24328"/>
                  <a:pt x="12418" y="24264"/>
                  <a:pt x="12482" y="24200"/>
                </a:cubicBezTo>
                <a:cubicBezTo>
                  <a:pt x="12610" y="24137"/>
                  <a:pt x="12737" y="24073"/>
                  <a:pt x="12801" y="24009"/>
                </a:cubicBezTo>
                <a:lnTo>
                  <a:pt x="18787" y="16431"/>
                </a:lnTo>
                <a:cubicBezTo>
                  <a:pt x="18787" y="16367"/>
                  <a:pt x="18851" y="16304"/>
                  <a:pt x="18851" y="16240"/>
                </a:cubicBezTo>
                <a:lnTo>
                  <a:pt x="18851" y="16176"/>
                </a:lnTo>
                <a:cubicBezTo>
                  <a:pt x="18914" y="16113"/>
                  <a:pt x="18914" y="16049"/>
                  <a:pt x="18851" y="15985"/>
                </a:cubicBezTo>
                <a:lnTo>
                  <a:pt x="18914" y="828"/>
                </a:lnTo>
                <a:cubicBezTo>
                  <a:pt x="18914" y="383"/>
                  <a:pt x="18596" y="1"/>
                  <a:pt x="18150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2"/>
          <p:cNvSpPr/>
          <p:nvPr/>
        </p:nvSpPr>
        <p:spPr>
          <a:xfrm>
            <a:off x="-398749" y="4164688"/>
            <a:ext cx="268960" cy="38224"/>
          </a:xfrm>
          <a:custGeom>
            <a:avLst/>
            <a:gdLst/>
            <a:ahLst/>
            <a:cxnLst/>
            <a:rect l="l" t="t" r="r" b="b"/>
            <a:pathLst>
              <a:path w="11209" h="1593" extrusionOk="0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-398749" y="4238040"/>
            <a:ext cx="268960" cy="38224"/>
          </a:xfrm>
          <a:custGeom>
            <a:avLst/>
            <a:gdLst/>
            <a:ahLst/>
            <a:cxnLst/>
            <a:rect l="l" t="t" r="r" b="b"/>
            <a:pathLst>
              <a:path w="11209" h="1593" extrusionOk="0">
                <a:moveTo>
                  <a:pt x="1" y="0"/>
                </a:moveTo>
                <a:lnTo>
                  <a:pt x="1" y="1592"/>
                </a:lnTo>
                <a:lnTo>
                  <a:pt x="11209" y="1592"/>
                </a:lnTo>
                <a:lnTo>
                  <a:pt x="1120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2"/>
          <p:cNvSpPr/>
          <p:nvPr/>
        </p:nvSpPr>
        <p:spPr>
          <a:xfrm>
            <a:off x="-398749" y="4311369"/>
            <a:ext cx="212428" cy="38248"/>
          </a:xfrm>
          <a:custGeom>
            <a:avLst/>
            <a:gdLst/>
            <a:ahLst/>
            <a:cxnLst/>
            <a:rect l="l" t="t" r="r" b="b"/>
            <a:pathLst>
              <a:path w="8853" h="1594" extrusionOk="0">
                <a:moveTo>
                  <a:pt x="1" y="1"/>
                </a:moveTo>
                <a:lnTo>
                  <a:pt x="1" y="1593"/>
                </a:lnTo>
                <a:lnTo>
                  <a:pt x="8853" y="1593"/>
                </a:lnTo>
                <a:lnTo>
                  <a:pt x="8853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2"/>
          <p:cNvSpPr/>
          <p:nvPr/>
        </p:nvSpPr>
        <p:spPr>
          <a:xfrm>
            <a:off x="3959391" y="2384451"/>
            <a:ext cx="385096" cy="427903"/>
          </a:xfrm>
          <a:custGeom>
            <a:avLst/>
            <a:gdLst/>
            <a:ahLst/>
            <a:cxnLst/>
            <a:rect l="l" t="t" r="r" b="b"/>
            <a:pathLst>
              <a:path w="16049" h="17833" extrusionOk="0">
                <a:moveTo>
                  <a:pt x="8024" y="2166"/>
                </a:moveTo>
                <a:lnTo>
                  <a:pt x="14456" y="8216"/>
                </a:lnTo>
                <a:lnTo>
                  <a:pt x="14456" y="16240"/>
                </a:lnTo>
                <a:lnTo>
                  <a:pt x="11081" y="16240"/>
                </a:lnTo>
                <a:lnTo>
                  <a:pt x="11081" y="9872"/>
                </a:lnTo>
                <a:lnTo>
                  <a:pt x="4968" y="9872"/>
                </a:lnTo>
                <a:lnTo>
                  <a:pt x="4968" y="16240"/>
                </a:lnTo>
                <a:lnTo>
                  <a:pt x="1592" y="16240"/>
                </a:lnTo>
                <a:lnTo>
                  <a:pt x="1592" y="8216"/>
                </a:lnTo>
                <a:lnTo>
                  <a:pt x="8024" y="2166"/>
                </a:lnTo>
                <a:close/>
                <a:moveTo>
                  <a:pt x="8024" y="1"/>
                </a:moveTo>
                <a:lnTo>
                  <a:pt x="0" y="7515"/>
                </a:lnTo>
                <a:lnTo>
                  <a:pt x="0" y="17832"/>
                </a:lnTo>
                <a:lnTo>
                  <a:pt x="6560" y="17832"/>
                </a:lnTo>
                <a:lnTo>
                  <a:pt x="6560" y="11464"/>
                </a:lnTo>
                <a:lnTo>
                  <a:pt x="9489" y="11464"/>
                </a:lnTo>
                <a:lnTo>
                  <a:pt x="9489" y="17832"/>
                </a:lnTo>
                <a:lnTo>
                  <a:pt x="16049" y="17832"/>
                </a:lnTo>
                <a:lnTo>
                  <a:pt x="16049" y="7515"/>
                </a:lnTo>
                <a:lnTo>
                  <a:pt x="802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1338705" y="153948"/>
            <a:ext cx="504279" cy="431958"/>
          </a:xfrm>
          <a:custGeom>
            <a:avLst/>
            <a:gdLst/>
            <a:ahLst/>
            <a:cxnLst/>
            <a:rect l="l" t="t" r="r" b="b"/>
            <a:pathLst>
              <a:path w="21016" h="18002" extrusionOk="0">
                <a:moveTo>
                  <a:pt x="8980" y="1635"/>
                </a:moveTo>
                <a:cubicBezTo>
                  <a:pt x="15603" y="1635"/>
                  <a:pt x="18851" y="9595"/>
                  <a:pt x="14202" y="14244"/>
                </a:cubicBezTo>
                <a:cubicBezTo>
                  <a:pt x="12701" y="15745"/>
                  <a:pt x="10855" y="16416"/>
                  <a:pt x="9043" y="16416"/>
                </a:cubicBezTo>
                <a:cubicBezTo>
                  <a:pt x="5242" y="16416"/>
                  <a:pt x="1592" y="13464"/>
                  <a:pt x="1592" y="9022"/>
                </a:cubicBezTo>
                <a:cubicBezTo>
                  <a:pt x="1592" y="4883"/>
                  <a:pt x="4904" y="1635"/>
                  <a:pt x="8980" y="1635"/>
                </a:cubicBezTo>
                <a:close/>
                <a:moveTo>
                  <a:pt x="9054" y="0"/>
                </a:moveTo>
                <a:cubicBezTo>
                  <a:pt x="4432" y="0"/>
                  <a:pt x="0" y="3593"/>
                  <a:pt x="0" y="9022"/>
                </a:cubicBezTo>
                <a:cubicBezTo>
                  <a:pt x="0" y="13926"/>
                  <a:pt x="4012" y="18001"/>
                  <a:pt x="8980" y="18001"/>
                </a:cubicBezTo>
                <a:cubicBezTo>
                  <a:pt x="17004" y="18001"/>
                  <a:pt x="21016" y="8322"/>
                  <a:pt x="15348" y="2654"/>
                </a:cubicBezTo>
                <a:cubicBezTo>
                  <a:pt x="13515" y="821"/>
                  <a:pt x="11263" y="0"/>
                  <a:pt x="90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1483875" y="232891"/>
            <a:ext cx="97804" cy="226177"/>
          </a:xfrm>
          <a:custGeom>
            <a:avLst/>
            <a:gdLst/>
            <a:ahLst/>
            <a:cxnLst/>
            <a:rect l="l" t="t" r="r" b="b"/>
            <a:pathLst>
              <a:path w="4076" h="9426" extrusionOk="0">
                <a:moveTo>
                  <a:pt x="2484" y="1"/>
                </a:moveTo>
                <a:lnTo>
                  <a:pt x="2484" y="5668"/>
                </a:lnTo>
                <a:lnTo>
                  <a:pt x="0" y="8279"/>
                </a:lnTo>
                <a:lnTo>
                  <a:pt x="1146" y="9426"/>
                </a:lnTo>
                <a:lnTo>
                  <a:pt x="4076" y="6305"/>
                </a:lnTo>
                <a:lnTo>
                  <a:pt x="407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-1092516" y="2430305"/>
            <a:ext cx="165062" cy="166573"/>
          </a:xfrm>
          <a:custGeom>
            <a:avLst/>
            <a:gdLst/>
            <a:ahLst/>
            <a:cxnLst/>
            <a:rect l="l" t="t" r="r" b="b"/>
            <a:pathLst>
              <a:path w="6879" h="6942" extrusionOk="0">
                <a:moveTo>
                  <a:pt x="2612" y="0"/>
                </a:moveTo>
                <a:lnTo>
                  <a:pt x="2612" y="2675"/>
                </a:lnTo>
                <a:lnTo>
                  <a:pt x="1" y="2675"/>
                </a:lnTo>
                <a:lnTo>
                  <a:pt x="1" y="4267"/>
                </a:lnTo>
                <a:lnTo>
                  <a:pt x="2612" y="4267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7"/>
                </a:lnTo>
                <a:lnTo>
                  <a:pt x="6879" y="4267"/>
                </a:lnTo>
                <a:lnTo>
                  <a:pt x="6879" y="2675"/>
                </a:lnTo>
                <a:lnTo>
                  <a:pt x="4204" y="2675"/>
                </a:lnTo>
                <a:lnTo>
                  <a:pt x="4204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-488898" y="1446198"/>
            <a:ext cx="145194" cy="145194"/>
          </a:xfrm>
          <a:custGeom>
            <a:avLst/>
            <a:gdLst/>
            <a:ahLst/>
            <a:cxnLst/>
            <a:rect l="l" t="t" r="r" b="b"/>
            <a:pathLst>
              <a:path w="6051" h="6051" extrusionOk="0">
                <a:moveTo>
                  <a:pt x="1146" y="1"/>
                </a:moveTo>
                <a:lnTo>
                  <a:pt x="0" y="1147"/>
                </a:lnTo>
                <a:lnTo>
                  <a:pt x="1911" y="3057"/>
                </a:lnTo>
                <a:lnTo>
                  <a:pt x="0" y="4904"/>
                </a:lnTo>
                <a:lnTo>
                  <a:pt x="1146" y="6051"/>
                </a:lnTo>
                <a:lnTo>
                  <a:pt x="3057" y="4140"/>
                </a:lnTo>
                <a:lnTo>
                  <a:pt x="4904" y="6051"/>
                </a:lnTo>
                <a:lnTo>
                  <a:pt x="6050" y="4904"/>
                </a:lnTo>
                <a:lnTo>
                  <a:pt x="4140" y="3057"/>
                </a:lnTo>
                <a:lnTo>
                  <a:pt x="6050" y="1147"/>
                </a:lnTo>
                <a:lnTo>
                  <a:pt x="4904" y="1"/>
                </a:lnTo>
                <a:lnTo>
                  <a:pt x="3057" y="1911"/>
                </a:lnTo>
                <a:lnTo>
                  <a:pt x="114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3936452" y="266508"/>
            <a:ext cx="143682" cy="145194"/>
          </a:xfrm>
          <a:custGeom>
            <a:avLst/>
            <a:gdLst/>
            <a:ahLst/>
            <a:cxnLst/>
            <a:rect l="l" t="t" r="r" b="b"/>
            <a:pathLst>
              <a:path w="5988" h="6051" extrusionOk="0">
                <a:moveTo>
                  <a:pt x="1084" y="1"/>
                </a:moveTo>
                <a:lnTo>
                  <a:pt x="1" y="1147"/>
                </a:lnTo>
                <a:lnTo>
                  <a:pt x="1848" y="3057"/>
                </a:lnTo>
                <a:lnTo>
                  <a:pt x="1" y="4904"/>
                </a:lnTo>
                <a:lnTo>
                  <a:pt x="1084" y="6051"/>
                </a:lnTo>
                <a:lnTo>
                  <a:pt x="2994" y="4140"/>
                </a:lnTo>
                <a:lnTo>
                  <a:pt x="4905" y="6051"/>
                </a:lnTo>
                <a:lnTo>
                  <a:pt x="5987" y="4904"/>
                </a:lnTo>
                <a:lnTo>
                  <a:pt x="4140" y="3057"/>
                </a:lnTo>
                <a:lnTo>
                  <a:pt x="5987" y="1147"/>
                </a:lnTo>
                <a:lnTo>
                  <a:pt x="4905" y="1"/>
                </a:lnTo>
                <a:lnTo>
                  <a:pt x="2994" y="1911"/>
                </a:lnTo>
                <a:lnTo>
                  <a:pt x="10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-1092516" y="2699241"/>
            <a:ext cx="165062" cy="166573"/>
          </a:xfrm>
          <a:custGeom>
            <a:avLst/>
            <a:gdLst/>
            <a:ahLst/>
            <a:cxnLst/>
            <a:rect l="l" t="t" r="r" b="b"/>
            <a:pathLst>
              <a:path w="6879" h="6942" extrusionOk="0">
                <a:moveTo>
                  <a:pt x="2612" y="0"/>
                </a:moveTo>
                <a:lnTo>
                  <a:pt x="2612" y="2675"/>
                </a:lnTo>
                <a:lnTo>
                  <a:pt x="1" y="2675"/>
                </a:lnTo>
                <a:lnTo>
                  <a:pt x="1" y="4267"/>
                </a:lnTo>
                <a:lnTo>
                  <a:pt x="2612" y="4267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7"/>
                </a:lnTo>
                <a:lnTo>
                  <a:pt x="6879" y="4267"/>
                </a:lnTo>
                <a:lnTo>
                  <a:pt x="6879" y="2675"/>
                </a:lnTo>
                <a:lnTo>
                  <a:pt x="4204" y="2675"/>
                </a:lnTo>
                <a:lnTo>
                  <a:pt x="4204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169693" y="1435496"/>
            <a:ext cx="165062" cy="166597"/>
          </a:xfrm>
          <a:custGeom>
            <a:avLst/>
            <a:gdLst/>
            <a:ahLst/>
            <a:cxnLst/>
            <a:rect l="l" t="t" r="r" b="b"/>
            <a:pathLst>
              <a:path w="6879" h="6943" extrusionOk="0">
                <a:moveTo>
                  <a:pt x="2612" y="1"/>
                </a:moveTo>
                <a:lnTo>
                  <a:pt x="2612" y="2676"/>
                </a:lnTo>
                <a:lnTo>
                  <a:pt x="1" y="2676"/>
                </a:lnTo>
                <a:lnTo>
                  <a:pt x="1" y="4268"/>
                </a:lnTo>
                <a:lnTo>
                  <a:pt x="2612" y="4268"/>
                </a:lnTo>
                <a:lnTo>
                  <a:pt x="2612" y="6942"/>
                </a:lnTo>
                <a:lnTo>
                  <a:pt x="4204" y="6942"/>
                </a:lnTo>
                <a:lnTo>
                  <a:pt x="4204" y="4268"/>
                </a:lnTo>
                <a:lnTo>
                  <a:pt x="6879" y="4268"/>
                </a:lnTo>
                <a:lnTo>
                  <a:pt x="6879" y="2676"/>
                </a:lnTo>
                <a:lnTo>
                  <a:pt x="4204" y="2676"/>
                </a:lnTo>
                <a:lnTo>
                  <a:pt x="420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849711" y="1453829"/>
            <a:ext cx="1453233" cy="129933"/>
          </a:xfrm>
          <a:custGeom>
            <a:avLst/>
            <a:gdLst/>
            <a:ahLst/>
            <a:cxnLst/>
            <a:rect l="l" t="t" r="r" b="b"/>
            <a:pathLst>
              <a:path w="60564" h="5415" extrusionOk="0">
                <a:moveTo>
                  <a:pt x="55851" y="1"/>
                </a:moveTo>
                <a:lnTo>
                  <a:pt x="55851" y="1912"/>
                </a:lnTo>
                <a:lnTo>
                  <a:pt x="1083" y="1912"/>
                </a:lnTo>
                <a:cubicBezTo>
                  <a:pt x="0" y="1912"/>
                  <a:pt x="0" y="3504"/>
                  <a:pt x="1083" y="3504"/>
                </a:cubicBezTo>
                <a:lnTo>
                  <a:pt x="55851" y="3504"/>
                </a:lnTo>
                <a:lnTo>
                  <a:pt x="55851" y="5414"/>
                </a:lnTo>
                <a:lnTo>
                  <a:pt x="60564" y="2676"/>
                </a:lnTo>
                <a:lnTo>
                  <a:pt x="5585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-848007" y="158003"/>
            <a:ext cx="2017116" cy="591405"/>
          </a:xfrm>
          <a:custGeom>
            <a:avLst/>
            <a:gdLst/>
            <a:ahLst/>
            <a:cxnLst/>
            <a:rect l="l" t="t" r="r" b="b"/>
            <a:pathLst>
              <a:path w="84064" h="24647" extrusionOk="0">
                <a:moveTo>
                  <a:pt x="23563" y="1"/>
                </a:moveTo>
                <a:lnTo>
                  <a:pt x="23563" y="2357"/>
                </a:lnTo>
                <a:lnTo>
                  <a:pt x="7897" y="2357"/>
                </a:lnTo>
                <a:cubicBezTo>
                  <a:pt x="3503" y="2357"/>
                  <a:pt x="0" y="5860"/>
                  <a:pt x="0" y="10254"/>
                </a:cubicBezTo>
                <a:lnTo>
                  <a:pt x="0" y="23882"/>
                </a:lnTo>
                <a:cubicBezTo>
                  <a:pt x="0" y="24265"/>
                  <a:pt x="383" y="24647"/>
                  <a:pt x="828" y="24647"/>
                </a:cubicBezTo>
                <a:cubicBezTo>
                  <a:pt x="1274" y="24647"/>
                  <a:pt x="1593" y="24265"/>
                  <a:pt x="1593" y="23882"/>
                </a:cubicBezTo>
                <a:lnTo>
                  <a:pt x="1593" y="10190"/>
                </a:lnTo>
                <a:cubicBezTo>
                  <a:pt x="1593" y="6751"/>
                  <a:pt x="4395" y="3949"/>
                  <a:pt x="7897" y="3949"/>
                </a:cubicBezTo>
                <a:lnTo>
                  <a:pt x="23563" y="3949"/>
                </a:lnTo>
                <a:lnTo>
                  <a:pt x="23563" y="6369"/>
                </a:lnTo>
                <a:lnTo>
                  <a:pt x="29868" y="6369"/>
                </a:lnTo>
                <a:lnTo>
                  <a:pt x="29868" y="3949"/>
                </a:lnTo>
                <a:lnTo>
                  <a:pt x="79414" y="3949"/>
                </a:lnTo>
                <a:lnTo>
                  <a:pt x="79414" y="5860"/>
                </a:lnTo>
                <a:lnTo>
                  <a:pt x="84063" y="3185"/>
                </a:lnTo>
                <a:lnTo>
                  <a:pt x="79414" y="447"/>
                </a:lnTo>
                <a:lnTo>
                  <a:pt x="79414" y="2357"/>
                </a:lnTo>
                <a:lnTo>
                  <a:pt x="29868" y="2357"/>
                </a:lnTo>
                <a:lnTo>
                  <a:pt x="2986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3445946" y="532397"/>
            <a:ext cx="809903" cy="1066626"/>
          </a:xfrm>
          <a:custGeom>
            <a:avLst/>
            <a:gdLst/>
            <a:ahLst/>
            <a:cxnLst/>
            <a:rect l="l" t="t" r="r" b="b"/>
            <a:pathLst>
              <a:path w="33753" h="44452" extrusionOk="0">
                <a:moveTo>
                  <a:pt x="0" y="1"/>
                </a:moveTo>
                <a:lnTo>
                  <a:pt x="0" y="6305"/>
                </a:lnTo>
                <a:lnTo>
                  <a:pt x="6305" y="6305"/>
                </a:lnTo>
                <a:lnTo>
                  <a:pt x="6305" y="3885"/>
                </a:lnTo>
                <a:lnTo>
                  <a:pt x="24264" y="3885"/>
                </a:lnTo>
                <a:cubicBezTo>
                  <a:pt x="27576" y="3885"/>
                  <a:pt x="30250" y="6560"/>
                  <a:pt x="30314" y="9935"/>
                </a:cubicBezTo>
                <a:lnTo>
                  <a:pt x="30314" y="39803"/>
                </a:lnTo>
                <a:lnTo>
                  <a:pt x="28403" y="39803"/>
                </a:lnTo>
                <a:lnTo>
                  <a:pt x="31078" y="44452"/>
                </a:lnTo>
                <a:lnTo>
                  <a:pt x="33753" y="39803"/>
                </a:lnTo>
                <a:lnTo>
                  <a:pt x="31906" y="39803"/>
                </a:lnTo>
                <a:lnTo>
                  <a:pt x="31906" y="9935"/>
                </a:lnTo>
                <a:cubicBezTo>
                  <a:pt x="31842" y="5796"/>
                  <a:pt x="28467" y="2357"/>
                  <a:pt x="24264" y="2357"/>
                </a:cubicBezTo>
                <a:lnTo>
                  <a:pt x="6305" y="2357"/>
                </a:lnTo>
                <a:lnTo>
                  <a:pt x="63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-1256018" y="481959"/>
            <a:ext cx="129909" cy="302217"/>
          </a:xfrm>
          <a:custGeom>
            <a:avLst/>
            <a:gdLst/>
            <a:ahLst/>
            <a:cxnLst/>
            <a:rect l="l" t="t" r="r" b="b"/>
            <a:pathLst>
              <a:path w="5414" h="12595" extrusionOk="0">
                <a:moveTo>
                  <a:pt x="2676" y="1"/>
                </a:moveTo>
                <a:lnTo>
                  <a:pt x="1" y="4714"/>
                </a:lnTo>
                <a:lnTo>
                  <a:pt x="1911" y="4714"/>
                </a:lnTo>
                <a:lnTo>
                  <a:pt x="1911" y="11783"/>
                </a:lnTo>
                <a:cubicBezTo>
                  <a:pt x="1911" y="12324"/>
                  <a:pt x="2309" y="12594"/>
                  <a:pt x="2707" y="12594"/>
                </a:cubicBezTo>
                <a:cubicBezTo>
                  <a:pt x="3105" y="12594"/>
                  <a:pt x="3503" y="12324"/>
                  <a:pt x="3503" y="11783"/>
                </a:cubicBezTo>
                <a:lnTo>
                  <a:pt x="3503" y="4714"/>
                </a:lnTo>
                <a:lnTo>
                  <a:pt x="5414" y="4714"/>
                </a:lnTo>
                <a:lnTo>
                  <a:pt x="267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-432366" y="3597758"/>
            <a:ext cx="129909" cy="302577"/>
          </a:xfrm>
          <a:custGeom>
            <a:avLst/>
            <a:gdLst/>
            <a:ahLst/>
            <a:cxnLst/>
            <a:rect l="l" t="t" r="r" b="b"/>
            <a:pathLst>
              <a:path w="5414" h="12610" extrusionOk="0">
                <a:moveTo>
                  <a:pt x="2739" y="1"/>
                </a:moveTo>
                <a:cubicBezTo>
                  <a:pt x="2293" y="1"/>
                  <a:pt x="1911" y="383"/>
                  <a:pt x="1911" y="828"/>
                </a:cubicBezTo>
                <a:lnTo>
                  <a:pt x="1911" y="7897"/>
                </a:lnTo>
                <a:lnTo>
                  <a:pt x="0" y="7897"/>
                </a:lnTo>
                <a:lnTo>
                  <a:pt x="2739" y="12610"/>
                </a:lnTo>
                <a:lnTo>
                  <a:pt x="5414" y="7897"/>
                </a:lnTo>
                <a:lnTo>
                  <a:pt x="3503" y="7897"/>
                </a:lnTo>
                <a:lnTo>
                  <a:pt x="3503" y="828"/>
                </a:lnTo>
                <a:cubicBezTo>
                  <a:pt x="3503" y="383"/>
                  <a:pt x="3121" y="1"/>
                  <a:pt x="2739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-1074160" y="481959"/>
            <a:ext cx="128373" cy="302217"/>
          </a:xfrm>
          <a:custGeom>
            <a:avLst/>
            <a:gdLst/>
            <a:ahLst/>
            <a:cxnLst/>
            <a:rect l="l" t="t" r="r" b="b"/>
            <a:pathLst>
              <a:path w="5350" h="12595" extrusionOk="0">
                <a:moveTo>
                  <a:pt x="2675" y="1"/>
                </a:moveTo>
                <a:lnTo>
                  <a:pt x="0" y="4714"/>
                </a:lnTo>
                <a:lnTo>
                  <a:pt x="1911" y="4714"/>
                </a:lnTo>
                <a:lnTo>
                  <a:pt x="1847" y="11783"/>
                </a:lnTo>
                <a:cubicBezTo>
                  <a:pt x="1847" y="12324"/>
                  <a:pt x="2245" y="12594"/>
                  <a:pt x="2643" y="12594"/>
                </a:cubicBezTo>
                <a:cubicBezTo>
                  <a:pt x="3041" y="12594"/>
                  <a:pt x="3439" y="12324"/>
                  <a:pt x="3439" y="11783"/>
                </a:cubicBezTo>
                <a:lnTo>
                  <a:pt x="3439" y="4714"/>
                </a:lnTo>
                <a:lnTo>
                  <a:pt x="5350" y="4714"/>
                </a:lnTo>
                <a:lnTo>
                  <a:pt x="267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-432366" y="1941311"/>
            <a:ext cx="129909" cy="1601450"/>
          </a:xfrm>
          <a:custGeom>
            <a:avLst/>
            <a:gdLst/>
            <a:ahLst/>
            <a:cxnLst/>
            <a:rect l="l" t="t" r="r" b="b"/>
            <a:pathLst>
              <a:path w="5414" h="66741" extrusionOk="0">
                <a:moveTo>
                  <a:pt x="2739" y="0"/>
                </a:moveTo>
                <a:lnTo>
                  <a:pt x="0" y="4649"/>
                </a:lnTo>
                <a:lnTo>
                  <a:pt x="1911" y="4649"/>
                </a:lnTo>
                <a:lnTo>
                  <a:pt x="1911" y="65977"/>
                </a:lnTo>
                <a:cubicBezTo>
                  <a:pt x="1911" y="66486"/>
                  <a:pt x="2309" y="66741"/>
                  <a:pt x="2707" y="66741"/>
                </a:cubicBezTo>
                <a:cubicBezTo>
                  <a:pt x="3105" y="66741"/>
                  <a:pt x="3503" y="66486"/>
                  <a:pt x="3503" y="65977"/>
                </a:cubicBezTo>
                <a:lnTo>
                  <a:pt x="3503" y="4649"/>
                </a:lnTo>
                <a:lnTo>
                  <a:pt x="5414" y="4649"/>
                </a:lnTo>
                <a:lnTo>
                  <a:pt x="2739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3209091" y="4536010"/>
            <a:ext cx="1005510" cy="152824"/>
          </a:xfrm>
          <a:custGeom>
            <a:avLst/>
            <a:gdLst/>
            <a:ahLst/>
            <a:cxnLst/>
            <a:rect l="l" t="t" r="r" b="b"/>
            <a:pathLst>
              <a:path w="41905" h="6369" extrusionOk="0">
                <a:moveTo>
                  <a:pt x="25092" y="1"/>
                </a:moveTo>
                <a:lnTo>
                  <a:pt x="25092" y="2357"/>
                </a:lnTo>
                <a:lnTo>
                  <a:pt x="1019" y="2357"/>
                </a:lnTo>
                <a:cubicBezTo>
                  <a:pt x="0" y="2357"/>
                  <a:pt x="0" y="3949"/>
                  <a:pt x="1019" y="3949"/>
                </a:cubicBezTo>
                <a:lnTo>
                  <a:pt x="25092" y="3949"/>
                </a:lnTo>
                <a:lnTo>
                  <a:pt x="25092" y="6369"/>
                </a:lnTo>
                <a:lnTo>
                  <a:pt x="31397" y="6369"/>
                </a:lnTo>
                <a:lnTo>
                  <a:pt x="31397" y="3949"/>
                </a:lnTo>
                <a:lnTo>
                  <a:pt x="37256" y="3949"/>
                </a:lnTo>
                <a:lnTo>
                  <a:pt x="37256" y="5859"/>
                </a:lnTo>
                <a:lnTo>
                  <a:pt x="41904" y="3185"/>
                </a:lnTo>
                <a:lnTo>
                  <a:pt x="37256" y="446"/>
                </a:lnTo>
                <a:lnTo>
                  <a:pt x="37256" y="2357"/>
                </a:lnTo>
                <a:lnTo>
                  <a:pt x="31397" y="2357"/>
                </a:lnTo>
                <a:lnTo>
                  <a:pt x="3139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168637" y="4665895"/>
            <a:ext cx="1180770" cy="378017"/>
          </a:xfrm>
          <a:custGeom>
            <a:avLst/>
            <a:gdLst/>
            <a:ahLst/>
            <a:cxnLst/>
            <a:rect l="l" t="t" r="r" b="b"/>
            <a:pathLst>
              <a:path w="49209" h="15754" extrusionOk="0">
                <a:moveTo>
                  <a:pt x="46534" y="1"/>
                </a:moveTo>
                <a:lnTo>
                  <a:pt x="43796" y="4650"/>
                </a:lnTo>
                <a:lnTo>
                  <a:pt x="45706" y="4650"/>
                </a:lnTo>
                <a:lnTo>
                  <a:pt x="45706" y="8725"/>
                </a:lnTo>
                <a:cubicBezTo>
                  <a:pt x="45706" y="10381"/>
                  <a:pt x="44369" y="11719"/>
                  <a:pt x="42713" y="11719"/>
                </a:cubicBezTo>
                <a:lnTo>
                  <a:pt x="32651" y="11719"/>
                </a:lnTo>
                <a:lnTo>
                  <a:pt x="32651" y="9235"/>
                </a:lnTo>
                <a:lnTo>
                  <a:pt x="26346" y="9235"/>
                </a:lnTo>
                <a:lnTo>
                  <a:pt x="26346" y="11719"/>
                </a:lnTo>
                <a:lnTo>
                  <a:pt x="6859" y="11719"/>
                </a:lnTo>
                <a:cubicBezTo>
                  <a:pt x="6497" y="9847"/>
                  <a:pt x="5018" y="8948"/>
                  <a:pt x="3536" y="8948"/>
                </a:cubicBezTo>
                <a:cubicBezTo>
                  <a:pt x="1892" y="8948"/>
                  <a:pt x="243" y="10054"/>
                  <a:pt x="109" y="12164"/>
                </a:cubicBezTo>
                <a:cubicBezTo>
                  <a:pt x="0" y="14441"/>
                  <a:pt x="1778" y="15754"/>
                  <a:pt x="3558" y="15754"/>
                </a:cubicBezTo>
                <a:cubicBezTo>
                  <a:pt x="4915" y="15754"/>
                  <a:pt x="6272" y="14991"/>
                  <a:pt x="6795" y="13311"/>
                </a:cubicBezTo>
                <a:lnTo>
                  <a:pt x="26346" y="13311"/>
                </a:lnTo>
                <a:lnTo>
                  <a:pt x="26346" y="15540"/>
                </a:lnTo>
                <a:lnTo>
                  <a:pt x="32651" y="15540"/>
                </a:lnTo>
                <a:lnTo>
                  <a:pt x="32651" y="13311"/>
                </a:lnTo>
                <a:lnTo>
                  <a:pt x="42650" y="13311"/>
                </a:lnTo>
                <a:cubicBezTo>
                  <a:pt x="45261" y="13311"/>
                  <a:pt x="47298" y="11273"/>
                  <a:pt x="47298" y="8725"/>
                </a:cubicBezTo>
                <a:lnTo>
                  <a:pt x="47298" y="4650"/>
                </a:lnTo>
                <a:lnTo>
                  <a:pt x="49209" y="4650"/>
                </a:lnTo>
                <a:lnTo>
                  <a:pt x="465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-1356869" y="2564773"/>
            <a:ext cx="189513" cy="161270"/>
          </a:xfrm>
          <a:custGeom>
            <a:avLst/>
            <a:gdLst/>
            <a:ahLst/>
            <a:cxnLst/>
            <a:rect l="l" t="t" r="r" b="b"/>
            <a:pathLst>
              <a:path w="7898" h="6721" extrusionOk="0">
                <a:moveTo>
                  <a:pt x="4522" y="0"/>
                </a:moveTo>
                <a:cubicBezTo>
                  <a:pt x="1465" y="0"/>
                  <a:pt x="1" y="3630"/>
                  <a:pt x="2102" y="5732"/>
                </a:cubicBezTo>
                <a:cubicBezTo>
                  <a:pt x="2805" y="6414"/>
                  <a:pt x="3663" y="6721"/>
                  <a:pt x="4501" y="6721"/>
                </a:cubicBezTo>
                <a:cubicBezTo>
                  <a:pt x="6242" y="6721"/>
                  <a:pt x="7897" y="5396"/>
                  <a:pt x="7897" y="3375"/>
                </a:cubicBezTo>
                <a:cubicBezTo>
                  <a:pt x="7897" y="1465"/>
                  <a:pt x="6369" y="0"/>
                  <a:pt x="4522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-1317134" y="1615819"/>
            <a:ext cx="594452" cy="129909"/>
          </a:xfrm>
          <a:custGeom>
            <a:avLst/>
            <a:gdLst/>
            <a:ahLst/>
            <a:cxnLst/>
            <a:rect l="l" t="t" r="r" b="b"/>
            <a:pathLst>
              <a:path w="24774" h="5414" extrusionOk="0">
                <a:moveTo>
                  <a:pt x="4713" y="0"/>
                </a:moveTo>
                <a:lnTo>
                  <a:pt x="0" y="2739"/>
                </a:lnTo>
                <a:lnTo>
                  <a:pt x="4713" y="5414"/>
                </a:lnTo>
                <a:lnTo>
                  <a:pt x="4713" y="3503"/>
                </a:lnTo>
                <a:lnTo>
                  <a:pt x="23946" y="3503"/>
                </a:lnTo>
                <a:cubicBezTo>
                  <a:pt x="24391" y="3503"/>
                  <a:pt x="24774" y="3185"/>
                  <a:pt x="24774" y="2739"/>
                </a:cubicBezTo>
                <a:cubicBezTo>
                  <a:pt x="24774" y="2293"/>
                  <a:pt x="24391" y="1911"/>
                  <a:pt x="23946" y="1911"/>
                </a:cubicBezTo>
                <a:lnTo>
                  <a:pt x="4713" y="1911"/>
                </a:lnTo>
                <a:lnTo>
                  <a:pt x="4713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3867706" y="3617626"/>
            <a:ext cx="24" cy="24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" name="Google Shape;197;p22"/>
          <p:cNvGrpSpPr/>
          <p:nvPr/>
        </p:nvGrpSpPr>
        <p:grpSpPr>
          <a:xfrm>
            <a:off x="3650719" y="3330334"/>
            <a:ext cx="429415" cy="537920"/>
            <a:chOff x="3650719" y="3330334"/>
            <a:chExt cx="429415" cy="537920"/>
          </a:xfrm>
        </p:grpSpPr>
        <p:sp>
          <p:nvSpPr>
            <p:cNvPr id="198" name="Google Shape;198;p22"/>
            <p:cNvSpPr/>
            <p:nvPr/>
          </p:nvSpPr>
          <p:spPr>
            <a:xfrm>
              <a:off x="3688919" y="3380771"/>
              <a:ext cx="169645" cy="437069"/>
            </a:xfrm>
            <a:custGeom>
              <a:avLst/>
              <a:gdLst/>
              <a:ahLst/>
              <a:cxnLst/>
              <a:rect l="l" t="t" r="r" b="b"/>
              <a:pathLst>
                <a:path w="7070" h="18215" extrusionOk="0">
                  <a:moveTo>
                    <a:pt x="0" y="0"/>
                  </a:moveTo>
                  <a:cubicBezTo>
                    <a:pt x="0" y="2866"/>
                    <a:pt x="1911" y="4777"/>
                    <a:pt x="3503" y="6305"/>
                  </a:cubicBezTo>
                  <a:cubicBezTo>
                    <a:pt x="4522" y="7324"/>
                    <a:pt x="5413" y="8279"/>
                    <a:pt x="5541" y="9107"/>
                  </a:cubicBezTo>
                  <a:cubicBezTo>
                    <a:pt x="5413" y="9935"/>
                    <a:pt x="4522" y="10890"/>
                    <a:pt x="3503" y="11846"/>
                  </a:cubicBezTo>
                  <a:cubicBezTo>
                    <a:pt x="1911" y="13438"/>
                    <a:pt x="0" y="15348"/>
                    <a:pt x="0" y="18214"/>
                  </a:cubicBezTo>
                  <a:lnTo>
                    <a:pt x="1592" y="18214"/>
                  </a:lnTo>
                  <a:cubicBezTo>
                    <a:pt x="1592" y="16049"/>
                    <a:pt x="3121" y="14520"/>
                    <a:pt x="4585" y="13056"/>
                  </a:cubicBezTo>
                  <a:cubicBezTo>
                    <a:pt x="5859" y="11846"/>
                    <a:pt x="7005" y="10636"/>
                    <a:pt x="7069" y="9235"/>
                  </a:cubicBezTo>
                  <a:lnTo>
                    <a:pt x="7069" y="9107"/>
                  </a:lnTo>
                  <a:lnTo>
                    <a:pt x="7069" y="9044"/>
                  </a:lnTo>
                  <a:cubicBezTo>
                    <a:pt x="7005" y="7579"/>
                    <a:pt x="5859" y="6433"/>
                    <a:pt x="4585" y="5223"/>
                  </a:cubicBezTo>
                  <a:cubicBezTo>
                    <a:pt x="3121" y="3694"/>
                    <a:pt x="1592" y="2166"/>
                    <a:pt x="15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2"/>
            <p:cNvSpPr/>
            <p:nvPr/>
          </p:nvSpPr>
          <p:spPr>
            <a:xfrm>
              <a:off x="3875336" y="3379235"/>
              <a:ext cx="171180" cy="438605"/>
            </a:xfrm>
            <a:custGeom>
              <a:avLst/>
              <a:gdLst/>
              <a:ahLst/>
              <a:cxnLst/>
              <a:rect l="l" t="t" r="r" b="b"/>
              <a:pathLst>
                <a:path w="7134" h="18279" extrusionOk="0">
                  <a:moveTo>
                    <a:pt x="5541" y="1"/>
                  </a:moveTo>
                  <a:cubicBezTo>
                    <a:pt x="5541" y="2230"/>
                    <a:pt x="4013" y="3758"/>
                    <a:pt x="2484" y="5223"/>
                  </a:cubicBezTo>
                  <a:cubicBezTo>
                    <a:pt x="1274" y="6433"/>
                    <a:pt x="128" y="7643"/>
                    <a:pt x="1" y="9044"/>
                  </a:cubicBezTo>
                  <a:lnTo>
                    <a:pt x="1" y="9171"/>
                  </a:lnTo>
                  <a:lnTo>
                    <a:pt x="1" y="9235"/>
                  </a:lnTo>
                  <a:cubicBezTo>
                    <a:pt x="128" y="10700"/>
                    <a:pt x="1274" y="11846"/>
                    <a:pt x="2484" y="13056"/>
                  </a:cubicBezTo>
                  <a:cubicBezTo>
                    <a:pt x="4013" y="14521"/>
                    <a:pt x="5541" y="16113"/>
                    <a:pt x="5541" y="18278"/>
                  </a:cubicBezTo>
                  <a:lnTo>
                    <a:pt x="7133" y="18278"/>
                  </a:lnTo>
                  <a:cubicBezTo>
                    <a:pt x="7133" y="15412"/>
                    <a:pt x="5159" y="13502"/>
                    <a:pt x="3631" y="11910"/>
                  </a:cubicBezTo>
                  <a:cubicBezTo>
                    <a:pt x="2612" y="10891"/>
                    <a:pt x="1656" y="9935"/>
                    <a:pt x="1593" y="9108"/>
                  </a:cubicBezTo>
                  <a:cubicBezTo>
                    <a:pt x="1656" y="8280"/>
                    <a:pt x="2612" y="7388"/>
                    <a:pt x="3631" y="6369"/>
                  </a:cubicBezTo>
                  <a:cubicBezTo>
                    <a:pt x="5223" y="4777"/>
                    <a:pt x="7133" y="2867"/>
                    <a:pt x="7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2"/>
            <p:cNvSpPr/>
            <p:nvPr/>
          </p:nvSpPr>
          <p:spPr>
            <a:xfrm>
              <a:off x="3779068" y="3467873"/>
              <a:ext cx="177275" cy="111577"/>
            </a:xfrm>
            <a:custGeom>
              <a:avLst/>
              <a:gdLst/>
              <a:ahLst/>
              <a:cxnLst/>
              <a:rect l="l" t="t" r="r" b="b"/>
              <a:pathLst>
                <a:path w="7388" h="4650" extrusionOk="0">
                  <a:moveTo>
                    <a:pt x="1" y="0"/>
                  </a:moveTo>
                  <a:cubicBezTo>
                    <a:pt x="574" y="637"/>
                    <a:pt x="1274" y="1338"/>
                    <a:pt x="1975" y="1975"/>
                  </a:cubicBezTo>
                  <a:cubicBezTo>
                    <a:pt x="2548" y="2548"/>
                    <a:pt x="3057" y="3248"/>
                    <a:pt x="3439" y="4013"/>
                  </a:cubicBezTo>
                  <a:cubicBezTo>
                    <a:pt x="3567" y="4204"/>
                    <a:pt x="3630" y="4458"/>
                    <a:pt x="3694" y="4649"/>
                  </a:cubicBezTo>
                  <a:cubicBezTo>
                    <a:pt x="3694" y="4586"/>
                    <a:pt x="3758" y="4458"/>
                    <a:pt x="3758" y="4395"/>
                  </a:cubicBezTo>
                  <a:cubicBezTo>
                    <a:pt x="3885" y="4013"/>
                    <a:pt x="4076" y="3694"/>
                    <a:pt x="4267" y="3376"/>
                  </a:cubicBezTo>
                  <a:cubicBezTo>
                    <a:pt x="4713" y="2803"/>
                    <a:pt x="5159" y="2229"/>
                    <a:pt x="5668" y="1720"/>
                  </a:cubicBezTo>
                  <a:cubicBezTo>
                    <a:pt x="6242" y="1147"/>
                    <a:pt x="6878" y="574"/>
                    <a:pt x="7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3650719" y="3330334"/>
              <a:ext cx="429415" cy="38224"/>
            </a:xfrm>
            <a:custGeom>
              <a:avLst/>
              <a:gdLst/>
              <a:ahLst/>
              <a:cxnLst/>
              <a:rect l="l" t="t" r="r" b="b"/>
              <a:pathLst>
                <a:path w="17896" h="1593" extrusionOk="0">
                  <a:moveTo>
                    <a:pt x="0" y="1"/>
                  </a:moveTo>
                  <a:lnTo>
                    <a:pt x="0" y="1593"/>
                  </a:lnTo>
                  <a:lnTo>
                    <a:pt x="17895" y="1593"/>
                  </a:lnTo>
                  <a:lnTo>
                    <a:pt x="178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2"/>
            <p:cNvSpPr/>
            <p:nvPr/>
          </p:nvSpPr>
          <p:spPr>
            <a:xfrm>
              <a:off x="3650719" y="3830030"/>
              <a:ext cx="429415" cy="38224"/>
            </a:xfrm>
            <a:custGeom>
              <a:avLst/>
              <a:gdLst/>
              <a:ahLst/>
              <a:cxnLst/>
              <a:rect l="l" t="t" r="r" b="b"/>
              <a:pathLst>
                <a:path w="17896" h="1593" extrusionOk="0">
                  <a:moveTo>
                    <a:pt x="0" y="1"/>
                  </a:moveTo>
                  <a:lnTo>
                    <a:pt x="0" y="1593"/>
                  </a:lnTo>
                  <a:lnTo>
                    <a:pt x="17895" y="1593"/>
                  </a:lnTo>
                  <a:lnTo>
                    <a:pt x="178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22"/>
          <p:cNvSpPr/>
          <p:nvPr/>
        </p:nvSpPr>
        <p:spPr>
          <a:xfrm>
            <a:off x="3772950" y="1883243"/>
            <a:ext cx="117647" cy="169645"/>
          </a:xfrm>
          <a:custGeom>
            <a:avLst/>
            <a:gdLst/>
            <a:ahLst/>
            <a:cxnLst/>
            <a:rect l="l" t="t" r="r" b="b"/>
            <a:pathLst>
              <a:path w="4903" h="7070" extrusionOk="0">
                <a:moveTo>
                  <a:pt x="2357" y="1274"/>
                </a:moveTo>
                <a:cubicBezTo>
                  <a:pt x="2930" y="1274"/>
                  <a:pt x="3312" y="1720"/>
                  <a:pt x="3312" y="2293"/>
                </a:cubicBezTo>
                <a:cubicBezTo>
                  <a:pt x="3312" y="2802"/>
                  <a:pt x="2930" y="3312"/>
                  <a:pt x="2357" y="3312"/>
                </a:cubicBezTo>
                <a:lnTo>
                  <a:pt x="1593" y="3312"/>
                </a:lnTo>
                <a:lnTo>
                  <a:pt x="1593" y="1274"/>
                </a:lnTo>
                <a:close/>
                <a:moveTo>
                  <a:pt x="1" y="0"/>
                </a:moveTo>
                <a:lnTo>
                  <a:pt x="1" y="7069"/>
                </a:lnTo>
                <a:lnTo>
                  <a:pt x="1593" y="7069"/>
                </a:lnTo>
                <a:lnTo>
                  <a:pt x="1593" y="4522"/>
                </a:lnTo>
                <a:lnTo>
                  <a:pt x="2675" y="4522"/>
                </a:lnTo>
                <a:cubicBezTo>
                  <a:pt x="2710" y="4524"/>
                  <a:pt x="2743" y="4524"/>
                  <a:pt x="2777" y="4524"/>
                </a:cubicBezTo>
                <a:cubicBezTo>
                  <a:pt x="3942" y="4524"/>
                  <a:pt x="4903" y="3469"/>
                  <a:pt x="4841" y="2293"/>
                </a:cubicBezTo>
                <a:cubicBezTo>
                  <a:pt x="4841" y="1019"/>
                  <a:pt x="3885" y="0"/>
                  <a:pt x="26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3905906" y="1883243"/>
            <a:ext cx="132956" cy="169645"/>
          </a:xfrm>
          <a:custGeom>
            <a:avLst/>
            <a:gdLst/>
            <a:ahLst/>
            <a:cxnLst/>
            <a:rect l="l" t="t" r="r" b="b"/>
            <a:pathLst>
              <a:path w="5541" h="7070" extrusionOk="0">
                <a:moveTo>
                  <a:pt x="0" y="0"/>
                </a:moveTo>
                <a:lnTo>
                  <a:pt x="0" y="7069"/>
                </a:lnTo>
                <a:lnTo>
                  <a:pt x="1592" y="7069"/>
                </a:lnTo>
                <a:lnTo>
                  <a:pt x="1592" y="4267"/>
                </a:lnTo>
                <a:lnTo>
                  <a:pt x="3885" y="4267"/>
                </a:lnTo>
                <a:lnTo>
                  <a:pt x="3885" y="7069"/>
                </a:lnTo>
                <a:lnTo>
                  <a:pt x="5541" y="7069"/>
                </a:lnTo>
                <a:lnTo>
                  <a:pt x="5541" y="0"/>
                </a:lnTo>
                <a:lnTo>
                  <a:pt x="3885" y="0"/>
                </a:lnTo>
                <a:lnTo>
                  <a:pt x="3885" y="2802"/>
                </a:lnTo>
                <a:lnTo>
                  <a:pt x="1592" y="2802"/>
                </a:lnTo>
                <a:lnTo>
                  <a:pt x="15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4069408" y="1883243"/>
            <a:ext cx="116160" cy="169645"/>
          </a:xfrm>
          <a:custGeom>
            <a:avLst/>
            <a:gdLst/>
            <a:ahLst/>
            <a:cxnLst/>
            <a:rect l="l" t="t" r="r" b="b"/>
            <a:pathLst>
              <a:path w="4841" h="7070" extrusionOk="0">
                <a:moveTo>
                  <a:pt x="2357" y="1274"/>
                </a:moveTo>
                <a:cubicBezTo>
                  <a:pt x="2930" y="1274"/>
                  <a:pt x="3312" y="1720"/>
                  <a:pt x="3312" y="2293"/>
                </a:cubicBezTo>
                <a:cubicBezTo>
                  <a:pt x="3312" y="2802"/>
                  <a:pt x="2930" y="3312"/>
                  <a:pt x="2357" y="3312"/>
                </a:cubicBezTo>
                <a:lnTo>
                  <a:pt x="1529" y="3312"/>
                </a:lnTo>
                <a:lnTo>
                  <a:pt x="1529" y="1274"/>
                </a:lnTo>
                <a:close/>
                <a:moveTo>
                  <a:pt x="0" y="0"/>
                </a:moveTo>
                <a:lnTo>
                  <a:pt x="0" y="7069"/>
                </a:lnTo>
                <a:lnTo>
                  <a:pt x="1529" y="7069"/>
                </a:lnTo>
                <a:lnTo>
                  <a:pt x="1529" y="4522"/>
                </a:lnTo>
                <a:lnTo>
                  <a:pt x="2612" y="4522"/>
                </a:lnTo>
                <a:cubicBezTo>
                  <a:pt x="2647" y="4524"/>
                  <a:pt x="2683" y="4524"/>
                  <a:pt x="2718" y="4524"/>
                </a:cubicBezTo>
                <a:cubicBezTo>
                  <a:pt x="3938" y="4524"/>
                  <a:pt x="4839" y="3469"/>
                  <a:pt x="4777" y="2293"/>
                </a:cubicBezTo>
                <a:cubicBezTo>
                  <a:pt x="4840" y="1083"/>
                  <a:pt x="3822" y="64"/>
                  <a:pt x="261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-522515" y="481959"/>
            <a:ext cx="88638" cy="171180"/>
          </a:xfrm>
          <a:custGeom>
            <a:avLst/>
            <a:gdLst/>
            <a:ahLst/>
            <a:cxnLst/>
            <a:rect l="l" t="t" r="r" b="b"/>
            <a:pathLst>
              <a:path w="3694" h="7134" extrusionOk="0">
                <a:moveTo>
                  <a:pt x="2102" y="1"/>
                </a:moveTo>
                <a:lnTo>
                  <a:pt x="2102" y="4268"/>
                </a:lnTo>
                <a:cubicBezTo>
                  <a:pt x="2102" y="5032"/>
                  <a:pt x="2102" y="5669"/>
                  <a:pt x="955" y="5669"/>
                </a:cubicBezTo>
                <a:cubicBezTo>
                  <a:pt x="573" y="5669"/>
                  <a:pt x="191" y="5478"/>
                  <a:pt x="0" y="5159"/>
                </a:cubicBezTo>
                <a:lnTo>
                  <a:pt x="0" y="7006"/>
                </a:lnTo>
                <a:cubicBezTo>
                  <a:pt x="319" y="7134"/>
                  <a:pt x="637" y="7134"/>
                  <a:pt x="955" y="7134"/>
                </a:cubicBezTo>
                <a:cubicBezTo>
                  <a:pt x="2675" y="7134"/>
                  <a:pt x="3694" y="6433"/>
                  <a:pt x="3694" y="4395"/>
                </a:cubicBezTo>
                <a:lnTo>
                  <a:pt x="3694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-415569" y="478912"/>
            <a:ext cx="142146" cy="175763"/>
          </a:xfrm>
          <a:custGeom>
            <a:avLst/>
            <a:gdLst/>
            <a:ahLst/>
            <a:cxnLst/>
            <a:rect l="l" t="t" r="r" b="b"/>
            <a:pathLst>
              <a:path w="5924" h="7325" extrusionOk="0">
                <a:moveTo>
                  <a:pt x="2867" y="1"/>
                </a:moveTo>
                <a:cubicBezTo>
                  <a:pt x="1593" y="1"/>
                  <a:pt x="256" y="637"/>
                  <a:pt x="256" y="2102"/>
                </a:cubicBezTo>
                <a:cubicBezTo>
                  <a:pt x="256" y="4713"/>
                  <a:pt x="4331" y="3822"/>
                  <a:pt x="4331" y="5223"/>
                </a:cubicBezTo>
                <a:cubicBezTo>
                  <a:pt x="4331" y="5860"/>
                  <a:pt x="3504" y="6051"/>
                  <a:pt x="3058" y="6051"/>
                </a:cubicBezTo>
                <a:cubicBezTo>
                  <a:pt x="3019" y="6054"/>
                  <a:pt x="2980" y="6055"/>
                  <a:pt x="2942" y="6055"/>
                </a:cubicBezTo>
                <a:cubicBezTo>
                  <a:pt x="2230" y="6055"/>
                  <a:pt x="1654" y="5505"/>
                  <a:pt x="1593" y="4841"/>
                </a:cubicBezTo>
                <a:lnTo>
                  <a:pt x="1" y="4841"/>
                </a:lnTo>
                <a:cubicBezTo>
                  <a:pt x="1" y="6496"/>
                  <a:pt x="1466" y="7324"/>
                  <a:pt x="2994" y="7324"/>
                </a:cubicBezTo>
                <a:cubicBezTo>
                  <a:pt x="4586" y="7324"/>
                  <a:pt x="5924" y="6687"/>
                  <a:pt x="5924" y="5032"/>
                </a:cubicBezTo>
                <a:cubicBezTo>
                  <a:pt x="5924" y="2357"/>
                  <a:pt x="1848" y="3249"/>
                  <a:pt x="1848" y="1975"/>
                </a:cubicBezTo>
                <a:cubicBezTo>
                  <a:pt x="1848" y="1465"/>
                  <a:pt x="2485" y="1274"/>
                  <a:pt x="2867" y="1274"/>
                </a:cubicBezTo>
                <a:cubicBezTo>
                  <a:pt x="3695" y="1274"/>
                  <a:pt x="4077" y="1529"/>
                  <a:pt x="4204" y="2230"/>
                </a:cubicBezTo>
                <a:lnTo>
                  <a:pt x="5669" y="2230"/>
                </a:lnTo>
                <a:cubicBezTo>
                  <a:pt x="5605" y="637"/>
                  <a:pt x="4331" y="1"/>
                  <a:pt x="2867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-1214747" y="1001523"/>
            <a:ext cx="131445" cy="169645"/>
          </a:xfrm>
          <a:custGeom>
            <a:avLst/>
            <a:gdLst/>
            <a:ahLst/>
            <a:cxnLst/>
            <a:rect l="l" t="t" r="r" b="b"/>
            <a:pathLst>
              <a:path w="5478" h="7070" extrusionOk="0">
                <a:moveTo>
                  <a:pt x="0" y="1"/>
                </a:moveTo>
                <a:lnTo>
                  <a:pt x="0" y="7069"/>
                </a:lnTo>
                <a:lnTo>
                  <a:pt x="1529" y="7069"/>
                </a:lnTo>
                <a:lnTo>
                  <a:pt x="1529" y="4267"/>
                </a:lnTo>
                <a:lnTo>
                  <a:pt x="3821" y="4267"/>
                </a:lnTo>
                <a:lnTo>
                  <a:pt x="3821" y="7069"/>
                </a:lnTo>
                <a:lnTo>
                  <a:pt x="5477" y="7069"/>
                </a:lnTo>
                <a:lnTo>
                  <a:pt x="5477" y="1"/>
                </a:lnTo>
                <a:lnTo>
                  <a:pt x="3821" y="1"/>
                </a:lnTo>
                <a:lnTo>
                  <a:pt x="3821" y="2866"/>
                </a:lnTo>
                <a:lnTo>
                  <a:pt x="1529" y="2866"/>
                </a:lnTo>
                <a:lnTo>
                  <a:pt x="1529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-1066530" y="1001523"/>
            <a:ext cx="134492" cy="169645"/>
          </a:xfrm>
          <a:custGeom>
            <a:avLst/>
            <a:gdLst/>
            <a:ahLst/>
            <a:cxnLst/>
            <a:rect l="l" t="t" r="r" b="b"/>
            <a:pathLst>
              <a:path w="5605" h="7070" extrusionOk="0">
                <a:moveTo>
                  <a:pt x="1" y="1"/>
                </a:moveTo>
                <a:lnTo>
                  <a:pt x="1" y="1465"/>
                </a:lnTo>
                <a:lnTo>
                  <a:pt x="2038" y="1465"/>
                </a:lnTo>
                <a:lnTo>
                  <a:pt x="2038" y="7069"/>
                </a:lnTo>
                <a:lnTo>
                  <a:pt x="3567" y="7069"/>
                </a:lnTo>
                <a:lnTo>
                  <a:pt x="3567" y="1465"/>
                </a:lnTo>
                <a:lnTo>
                  <a:pt x="5605" y="1465"/>
                </a:lnTo>
                <a:lnTo>
                  <a:pt x="560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-930526" y="1001523"/>
            <a:ext cx="224665" cy="169645"/>
          </a:xfrm>
          <a:custGeom>
            <a:avLst/>
            <a:gdLst/>
            <a:ahLst/>
            <a:cxnLst/>
            <a:rect l="l" t="t" r="r" b="b"/>
            <a:pathLst>
              <a:path w="9363" h="7070" extrusionOk="0">
                <a:moveTo>
                  <a:pt x="1402" y="1"/>
                </a:moveTo>
                <a:lnTo>
                  <a:pt x="0" y="7069"/>
                </a:lnTo>
                <a:lnTo>
                  <a:pt x="1720" y="7069"/>
                </a:lnTo>
                <a:lnTo>
                  <a:pt x="2548" y="2229"/>
                </a:lnTo>
                <a:lnTo>
                  <a:pt x="3949" y="7069"/>
                </a:lnTo>
                <a:lnTo>
                  <a:pt x="5477" y="7069"/>
                </a:lnTo>
                <a:lnTo>
                  <a:pt x="6815" y="2229"/>
                </a:lnTo>
                <a:lnTo>
                  <a:pt x="7643" y="7069"/>
                </a:lnTo>
                <a:lnTo>
                  <a:pt x="9362" y="7069"/>
                </a:lnTo>
                <a:lnTo>
                  <a:pt x="8025" y="1"/>
                </a:lnTo>
                <a:lnTo>
                  <a:pt x="6178" y="1"/>
                </a:lnTo>
                <a:lnTo>
                  <a:pt x="4713" y="4968"/>
                </a:lnTo>
                <a:lnTo>
                  <a:pt x="3248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-689088" y="1001523"/>
            <a:ext cx="97828" cy="169645"/>
          </a:xfrm>
          <a:custGeom>
            <a:avLst/>
            <a:gdLst/>
            <a:ahLst/>
            <a:cxnLst/>
            <a:rect l="l" t="t" r="r" b="b"/>
            <a:pathLst>
              <a:path w="4077" h="7070" extrusionOk="0">
                <a:moveTo>
                  <a:pt x="1" y="1"/>
                </a:moveTo>
                <a:lnTo>
                  <a:pt x="1" y="7069"/>
                </a:lnTo>
                <a:lnTo>
                  <a:pt x="4076" y="7069"/>
                </a:lnTo>
                <a:lnTo>
                  <a:pt x="4076" y="5668"/>
                </a:lnTo>
                <a:lnTo>
                  <a:pt x="1529" y="5668"/>
                </a:lnTo>
                <a:lnTo>
                  <a:pt x="1529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12309" y="4484061"/>
            <a:ext cx="155896" cy="203262"/>
          </a:xfrm>
          <a:custGeom>
            <a:avLst/>
            <a:gdLst/>
            <a:ahLst/>
            <a:cxnLst/>
            <a:rect l="l" t="t" r="r" b="b"/>
            <a:pathLst>
              <a:path w="6497" h="8471" extrusionOk="0">
                <a:moveTo>
                  <a:pt x="6496" y="0"/>
                </a:moveTo>
                <a:lnTo>
                  <a:pt x="0" y="3057"/>
                </a:lnTo>
                <a:lnTo>
                  <a:pt x="0" y="5413"/>
                </a:lnTo>
                <a:lnTo>
                  <a:pt x="6496" y="8470"/>
                </a:lnTo>
                <a:lnTo>
                  <a:pt x="6496" y="6560"/>
                </a:lnTo>
                <a:lnTo>
                  <a:pt x="1402" y="4267"/>
                </a:lnTo>
                <a:lnTo>
                  <a:pt x="6496" y="1911"/>
                </a:lnTo>
                <a:lnTo>
                  <a:pt x="649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192632" y="4384722"/>
            <a:ext cx="198679" cy="365252"/>
          </a:xfrm>
          <a:custGeom>
            <a:avLst/>
            <a:gdLst/>
            <a:ahLst/>
            <a:cxnLst/>
            <a:rect l="l" t="t" r="r" b="b"/>
            <a:pathLst>
              <a:path w="8280" h="15222" extrusionOk="0">
                <a:moveTo>
                  <a:pt x="6114" y="1"/>
                </a:moveTo>
                <a:lnTo>
                  <a:pt x="0" y="15221"/>
                </a:lnTo>
                <a:lnTo>
                  <a:pt x="2165" y="15221"/>
                </a:lnTo>
                <a:lnTo>
                  <a:pt x="827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3801989" y="4086729"/>
            <a:ext cx="230760" cy="230784"/>
          </a:xfrm>
          <a:custGeom>
            <a:avLst/>
            <a:gdLst/>
            <a:ahLst/>
            <a:cxnLst/>
            <a:rect l="l" t="t" r="r" b="b"/>
            <a:pathLst>
              <a:path w="9617" h="9618" extrusionOk="0">
                <a:moveTo>
                  <a:pt x="1" y="1"/>
                </a:moveTo>
                <a:lnTo>
                  <a:pt x="1" y="9617"/>
                </a:lnTo>
                <a:lnTo>
                  <a:pt x="9617" y="9617"/>
                </a:lnTo>
                <a:lnTo>
                  <a:pt x="96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TABLE OF CONTENTS</a:t>
            </a:r>
            <a:endParaRPr/>
          </a:p>
        </p:txBody>
      </p:sp>
      <p:sp>
        <p:nvSpPr>
          <p:cNvPr id="220" name="Google Shape;220;p23"/>
          <p:cNvSpPr txBox="1">
            <a:spLocks noGrp="1"/>
          </p:cNvSpPr>
          <p:nvPr>
            <p:ph type="subTitle" idx="1"/>
          </p:nvPr>
        </p:nvSpPr>
        <p:spPr>
          <a:xfrm>
            <a:off x="6411225" y="212190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accent1"/>
                </a:solidFill>
              </a:rPr>
              <a:t>Here you could describe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accent1"/>
                </a:solidFill>
              </a:rPr>
              <a:t>the topic of the section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1" name="Google Shape;221;p23"/>
          <p:cNvSpPr txBox="1">
            <a:spLocks noGrp="1"/>
          </p:cNvSpPr>
          <p:nvPr>
            <p:ph type="title" idx="2"/>
          </p:nvPr>
        </p:nvSpPr>
        <p:spPr>
          <a:xfrm>
            <a:off x="5167125" y="19012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04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2" name="Google Shape;222;p23"/>
          <p:cNvSpPr txBox="1">
            <a:spLocks noGrp="1"/>
          </p:cNvSpPr>
          <p:nvPr>
            <p:ph type="subTitle" idx="3"/>
          </p:nvPr>
        </p:nvSpPr>
        <p:spPr>
          <a:xfrm>
            <a:off x="6411225" y="304660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accent1"/>
                </a:solidFill>
              </a:rPr>
              <a:t>Here you could describe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accent1"/>
                </a:solidFill>
              </a:rPr>
              <a:t>the topic of the section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3" name="Google Shape;223;p23"/>
          <p:cNvSpPr txBox="1">
            <a:spLocks noGrp="1"/>
          </p:cNvSpPr>
          <p:nvPr>
            <p:ph type="title" idx="4"/>
          </p:nvPr>
        </p:nvSpPr>
        <p:spPr>
          <a:xfrm>
            <a:off x="5167125" y="279797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05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4" name="Google Shape;224;p23"/>
          <p:cNvSpPr txBox="1">
            <a:spLocks noGrp="1"/>
          </p:cNvSpPr>
          <p:nvPr>
            <p:ph type="subTitle" idx="5"/>
          </p:nvPr>
        </p:nvSpPr>
        <p:spPr>
          <a:xfrm>
            <a:off x="6411225" y="3935450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accent1"/>
                </a:solidFill>
              </a:rPr>
              <a:t>Here you could describe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accent1"/>
                </a:solidFill>
              </a:rPr>
              <a:t>the topic of the section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5" name="Google Shape;225;p23"/>
          <p:cNvSpPr txBox="1">
            <a:spLocks noGrp="1"/>
          </p:cNvSpPr>
          <p:nvPr>
            <p:ph type="title" idx="6"/>
          </p:nvPr>
        </p:nvSpPr>
        <p:spPr>
          <a:xfrm>
            <a:off x="5167125" y="369470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06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6" name="Google Shape;226;p23"/>
          <p:cNvSpPr txBox="1">
            <a:spLocks noGrp="1"/>
          </p:cNvSpPr>
          <p:nvPr>
            <p:ph type="subTitle" idx="7"/>
          </p:nvPr>
        </p:nvSpPr>
        <p:spPr>
          <a:xfrm>
            <a:off x="725750" y="212190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Here you could describe</a:t>
            </a:r>
            <a:endParaRPr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the topic of the section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7" name="Google Shape;227;p23"/>
          <p:cNvSpPr txBox="1">
            <a:spLocks noGrp="1"/>
          </p:cNvSpPr>
          <p:nvPr>
            <p:ph type="title" idx="8"/>
          </p:nvPr>
        </p:nvSpPr>
        <p:spPr>
          <a:xfrm>
            <a:off x="2827575" y="19012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01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8" name="Google Shape;228;p23"/>
          <p:cNvSpPr txBox="1">
            <a:spLocks noGrp="1"/>
          </p:cNvSpPr>
          <p:nvPr>
            <p:ph type="subTitle" idx="9"/>
          </p:nvPr>
        </p:nvSpPr>
        <p:spPr>
          <a:xfrm>
            <a:off x="725750" y="304660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accent1"/>
                </a:solidFill>
              </a:rPr>
              <a:t>Here you could describe</a:t>
            </a:r>
            <a:endParaRPr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accent1"/>
                </a:solidFill>
              </a:rPr>
              <a:t>the topic of the section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29" name="Google Shape;229;p23"/>
          <p:cNvSpPr txBox="1">
            <a:spLocks noGrp="1"/>
          </p:cNvSpPr>
          <p:nvPr>
            <p:ph type="title" idx="13"/>
          </p:nvPr>
        </p:nvSpPr>
        <p:spPr>
          <a:xfrm>
            <a:off x="2827575" y="279797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02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0" name="Google Shape;230;p23"/>
          <p:cNvSpPr txBox="1">
            <a:spLocks noGrp="1"/>
          </p:cNvSpPr>
          <p:nvPr>
            <p:ph type="subTitle" idx="14"/>
          </p:nvPr>
        </p:nvSpPr>
        <p:spPr>
          <a:xfrm>
            <a:off x="725750" y="3935450"/>
            <a:ext cx="20100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accent1"/>
                </a:solidFill>
              </a:rPr>
              <a:t>Here you could describe</a:t>
            </a:r>
            <a:endParaRPr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accent1"/>
                </a:solidFill>
              </a:rPr>
              <a:t>the topic of the section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1" name="Google Shape;231;p23"/>
          <p:cNvSpPr txBox="1">
            <a:spLocks noGrp="1"/>
          </p:cNvSpPr>
          <p:nvPr>
            <p:ph type="title" idx="15"/>
          </p:nvPr>
        </p:nvSpPr>
        <p:spPr>
          <a:xfrm>
            <a:off x="2827575" y="369470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03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2" name="Google Shape;232;p23"/>
          <p:cNvSpPr txBox="1">
            <a:spLocks noGrp="1"/>
          </p:cNvSpPr>
          <p:nvPr>
            <p:ph type="ctrTitle" idx="16"/>
          </p:nvPr>
        </p:nvSpPr>
        <p:spPr>
          <a:xfrm>
            <a:off x="643488" y="20507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About the Project</a:t>
            </a:r>
            <a:endParaRPr/>
          </a:p>
        </p:txBody>
      </p:sp>
      <p:sp>
        <p:nvSpPr>
          <p:cNvPr id="233" name="Google Shape;233;p23"/>
          <p:cNvSpPr txBox="1">
            <a:spLocks noGrp="1"/>
          </p:cNvSpPr>
          <p:nvPr>
            <p:ph type="ctrTitle" idx="17"/>
          </p:nvPr>
        </p:nvSpPr>
        <p:spPr>
          <a:xfrm>
            <a:off x="643488" y="29749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Major Requirements</a:t>
            </a:r>
            <a:endParaRPr/>
          </a:p>
        </p:txBody>
      </p:sp>
      <p:sp>
        <p:nvSpPr>
          <p:cNvPr id="234" name="Google Shape;234;p23"/>
          <p:cNvSpPr txBox="1">
            <a:spLocks noGrp="1"/>
          </p:cNvSpPr>
          <p:nvPr>
            <p:ph type="ctrTitle" idx="18"/>
          </p:nvPr>
        </p:nvSpPr>
        <p:spPr>
          <a:xfrm>
            <a:off x="643488" y="38639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Project Goals</a:t>
            </a:r>
            <a:endParaRPr/>
          </a:p>
        </p:txBody>
      </p:sp>
      <p:sp>
        <p:nvSpPr>
          <p:cNvPr id="235" name="Google Shape;235;p23"/>
          <p:cNvSpPr txBox="1">
            <a:spLocks noGrp="1"/>
          </p:cNvSpPr>
          <p:nvPr>
            <p:ph type="ctrTitle" idx="19"/>
          </p:nvPr>
        </p:nvSpPr>
        <p:spPr>
          <a:xfrm>
            <a:off x="6424513" y="20507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Sneak Peek</a:t>
            </a:r>
            <a:endParaRPr/>
          </a:p>
        </p:txBody>
      </p:sp>
      <p:sp>
        <p:nvSpPr>
          <p:cNvPr id="236" name="Google Shape;236;p23"/>
          <p:cNvSpPr txBox="1">
            <a:spLocks noGrp="1"/>
          </p:cNvSpPr>
          <p:nvPr>
            <p:ph type="ctrTitle" idx="20"/>
          </p:nvPr>
        </p:nvSpPr>
        <p:spPr>
          <a:xfrm>
            <a:off x="6424513" y="297496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Project Stages</a:t>
            </a:r>
            <a:endParaRPr/>
          </a:p>
        </p:txBody>
      </p:sp>
      <p:sp>
        <p:nvSpPr>
          <p:cNvPr id="237" name="Google Shape;237;p23"/>
          <p:cNvSpPr txBox="1">
            <a:spLocks noGrp="1"/>
          </p:cNvSpPr>
          <p:nvPr>
            <p:ph type="ctrTitle" idx="21"/>
          </p:nvPr>
        </p:nvSpPr>
        <p:spPr>
          <a:xfrm>
            <a:off x="6424513" y="38639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Our Team</a:t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3597855" y="3835194"/>
            <a:ext cx="428915" cy="428530"/>
          </a:xfrm>
          <a:custGeom>
            <a:avLst/>
            <a:gdLst/>
            <a:ahLst/>
            <a:cxnLst/>
            <a:rect l="l" t="t" r="r" b="b"/>
            <a:pathLst>
              <a:path w="31480" h="31446" extrusionOk="0">
                <a:moveTo>
                  <a:pt x="15267" y="12428"/>
                </a:moveTo>
                <a:cubicBezTo>
                  <a:pt x="15789" y="12428"/>
                  <a:pt x="16278" y="12559"/>
                  <a:pt x="16768" y="12722"/>
                </a:cubicBezTo>
                <a:lnTo>
                  <a:pt x="14647" y="14842"/>
                </a:lnTo>
                <a:cubicBezTo>
                  <a:pt x="14060" y="15364"/>
                  <a:pt x="14060" y="16277"/>
                  <a:pt x="14615" y="16832"/>
                </a:cubicBezTo>
                <a:cubicBezTo>
                  <a:pt x="14892" y="17126"/>
                  <a:pt x="15259" y="17272"/>
                  <a:pt x="15626" y="17272"/>
                </a:cubicBezTo>
                <a:cubicBezTo>
                  <a:pt x="15993" y="17272"/>
                  <a:pt x="16360" y="17126"/>
                  <a:pt x="16637" y="16832"/>
                </a:cubicBezTo>
                <a:lnTo>
                  <a:pt x="18757" y="14712"/>
                </a:lnTo>
                <a:cubicBezTo>
                  <a:pt x="18953" y="15168"/>
                  <a:pt x="19051" y="15690"/>
                  <a:pt x="19051" y="16245"/>
                </a:cubicBezTo>
                <a:cubicBezTo>
                  <a:pt x="19051" y="18365"/>
                  <a:pt x="17322" y="20029"/>
                  <a:pt x="15267" y="20029"/>
                </a:cubicBezTo>
                <a:cubicBezTo>
                  <a:pt x="13147" y="20029"/>
                  <a:pt x="11450" y="18300"/>
                  <a:pt x="11450" y="16245"/>
                </a:cubicBezTo>
                <a:cubicBezTo>
                  <a:pt x="11450" y="14157"/>
                  <a:pt x="13179" y="12428"/>
                  <a:pt x="15267" y="12428"/>
                </a:cubicBezTo>
                <a:close/>
                <a:moveTo>
                  <a:pt x="15267" y="4763"/>
                </a:moveTo>
                <a:cubicBezTo>
                  <a:pt x="17909" y="4763"/>
                  <a:pt x="20323" y="5676"/>
                  <a:pt x="22280" y="7177"/>
                </a:cubicBezTo>
                <a:lnTo>
                  <a:pt x="19540" y="9917"/>
                </a:lnTo>
                <a:cubicBezTo>
                  <a:pt x="18301" y="9101"/>
                  <a:pt x="16833" y="8612"/>
                  <a:pt x="15267" y="8612"/>
                </a:cubicBezTo>
                <a:cubicBezTo>
                  <a:pt x="11059" y="8612"/>
                  <a:pt x="7634" y="12037"/>
                  <a:pt x="7634" y="16245"/>
                </a:cubicBezTo>
                <a:cubicBezTo>
                  <a:pt x="7634" y="20420"/>
                  <a:pt x="11059" y="23845"/>
                  <a:pt x="15267" y="23845"/>
                </a:cubicBezTo>
                <a:cubicBezTo>
                  <a:pt x="19442" y="23845"/>
                  <a:pt x="22867" y="20420"/>
                  <a:pt x="22867" y="16245"/>
                </a:cubicBezTo>
                <a:cubicBezTo>
                  <a:pt x="22867" y="14646"/>
                  <a:pt x="22378" y="13179"/>
                  <a:pt x="21563" y="11939"/>
                </a:cubicBezTo>
                <a:lnTo>
                  <a:pt x="24303" y="9232"/>
                </a:lnTo>
                <a:cubicBezTo>
                  <a:pt x="25803" y="11124"/>
                  <a:pt x="26717" y="13570"/>
                  <a:pt x="26717" y="16245"/>
                </a:cubicBezTo>
                <a:cubicBezTo>
                  <a:pt x="26717" y="22508"/>
                  <a:pt x="21563" y="27597"/>
                  <a:pt x="15267" y="27597"/>
                </a:cubicBezTo>
                <a:cubicBezTo>
                  <a:pt x="8939" y="27597"/>
                  <a:pt x="3850" y="22475"/>
                  <a:pt x="3850" y="16180"/>
                </a:cubicBezTo>
                <a:cubicBezTo>
                  <a:pt x="3850" y="9917"/>
                  <a:pt x="8971" y="4763"/>
                  <a:pt x="15267" y="4763"/>
                </a:cubicBezTo>
                <a:close/>
                <a:moveTo>
                  <a:pt x="27434" y="0"/>
                </a:moveTo>
                <a:lnTo>
                  <a:pt x="23846" y="3588"/>
                </a:lnTo>
                <a:cubicBezTo>
                  <a:pt x="21400" y="1925"/>
                  <a:pt x="18464" y="946"/>
                  <a:pt x="15300" y="946"/>
                </a:cubicBezTo>
                <a:cubicBezTo>
                  <a:pt x="6851" y="946"/>
                  <a:pt x="1" y="7764"/>
                  <a:pt x="1" y="16180"/>
                </a:cubicBezTo>
                <a:cubicBezTo>
                  <a:pt x="1" y="24628"/>
                  <a:pt x="6818" y="31446"/>
                  <a:pt x="15267" y="31446"/>
                </a:cubicBezTo>
                <a:cubicBezTo>
                  <a:pt x="23650" y="31446"/>
                  <a:pt x="30500" y="24628"/>
                  <a:pt x="30500" y="16180"/>
                </a:cubicBezTo>
                <a:cubicBezTo>
                  <a:pt x="30500" y="13015"/>
                  <a:pt x="29522" y="10080"/>
                  <a:pt x="27858" y="7633"/>
                </a:cubicBezTo>
                <a:lnTo>
                  <a:pt x="31479" y="4045"/>
                </a:lnTo>
                <a:lnTo>
                  <a:pt x="31479" y="4045"/>
                </a:lnTo>
                <a:lnTo>
                  <a:pt x="26749" y="4730"/>
                </a:lnTo>
                <a:lnTo>
                  <a:pt x="26749" y="4730"/>
                </a:lnTo>
                <a:lnTo>
                  <a:pt x="274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9" name="Google Shape;239;p23"/>
          <p:cNvGrpSpPr/>
          <p:nvPr/>
        </p:nvGrpSpPr>
        <p:grpSpPr>
          <a:xfrm>
            <a:off x="3597856" y="2015863"/>
            <a:ext cx="428915" cy="426116"/>
            <a:chOff x="6226275" y="3911538"/>
            <a:chExt cx="900325" cy="894450"/>
          </a:xfrm>
        </p:grpSpPr>
        <p:sp>
          <p:nvSpPr>
            <p:cNvPr id="240" name="Google Shape;240;p23"/>
            <p:cNvSpPr/>
            <p:nvPr/>
          </p:nvSpPr>
          <p:spPr>
            <a:xfrm>
              <a:off x="6355100" y="4405488"/>
              <a:ext cx="87300" cy="116625"/>
            </a:xfrm>
            <a:custGeom>
              <a:avLst/>
              <a:gdLst/>
              <a:ahLst/>
              <a:cxnLst/>
              <a:rect l="l" t="t" r="r" b="b"/>
              <a:pathLst>
                <a:path w="3492" h="4665" extrusionOk="0">
                  <a:moveTo>
                    <a:pt x="1860" y="0"/>
                  </a:moveTo>
                  <a:cubicBezTo>
                    <a:pt x="947" y="1664"/>
                    <a:pt x="360" y="2871"/>
                    <a:pt x="197" y="3197"/>
                  </a:cubicBezTo>
                  <a:cubicBezTo>
                    <a:pt x="1" y="3588"/>
                    <a:pt x="66" y="4078"/>
                    <a:pt x="392" y="4404"/>
                  </a:cubicBezTo>
                  <a:lnTo>
                    <a:pt x="653" y="4665"/>
                  </a:lnTo>
                  <a:cubicBezTo>
                    <a:pt x="1371" y="3784"/>
                    <a:pt x="2252" y="2806"/>
                    <a:pt x="3296" y="1794"/>
                  </a:cubicBezTo>
                  <a:cubicBezTo>
                    <a:pt x="3393" y="1729"/>
                    <a:pt x="3459" y="1664"/>
                    <a:pt x="3491" y="1631"/>
                  </a:cubicBezTo>
                  <a:lnTo>
                    <a:pt x="18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3"/>
            <p:cNvSpPr/>
            <p:nvPr/>
          </p:nvSpPr>
          <p:spPr>
            <a:xfrm>
              <a:off x="6514125" y="4593038"/>
              <a:ext cx="119900" cy="87550"/>
            </a:xfrm>
            <a:custGeom>
              <a:avLst/>
              <a:gdLst/>
              <a:ahLst/>
              <a:cxnLst/>
              <a:rect l="l" t="t" r="r" b="b"/>
              <a:pathLst>
                <a:path w="4796" h="3502" extrusionOk="0">
                  <a:moveTo>
                    <a:pt x="3100" y="1"/>
                  </a:moveTo>
                  <a:cubicBezTo>
                    <a:pt x="2969" y="33"/>
                    <a:pt x="2937" y="131"/>
                    <a:pt x="2839" y="164"/>
                  </a:cubicBezTo>
                  <a:cubicBezTo>
                    <a:pt x="1795" y="1240"/>
                    <a:pt x="849" y="2088"/>
                    <a:pt x="1" y="2806"/>
                  </a:cubicBezTo>
                  <a:lnTo>
                    <a:pt x="360" y="3165"/>
                  </a:lnTo>
                  <a:cubicBezTo>
                    <a:pt x="566" y="3392"/>
                    <a:pt x="838" y="3502"/>
                    <a:pt x="1109" y="3502"/>
                  </a:cubicBezTo>
                  <a:cubicBezTo>
                    <a:pt x="1266" y="3502"/>
                    <a:pt x="1423" y="3465"/>
                    <a:pt x="1567" y="3393"/>
                  </a:cubicBezTo>
                  <a:cubicBezTo>
                    <a:pt x="2121" y="3100"/>
                    <a:pt x="2969" y="2708"/>
                    <a:pt x="4796" y="1697"/>
                  </a:cubicBezTo>
                  <a:lnTo>
                    <a:pt x="310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3"/>
            <p:cNvSpPr/>
            <p:nvPr/>
          </p:nvSpPr>
          <p:spPr>
            <a:xfrm>
              <a:off x="6330650" y="4455438"/>
              <a:ext cx="258525" cy="246400"/>
            </a:xfrm>
            <a:custGeom>
              <a:avLst/>
              <a:gdLst/>
              <a:ahLst/>
              <a:cxnLst/>
              <a:rect l="l" t="t" r="r" b="b"/>
              <a:pathLst>
                <a:path w="10341" h="9856" extrusionOk="0">
                  <a:moveTo>
                    <a:pt x="8645" y="1"/>
                  </a:moveTo>
                  <a:cubicBezTo>
                    <a:pt x="7689" y="1"/>
                    <a:pt x="6431" y="551"/>
                    <a:pt x="5741" y="1264"/>
                  </a:cubicBezTo>
                  <a:cubicBezTo>
                    <a:pt x="2414" y="4624"/>
                    <a:pt x="881" y="6973"/>
                    <a:pt x="196" y="8375"/>
                  </a:cubicBezTo>
                  <a:cubicBezTo>
                    <a:pt x="0" y="8767"/>
                    <a:pt x="66" y="9256"/>
                    <a:pt x="392" y="9550"/>
                  </a:cubicBezTo>
                  <a:cubicBezTo>
                    <a:pt x="596" y="9754"/>
                    <a:pt x="863" y="9855"/>
                    <a:pt x="1131" y="9855"/>
                  </a:cubicBezTo>
                  <a:cubicBezTo>
                    <a:pt x="1291" y="9855"/>
                    <a:pt x="1452" y="9819"/>
                    <a:pt x="1599" y="9745"/>
                  </a:cubicBezTo>
                  <a:cubicBezTo>
                    <a:pt x="2969" y="9093"/>
                    <a:pt x="5285" y="7592"/>
                    <a:pt x="8677" y="4200"/>
                  </a:cubicBezTo>
                  <a:cubicBezTo>
                    <a:pt x="9819" y="3091"/>
                    <a:pt x="10341" y="1068"/>
                    <a:pt x="9623" y="318"/>
                  </a:cubicBezTo>
                  <a:cubicBezTo>
                    <a:pt x="9392" y="97"/>
                    <a:pt x="9045" y="1"/>
                    <a:pt x="8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6226275" y="4198463"/>
              <a:ext cx="243025" cy="181575"/>
            </a:xfrm>
            <a:custGeom>
              <a:avLst/>
              <a:gdLst/>
              <a:ahLst/>
              <a:cxnLst/>
              <a:rect l="l" t="t" r="r" b="b"/>
              <a:pathLst>
                <a:path w="9721" h="7263" extrusionOk="0">
                  <a:moveTo>
                    <a:pt x="8601" y="1"/>
                  </a:moveTo>
                  <a:cubicBezTo>
                    <a:pt x="7289" y="1"/>
                    <a:pt x="5238" y="662"/>
                    <a:pt x="3392" y="2508"/>
                  </a:cubicBezTo>
                  <a:lnTo>
                    <a:pt x="424" y="5476"/>
                  </a:lnTo>
                  <a:cubicBezTo>
                    <a:pt x="98" y="5802"/>
                    <a:pt x="0" y="6324"/>
                    <a:pt x="261" y="6748"/>
                  </a:cubicBezTo>
                  <a:cubicBezTo>
                    <a:pt x="450" y="7072"/>
                    <a:pt x="818" y="7262"/>
                    <a:pt x="1199" y="7262"/>
                  </a:cubicBezTo>
                  <a:cubicBezTo>
                    <a:pt x="1278" y="7262"/>
                    <a:pt x="1357" y="7254"/>
                    <a:pt x="1435" y="7237"/>
                  </a:cubicBezTo>
                  <a:cubicBezTo>
                    <a:pt x="2549" y="6919"/>
                    <a:pt x="3584" y="6743"/>
                    <a:pt x="4418" y="6743"/>
                  </a:cubicBezTo>
                  <a:cubicBezTo>
                    <a:pt x="4781" y="6743"/>
                    <a:pt x="5105" y="6777"/>
                    <a:pt x="5382" y="6846"/>
                  </a:cubicBezTo>
                  <a:cubicBezTo>
                    <a:pt x="6752" y="4465"/>
                    <a:pt x="8188" y="2247"/>
                    <a:pt x="9721" y="257"/>
                  </a:cubicBezTo>
                  <a:cubicBezTo>
                    <a:pt x="9488" y="95"/>
                    <a:pt x="9097" y="1"/>
                    <a:pt x="86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3"/>
            <p:cNvSpPr/>
            <p:nvPr/>
          </p:nvSpPr>
          <p:spPr>
            <a:xfrm>
              <a:off x="6656850" y="4568588"/>
              <a:ext cx="188400" cy="237400"/>
            </a:xfrm>
            <a:custGeom>
              <a:avLst/>
              <a:gdLst/>
              <a:ahLst/>
              <a:cxnLst/>
              <a:rect l="l" t="t" r="r" b="b"/>
              <a:pathLst>
                <a:path w="7536" h="9496" extrusionOk="0">
                  <a:moveTo>
                    <a:pt x="7014" y="0"/>
                  </a:moveTo>
                  <a:cubicBezTo>
                    <a:pt x="4763" y="1664"/>
                    <a:pt x="2512" y="3099"/>
                    <a:pt x="392" y="4273"/>
                  </a:cubicBezTo>
                  <a:cubicBezTo>
                    <a:pt x="555" y="5089"/>
                    <a:pt x="457" y="5904"/>
                    <a:pt x="131" y="8253"/>
                  </a:cubicBezTo>
                  <a:cubicBezTo>
                    <a:pt x="0" y="8742"/>
                    <a:pt x="229" y="9166"/>
                    <a:pt x="653" y="9395"/>
                  </a:cubicBezTo>
                  <a:cubicBezTo>
                    <a:pt x="788" y="9463"/>
                    <a:pt x="936" y="9495"/>
                    <a:pt x="1084" y="9495"/>
                  </a:cubicBezTo>
                  <a:cubicBezTo>
                    <a:pt x="1364" y="9495"/>
                    <a:pt x="1647" y="9379"/>
                    <a:pt x="1860" y="9166"/>
                  </a:cubicBezTo>
                  <a:lnTo>
                    <a:pt x="4861" y="6198"/>
                  </a:lnTo>
                  <a:cubicBezTo>
                    <a:pt x="7144" y="3915"/>
                    <a:pt x="7536" y="946"/>
                    <a:pt x="7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6718825" y="4152263"/>
              <a:ext cx="172100" cy="156800"/>
            </a:xfrm>
            <a:custGeom>
              <a:avLst/>
              <a:gdLst/>
              <a:ahLst/>
              <a:cxnLst/>
              <a:rect l="l" t="t" r="r" b="b"/>
              <a:pathLst>
                <a:path w="6884" h="6272" extrusionOk="0">
                  <a:moveTo>
                    <a:pt x="3446" y="1"/>
                  </a:moveTo>
                  <a:cubicBezTo>
                    <a:pt x="2643" y="1"/>
                    <a:pt x="1843" y="311"/>
                    <a:pt x="1240" y="930"/>
                  </a:cubicBezTo>
                  <a:cubicBezTo>
                    <a:pt x="0" y="2137"/>
                    <a:pt x="0" y="4127"/>
                    <a:pt x="1240" y="5367"/>
                  </a:cubicBezTo>
                  <a:cubicBezTo>
                    <a:pt x="1843" y="5970"/>
                    <a:pt x="2643" y="6272"/>
                    <a:pt x="3446" y="6272"/>
                  </a:cubicBezTo>
                  <a:cubicBezTo>
                    <a:pt x="4249" y="6272"/>
                    <a:pt x="5057" y="5970"/>
                    <a:pt x="5676" y="5367"/>
                  </a:cubicBezTo>
                  <a:cubicBezTo>
                    <a:pt x="6883" y="4127"/>
                    <a:pt x="6883" y="2137"/>
                    <a:pt x="5676" y="930"/>
                  </a:cubicBezTo>
                  <a:cubicBezTo>
                    <a:pt x="5057" y="311"/>
                    <a:pt x="4249" y="1"/>
                    <a:pt x="34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3"/>
            <p:cNvSpPr/>
            <p:nvPr/>
          </p:nvSpPr>
          <p:spPr>
            <a:xfrm>
              <a:off x="6906375" y="3911538"/>
              <a:ext cx="220225" cy="216700"/>
            </a:xfrm>
            <a:custGeom>
              <a:avLst/>
              <a:gdLst/>
              <a:ahLst/>
              <a:cxnLst/>
              <a:rect l="l" t="t" r="r" b="b"/>
              <a:pathLst>
                <a:path w="8809" h="8668" extrusionOk="0">
                  <a:moveTo>
                    <a:pt x="6168" y="0"/>
                  </a:moveTo>
                  <a:cubicBezTo>
                    <a:pt x="4083" y="0"/>
                    <a:pt x="2010" y="335"/>
                    <a:pt x="1" y="969"/>
                  </a:cubicBezTo>
                  <a:cubicBezTo>
                    <a:pt x="197" y="2665"/>
                    <a:pt x="1110" y="4557"/>
                    <a:pt x="2611" y="6058"/>
                  </a:cubicBezTo>
                  <a:cubicBezTo>
                    <a:pt x="4176" y="7624"/>
                    <a:pt x="6068" y="8504"/>
                    <a:pt x="7830" y="8667"/>
                  </a:cubicBezTo>
                  <a:cubicBezTo>
                    <a:pt x="8482" y="6351"/>
                    <a:pt x="8808" y="3774"/>
                    <a:pt x="8613" y="1034"/>
                  </a:cubicBezTo>
                  <a:cubicBezTo>
                    <a:pt x="8580" y="513"/>
                    <a:pt x="8156" y="121"/>
                    <a:pt x="7634" y="56"/>
                  </a:cubicBezTo>
                  <a:cubicBezTo>
                    <a:pt x="7145" y="19"/>
                    <a:pt x="6656" y="0"/>
                    <a:pt x="6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3"/>
            <p:cNvSpPr/>
            <p:nvPr/>
          </p:nvSpPr>
          <p:spPr>
            <a:xfrm>
              <a:off x="6429325" y="3953688"/>
              <a:ext cx="655675" cy="654050"/>
            </a:xfrm>
            <a:custGeom>
              <a:avLst/>
              <a:gdLst/>
              <a:ahLst/>
              <a:cxnLst/>
              <a:rect l="l" t="t" r="r" b="b"/>
              <a:pathLst>
                <a:path w="26227" h="26162" extrusionOk="0">
                  <a:moveTo>
                    <a:pt x="14993" y="5823"/>
                  </a:moveTo>
                  <a:cubicBezTo>
                    <a:pt x="16335" y="5823"/>
                    <a:pt x="17680" y="6329"/>
                    <a:pt x="18724" y="7340"/>
                  </a:cubicBezTo>
                  <a:cubicBezTo>
                    <a:pt x="20747" y="9428"/>
                    <a:pt x="20747" y="12723"/>
                    <a:pt x="18724" y="14778"/>
                  </a:cubicBezTo>
                  <a:cubicBezTo>
                    <a:pt x="17697" y="15789"/>
                    <a:pt x="16359" y="16294"/>
                    <a:pt x="15018" y="16294"/>
                  </a:cubicBezTo>
                  <a:cubicBezTo>
                    <a:pt x="13676" y="16294"/>
                    <a:pt x="12331" y="15789"/>
                    <a:pt x="11287" y="14778"/>
                  </a:cubicBezTo>
                  <a:cubicBezTo>
                    <a:pt x="9264" y="12723"/>
                    <a:pt x="9264" y="9428"/>
                    <a:pt x="11287" y="7340"/>
                  </a:cubicBezTo>
                  <a:cubicBezTo>
                    <a:pt x="12314" y="6329"/>
                    <a:pt x="13652" y="5823"/>
                    <a:pt x="14993" y="5823"/>
                  </a:cubicBezTo>
                  <a:close/>
                  <a:moveTo>
                    <a:pt x="17061" y="1"/>
                  </a:moveTo>
                  <a:cubicBezTo>
                    <a:pt x="10765" y="2578"/>
                    <a:pt x="4730" y="8221"/>
                    <a:pt x="0" y="16115"/>
                  </a:cubicBezTo>
                  <a:lnTo>
                    <a:pt x="2382" y="18496"/>
                  </a:lnTo>
                  <a:cubicBezTo>
                    <a:pt x="3146" y="18190"/>
                    <a:pt x="3983" y="17992"/>
                    <a:pt x="4780" y="17992"/>
                  </a:cubicBezTo>
                  <a:cubicBezTo>
                    <a:pt x="5683" y="17992"/>
                    <a:pt x="6536" y="18247"/>
                    <a:pt x="7177" y="18888"/>
                  </a:cubicBezTo>
                  <a:cubicBezTo>
                    <a:pt x="8449" y="20160"/>
                    <a:pt x="8253" y="22117"/>
                    <a:pt x="7601" y="23715"/>
                  </a:cubicBezTo>
                  <a:lnTo>
                    <a:pt x="10047" y="26162"/>
                  </a:lnTo>
                  <a:cubicBezTo>
                    <a:pt x="16115" y="22476"/>
                    <a:pt x="23193" y="16702"/>
                    <a:pt x="26227" y="9037"/>
                  </a:cubicBezTo>
                  <a:cubicBezTo>
                    <a:pt x="24106" y="8743"/>
                    <a:pt x="21986" y="7666"/>
                    <a:pt x="20192" y="5872"/>
                  </a:cubicBezTo>
                  <a:cubicBezTo>
                    <a:pt x="18431" y="4144"/>
                    <a:pt x="17387" y="2056"/>
                    <a:pt x="17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8" name="Google Shape;248;p23"/>
          <p:cNvSpPr/>
          <p:nvPr/>
        </p:nvSpPr>
        <p:spPr>
          <a:xfrm>
            <a:off x="3597844" y="2922788"/>
            <a:ext cx="428938" cy="428938"/>
          </a:xfrm>
          <a:custGeom>
            <a:avLst/>
            <a:gdLst/>
            <a:ahLst/>
            <a:cxnLst/>
            <a:rect l="l" t="t" r="r" b="b"/>
            <a:pathLst>
              <a:path w="40939" h="40939" extrusionOk="0">
                <a:moveTo>
                  <a:pt x="30304" y="11246"/>
                </a:moveTo>
                <a:cubicBezTo>
                  <a:pt x="30541" y="11246"/>
                  <a:pt x="30777" y="11336"/>
                  <a:pt x="30957" y="11515"/>
                </a:cubicBezTo>
                <a:lnTo>
                  <a:pt x="32261" y="12820"/>
                </a:lnTo>
                <a:cubicBezTo>
                  <a:pt x="32686" y="13114"/>
                  <a:pt x="32686" y="13701"/>
                  <a:pt x="32294" y="14060"/>
                </a:cubicBezTo>
                <a:lnTo>
                  <a:pt x="17419" y="29522"/>
                </a:lnTo>
                <a:cubicBezTo>
                  <a:pt x="17224" y="29717"/>
                  <a:pt x="17061" y="29783"/>
                  <a:pt x="16767" y="29783"/>
                </a:cubicBezTo>
                <a:cubicBezTo>
                  <a:pt x="16473" y="29783"/>
                  <a:pt x="16212" y="29717"/>
                  <a:pt x="16115" y="29522"/>
                </a:cubicBezTo>
                <a:lnTo>
                  <a:pt x="8840" y="21693"/>
                </a:lnTo>
                <a:lnTo>
                  <a:pt x="8645" y="21497"/>
                </a:lnTo>
                <a:cubicBezTo>
                  <a:pt x="8449" y="21269"/>
                  <a:pt x="8351" y="21040"/>
                  <a:pt x="8351" y="20812"/>
                </a:cubicBezTo>
                <a:cubicBezTo>
                  <a:pt x="8351" y="20616"/>
                  <a:pt x="8449" y="20388"/>
                  <a:pt x="8645" y="20192"/>
                </a:cubicBezTo>
                <a:lnTo>
                  <a:pt x="9949" y="18888"/>
                </a:lnTo>
                <a:cubicBezTo>
                  <a:pt x="10129" y="18692"/>
                  <a:pt x="10365" y="18594"/>
                  <a:pt x="10602" y="18594"/>
                </a:cubicBezTo>
                <a:cubicBezTo>
                  <a:pt x="10838" y="18594"/>
                  <a:pt x="11075" y="18692"/>
                  <a:pt x="11254" y="18888"/>
                </a:cubicBezTo>
                <a:lnTo>
                  <a:pt x="11352" y="18953"/>
                </a:lnTo>
                <a:lnTo>
                  <a:pt x="16441" y="24466"/>
                </a:lnTo>
                <a:cubicBezTo>
                  <a:pt x="16539" y="24563"/>
                  <a:pt x="16653" y="24612"/>
                  <a:pt x="16767" y="24612"/>
                </a:cubicBezTo>
                <a:cubicBezTo>
                  <a:pt x="16881" y="24612"/>
                  <a:pt x="16995" y="24563"/>
                  <a:pt x="17093" y="24466"/>
                </a:cubicBezTo>
                <a:lnTo>
                  <a:pt x="29554" y="11515"/>
                </a:lnTo>
                <a:lnTo>
                  <a:pt x="29652" y="11515"/>
                </a:lnTo>
                <a:cubicBezTo>
                  <a:pt x="29831" y="11336"/>
                  <a:pt x="30068" y="11246"/>
                  <a:pt x="30304" y="11246"/>
                </a:cubicBezTo>
                <a:close/>
                <a:moveTo>
                  <a:pt x="20486" y="1"/>
                </a:moveTo>
                <a:cubicBezTo>
                  <a:pt x="9134" y="1"/>
                  <a:pt x="0" y="9134"/>
                  <a:pt x="0" y="20453"/>
                </a:cubicBezTo>
                <a:cubicBezTo>
                  <a:pt x="0" y="31805"/>
                  <a:pt x="9134" y="40939"/>
                  <a:pt x="20486" y="40939"/>
                </a:cubicBezTo>
                <a:cubicBezTo>
                  <a:pt x="31805" y="40939"/>
                  <a:pt x="40938" y="31805"/>
                  <a:pt x="40938" y="20453"/>
                </a:cubicBezTo>
                <a:cubicBezTo>
                  <a:pt x="40938" y="9134"/>
                  <a:pt x="31870" y="1"/>
                  <a:pt x="204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9" name="Google Shape;249;p23"/>
          <p:cNvGrpSpPr/>
          <p:nvPr/>
        </p:nvGrpSpPr>
        <p:grpSpPr>
          <a:xfrm>
            <a:off x="5109482" y="2921464"/>
            <a:ext cx="432964" cy="431586"/>
            <a:chOff x="5812000" y="2553488"/>
            <a:chExt cx="769850" cy="767400"/>
          </a:xfrm>
        </p:grpSpPr>
        <p:sp>
          <p:nvSpPr>
            <p:cNvPr id="250" name="Google Shape;250;p23"/>
            <p:cNvSpPr/>
            <p:nvPr/>
          </p:nvSpPr>
          <p:spPr>
            <a:xfrm>
              <a:off x="5858475" y="2553488"/>
              <a:ext cx="150900" cy="150900"/>
            </a:xfrm>
            <a:custGeom>
              <a:avLst/>
              <a:gdLst/>
              <a:ahLst/>
              <a:cxnLst/>
              <a:rect l="l" t="t" r="r" b="b"/>
              <a:pathLst>
                <a:path w="6036" h="6036" extrusionOk="0">
                  <a:moveTo>
                    <a:pt x="3034" y="1"/>
                  </a:moveTo>
                  <a:cubicBezTo>
                    <a:pt x="1338" y="1"/>
                    <a:pt x="0" y="1338"/>
                    <a:pt x="0" y="3002"/>
                  </a:cubicBezTo>
                  <a:cubicBezTo>
                    <a:pt x="0" y="4665"/>
                    <a:pt x="1338" y="6035"/>
                    <a:pt x="3034" y="6035"/>
                  </a:cubicBezTo>
                  <a:cubicBezTo>
                    <a:pt x="4698" y="6035"/>
                    <a:pt x="6035" y="4665"/>
                    <a:pt x="6035" y="3002"/>
                  </a:cubicBezTo>
                  <a:cubicBezTo>
                    <a:pt x="6035" y="1338"/>
                    <a:pt x="4698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3"/>
            <p:cNvSpPr/>
            <p:nvPr/>
          </p:nvSpPr>
          <p:spPr>
            <a:xfrm>
              <a:off x="5812000" y="2732888"/>
              <a:ext cx="244675" cy="425725"/>
            </a:xfrm>
            <a:custGeom>
              <a:avLst/>
              <a:gdLst/>
              <a:ahLst/>
              <a:cxnLst/>
              <a:rect l="l" t="t" r="r" b="b"/>
              <a:pathLst>
                <a:path w="9787" h="17029" extrusionOk="0">
                  <a:moveTo>
                    <a:pt x="1501" y="1"/>
                  </a:moveTo>
                  <a:cubicBezTo>
                    <a:pt x="685" y="1"/>
                    <a:pt x="0" y="686"/>
                    <a:pt x="0" y="1501"/>
                  </a:cubicBezTo>
                  <a:lnTo>
                    <a:pt x="0" y="7993"/>
                  </a:lnTo>
                  <a:cubicBezTo>
                    <a:pt x="33" y="8808"/>
                    <a:pt x="685" y="9493"/>
                    <a:pt x="1501" y="9493"/>
                  </a:cubicBezTo>
                  <a:lnTo>
                    <a:pt x="1794" y="9493"/>
                  </a:lnTo>
                  <a:lnTo>
                    <a:pt x="1794" y="15528"/>
                  </a:lnTo>
                  <a:cubicBezTo>
                    <a:pt x="1794" y="16343"/>
                    <a:pt x="2479" y="17028"/>
                    <a:pt x="3295" y="17028"/>
                  </a:cubicBezTo>
                  <a:lnTo>
                    <a:pt x="6459" y="17028"/>
                  </a:lnTo>
                  <a:cubicBezTo>
                    <a:pt x="7274" y="17028"/>
                    <a:pt x="7992" y="16343"/>
                    <a:pt x="7992" y="15528"/>
                  </a:cubicBezTo>
                  <a:lnTo>
                    <a:pt x="7992" y="15169"/>
                  </a:lnTo>
                  <a:cubicBezTo>
                    <a:pt x="7698" y="14647"/>
                    <a:pt x="7535" y="14027"/>
                    <a:pt x="7535" y="13408"/>
                  </a:cubicBezTo>
                  <a:lnTo>
                    <a:pt x="7535" y="5546"/>
                  </a:lnTo>
                  <a:cubicBezTo>
                    <a:pt x="7535" y="3981"/>
                    <a:pt x="8481" y="2676"/>
                    <a:pt x="9786" y="2121"/>
                  </a:cubicBezTo>
                  <a:lnTo>
                    <a:pt x="9786" y="1501"/>
                  </a:lnTo>
                  <a:cubicBezTo>
                    <a:pt x="9786" y="686"/>
                    <a:pt x="9068" y="1"/>
                    <a:pt x="82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3"/>
            <p:cNvSpPr/>
            <p:nvPr/>
          </p:nvSpPr>
          <p:spPr>
            <a:xfrm>
              <a:off x="6384475" y="2553488"/>
              <a:ext cx="150875" cy="150900"/>
            </a:xfrm>
            <a:custGeom>
              <a:avLst/>
              <a:gdLst/>
              <a:ahLst/>
              <a:cxnLst/>
              <a:rect l="l" t="t" r="r" b="b"/>
              <a:pathLst>
                <a:path w="6035" h="6036" extrusionOk="0">
                  <a:moveTo>
                    <a:pt x="3034" y="1"/>
                  </a:moveTo>
                  <a:cubicBezTo>
                    <a:pt x="1338" y="1"/>
                    <a:pt x="0" y="1338"/>
                    <a:pt x="0" y="3002"/>
                  </a:cubicBezTo>
                  <a:cubicBezTo>
                    <a:pt x="0" y="4665"/>
                    <a:pt x="1338" y="6035"/>
                    <a:pt x="3034" y="6035"/>
                  </a:cubicBezTo>
                  <a:cubicBezTo>
                    <a:pt x="4698" y="6035"/>
                    <a:pt x="6035" y="4665"/>
                    <a:pt x="6035" y="3002"/>
                  </a:cubicBezTo>
                  <a:cubicBezTo>
                    <a:pt x="6035" y="1338"/>
                    <a:pt x="4698" y="1"/>
                    <a:pt x="3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3"/>
            <p:cNvSpPr/>
            <p:nvPr/>
          </p:nvSpPr>
          <p:spPr>
            <a:xfrm>
              <a:off x="6337975" y="2732088"/>
              <a:ext cx="243875" cy="425700"/>
            </a:xfrm>
            <a:custGeom>
              <a:avLst/>
              <a:gdLst/>
              <a:ahLst/>
              <a:cxnLst/>
              <a:rect l="l" t="t" r="r" b="b"/>
              <a:pathLst>
                <a:path w="9755" h="17028" extrusionOk="0">
                  <a:moveTo>
                    <a:pt x="1501" y="0"/>
                  </a:moveTo>
                  <a:cubicBezTo>
                    <a:pt x="653" y="0"/>
                    <a:pt x="1" y="685"/>
                    <a:pt x="1" y="1501"/>
                  </a:cubicBezTo>
                  <a:lnTo>
                    <a:pt x="1" y="2121"/>
                  </a:lnTo>
                  <a:cubicBezTo>
                    <a:pt x="1338" y="2675"/>
                    <a:pt x="2219" y="4013"/>
                    <a:pt x="2219" y="5546"/>
                  </a:cubicBezTo>
                  <a:lnTo>
                    <a:pt x="2219" y="13407"/>
                  </a:lnTo>
                  <a:cubicBezTo>
                    <a:pt x="2219" y="14027"/>
                    <a:pt x="2056" y="14614"/>
                    <a:pt x="1795" y="15169"/>
                  </a:cubicBezTo>
                  <a:lnTo>
                    <a:pt x="1795" y="15527"/>
                  </a:lnTo>
                  <a:cubicBezTo>
                    <a:pt x="1795" y="16343"/>
                    <a:pt x="2480" y="17028"/>
                    <a:pt x="3296" y="17028"/>
                  </a:cubicBezTo>
                  <a:lnTo>
                    <a:pt x="6460" y="17028"/>
                  </a:lnTo>
                  <a:cubicBezTo>
                    <a:pt x="7275" y="17028"/>
                    <a:pt x="7960" y="16343"/>
                    <a:pt x="7960" y="15527"/>
                  </a:cubicBezTo>
                  <a:lnTo>
                    <a:pt x="7960" y="9493"/>
                  </a:lnTo>
                  <a:lnTo>
                    <a:pt x="8254" y="9493"/>
                  </a:lnTo>
                  <a:cubicBezTo>
                    <a:pt x="9069" y="9493"/>
                    <a:pt x="9754" y="8808"/>
                    <a:pt x="9754" y="7992"/>
                  </a:cubicBezTo>
                  <a:lnTo>
                    <a:pt x="9754" y="1501"/>
                  </a:lnTo>
                  <a:cubicBezTo>
                    <a:pt x="9754" y="685"/>
                    <a:pt x="9069" y="0"/>
                    <a:pt x="8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3"/>
            <p:cNvSpPr/>
            <p:nvPr/>
          </p:nvSpPr>
          <p:spPr>
            <a:xfrm>
              <a:off x="6057450" y="2834013"/>
              <a:ext cx="279750" cy="486875"/>
            </a:xfrm>
            <a:custGeom>
              <a:avLst/>
              <a:gdLst/>
              <a:ahLst/>
              <a:cxnLst/>
              <a:rect l="l" t="t" r="r" b="b"/>
              <a:pathLst>
                <a:path w="11190" h="19475" extrusionOk="0">
                  <a:moveTo>
                    <a:pt x="1501" y="1"/>
                  </a:moveTo>
                  <a:cubicBezTo>
                    <a:pt x="653" y="1"/>
                    <a:pt x="1" y="653"/>
                    <a:pt x="1" y="1501"/>
                  </a:cubicBezTo>
                  <a:lnTo>
                    <a:pt x="1" y="3948"/>
                  </a:lnTo>
                  <a:lnTo>
                    <a:pt x="1" y="9363"/>
                  </a:lnTo>
                  <a:cubicBezTo>
                    <a:pt x="1" y="10178"/>
                    <a:pt x="686" y="10863"/>
                    <a:pt x="1501" y="10863"/>
                  </a:cubicBezTo>
                  <a:lnTo>
                    <a:pt x="2088" y="10863"/>
                  </a:lnTo>
                  <a:lnTo>
                    <a:pt x="2088" y="17974"/>
                  </a:lnTo>
                  <a:cubicBezTo>
                    <a:pt x="2088" y="18790"/>
                    <a:pt x="2773" y="19475"/>
                    <a:pt x="3589" y="19475"/>
                  </a:cubicBezTo>
                  <a:lnTo>
                    <a:pt x="7601" y="19475"/>
                  </a:lnTo>
                  <a:cubicBezTo>
                    <a:pt x="8417" y="19475"/>
                    <a:pt x="9134" y="18790"/>
                    <a:pt x="9134" y="17974"/>
                  </a:cubicBezTo>
                  <a:lnTo>
                    <a:pt x="9134" y="10831"/>
                  </a:lnTo>
                  <a:lnTo>
                    <a:pt x="9689" y="10831"/>
                  </a:lnTo>
                  <a:cubicBezTo>
                    <a:pt x="10504" y="10831"/>
                    <a:pt x="11189" y="10146"/>
                    <a:pt x="11189" y="9330"/>
                  </a:cubicBezTo>
                  <a:lnTo>
                    <a:pt x="11189" y="3948"/>
                  </a:lnTo>
                  <a:lnTo>
                    <a:pt x="11189" y="1501"/>
                  </a:lnTo>
                  <a:cubicBezTo>
                    <a:pt x="11189" y="686"/>
                    <a:pt x="10504" y="1"/>
                    <a:pt x="96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3"/>
            <p:cNvSpPr/>
            <p:nvPr/>
          </p:nvSpPr>
          <p:spPr>
            <a:xfrm>
              <a:off x="6108825" y="2627688"/>
              <a:ext cx="175375" cy="175375"/>
            </a:xfrm>
            <a:custGeom>
              <a:avLst/>
              <a:gdLst/>
              <a:ahLst/>
              <a:cxnLst/>
              <a:rect l="l" t="t" r="r" b="b"/>
              <a:pathLst>
                <a:path w="7015" h="7015" extrusionOk="0">
                  <a:moveTo>
                    <a:pt x="3524" y="1"/>
                  </a:moveTo>
                  <a:cubicBezTo>
                    <a:pt x="1599" y="1"/>
                    <a:pt x="1" y="1567"/>
                    <a:pt x="1" y="3524"/>
                  </a:cubicBezTo>
                  <a:cubicBezTo>
                    <a:pt x="1" y="5448"/>
                    <a:pt x="1599" y="7014"/>
                    <a:pt x="3524" y="7014"/>
                  </a:cubicBezTo>
                  <a:cubicBezTo>
                    <a:pt x="5448" y="7014"/>
                    <a:pt x="7014" y="5448"/>
                    <a:pt x="7014" y="3524"/>
                  </a:cubicBezTo>
                  <a:cubicBezTo>
                    <a:pt x="7014" y="1567"/>
                    <a:pt x="5448" y="1"/>
                    <a:pt x="35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6" name="Google Shape;256;p23"/>
          <p:cNvSpPr/>
          <p:nvPr/>
        </p:nvSpPr>
        <p:spPr>
          <a:xfrm>
            <a:off x="5109480" y="3832541"/>
            <a:ext cx="432968" cy="433836"/>
          </a:xfrm>
          <a:custGeom>
            <a:avLst/>
            <a:gdLst/>
            <a:ahLst/>
            <a:cxnLst/>
            <a:rect l="l" t="t" r="r" b="b"/>
            <a:pathLst>
              <a:path w="32426" h="32491" extrusionOk="0">
                <a:moveTo>
                  <a:pt x="15887" y="1"/>
                </a:moveTo>
                <a:lnTo>
                  <a:pt x="20649" y="4763"/>
                </a:lnTo>
                <a:lnTo>
                  <a:pt x="15887" y="9526"/>
                </a:lnTo>
                <a:lnTo>
                  <a:pt x="26749" y="9526"/>
                </a:lnTo>
                <a:lnTo>
                  <a:pt x="26749" y="15332"/>
                </a:lnTo>
                <a:lnTo>
                  <a:pt x="22933" y="15332"/>
                </a:lnTo>
                <a:lnTo>
                  <a:pt x="22933" y="19116"/>
                </a:lnTo>
                <a:lnTo>
                  <a:pt x="15332" y="19116"/>
                </a:lnTo>
                <a:lnTo>
                  <a:pt x="15332" y="22900"/>
                </a:lnTo>
                <a:lnTo>
                  <a:pt x="7667" y="22900"/>
                </a:lnTo>
                <a:lnTo>
                  <a:pt x="7667" y="26684"/>
                </a:lnTo>
                <a:lnTo>
                  <a:pt x="1" y="26684"/>
                </a:lnTo>
                <a:lnTo>
                  <a:pt x="1" y="32490"/>
                </a:lnTo>
                <a:lnTo>
                  <a:pt x="32425" y="32490"/>
                </a:lnTo>
                <a:lnTo>
                  <a:pt x="32425" y="15332"/>
                </a:lnTo>
                <a:lnTo>
                  <a:pt x="28641" y="15332"/>
                </a:lnTo>
                <a:lnTo>
                  <a:pt x="2864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5087875" y="2087844"/>
            <a:ext cx="476178" cy="282154"/>
          </a:xfrm>
          <a:custGeom>
            <a:avLst/>
            <a:gdLst/>
            <a:ahLst/>
            <a:cxnLst/>
            <a:rect l="l" t="t" r="r" b="b"/>
            <a:pathLst>
              <a:path w="52356" h="31023" extrusionOk="0">
                <a:moveTo>
                  <a:pt x="26113" y="9614"/>
                </a:moveTo>
                <a:cubicBezTo>
                  <a:pt x="26000" y="9614"/>
                  <a:pt x="25885" y="9617"/>
                  <a:pt x="25771" y="9624"/>
                </a:cubicBezTo>
                <a:cubicBezTo>
                  <a:pt x="22835" y="9819"/>
                  <a:pt x="20453" y="12201"/>
                  <a:pt x="20290" y="15136"/>
                </a:cubicBezTo>
                <a:cubicBezTo>
                  <a:pt x="20069" y="18609"/>
                  <a:pt x="22811" y="21409"/>
                  <a:pt x="26211" y="21409"/>
                </a:cubicBezTo>
                <a:cubicBezTo>
                  <a:pt x="26324" y="21409"/>
                  <a:pt x="26438" y="21406"/>
                  <a:pt x="26553" y="21399"/>
                </a:cubicBezTo>
                <a:cubicBezTo>
                  <a:pt x="29489" y="21236"/>
                  <a:pt x="31903" y="18822"/>
                  <a:pt x="32066" y="15887"/>
                </a:cubicBezTo>
                <a:cubicBezTo>
                  <a:pt x="32256" y="12414"/>
                  <a:pt x="29513" y="9614"/>
                  <a:pt x="26113" y="9614"/>
                </a:cubicBezTo>
                <a:close/>
                <a:moveTo>
                  <a:pt x="26167" y="4544"/>
                </a:moveTo>
                <a:cubicBezTo>
                  <a:pt x="32458" y="4544"/>
                  <a:pt x="37499" y="9834"/>
                  <a:pt x="37122" y="16213"/>
                </a:cubicBezTo>
                <a:cubicBezTo>
                  <a:pt x="36763" y="21693"/>
                  <a:pt x="32360" y="26097"/>
                  <a:pt x="26880" y="26455"/>
                </a:cubicBezTo>
                <a:cubicBezTo>
                  <a:pt x="26637" y="26471"/>
                  <a:pt x="26396" y="26479"/>
                  <a:pt x="26157" y="26479"/>
                </a:cubicBezTo>
                <a:cubicBezTo>
                  <a:pt x="19866" y="26479"/>
                  <a:pt x="14826" y="21189"/>
                  <a:pt x="15234" y="14810"/>
                </a:cubicBezTo>
                <a:cubicBezTo>
                  <a:pt x="15560" y="9330"/>
                  <a:pt x="19997" y="4926"/>
                  <a:pt x="25444" y="4568"/>
                </a:cubicBezTo>
                <a:cubicBezTo>
                  <a:pt x="25687" y="4552"/>
                  <a:pt x="25928" y="4544"/>
                  <a:pt x="26167" y="4544"/>
                </a:cubicBezTo>
                <a:close/>
                <a:moveTo>
                  <a:pt x="26195" y="1"/>
                </a:moveTo>
                <a:cubicBezTo>
                  <a:pt x="16246" y="1"/>
                  <a:pt x="7242" y="5448"/>
                  <a:pt x="523" y="14256"/>
                </a:cubicBezTo>
                <a:cubicBezTo>
                  <a:pt x="1" y="15006"/>
                  <a:pt x="1" y="16017"/>
                  <a:pt x="523" y="16702"/>
                </a:cubicBezTo>
                <a:cubicBezTo>
                  <a:pt x="7177" y="25575"/>
                  <a:pt x="16246" y="31022"/>
                  <a:pt x="26195" y="31022"/>
                </a:cubicBezTo>
                <a:cubicBezTo>
                  <a:pt x="36144" y="31022"/>
                  <a:pt x="45147" y="25575"/>
                  <a:pt x="51834" y="16767"/>
                </a:cubicBezTo>
                <a:cubicBezTo>
                  <a:pt x="52356" y="16017"/>
                  <a:pt x="52356" y="15006"/>
                  <a:pt x="51834" y="14321"/>
                </a:cubicBezTo>
                <a:cubicBezTo>
                  <a:pt x="45147" y="5416"/>
                  <a:pt x="36144" y="1"/>
                  <a:pt x="2619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D966"/>
              </a:solidFill>
            </a:endParaRPr>
          </a:p>
        </p:txBody>
      </p:sp>
      <p:cxnSp>
        <p:nvCxnSpPr>
          <p:cNvPr id="258" name="Google Shape;258;p23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rgbClr val="48FFD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"/>
          <p:cNvSpPr txBox="1">
            <a:spLocks noGrp="1"/>
          </p:cNvSpPr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OUR COMPANY</a:t>
            </a:r>
            <a:endParaRPr sz="3000"/>
          </a:p>
        </p:txBody>
      </p:sp>
      <p:sp>
        <p:nvSpPr>
          <p:cNvPr id="264" name="Google Shape;264;p24"/>
          <p:cNvSpPr txBox="1">
            <a:spLocks noGrp="1"/>
          </p:cNvSpPr>
          <p:nvPr>
            <p:ph type="subTitle" idx="1"/>
          </p:nvPr>
        </p:nvSpPr>
        <p:spPr>
          <a:xfrm>
            <a:off x="4893700" y="2746375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Mercury is the closest planet to the Sun and the smallest one in the Solar System—it’s only a bit larger than our Moon. The planet’s name has nothing to do with the liquid metal since it was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named after the Roman messenger god, Mercury.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5" name="Google Shape;265;p24"/>
          <p:cNvCxnSpPr/>
          <p:nvPr/>
        </p:nvCxnSpPr>
        <p:spPr>
          <a:xfrm>
            <a:off x="4969825" y="2283850"/>
            <a:ext cx="444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6" name="Google Shape;266;p24"/>
          <p:cNvGrpSpPr/>
          <p:nvPr/>
        </p:nvGrpSpPr>
        <p:grpSpPr>
          <a:xfrm>
            <a:off x="1110251" y="1395327"/>
            <a:ext cx="2342144" cy="1664528"/>
            <a:chOff x="160325" y="221250"/>
            <a:chExt cx="7199950" cy="5116900"/>
          </a:xfrm>
        </p:grpSpPr>
        <p:sp>
          <p:nvSpPr>
            <p:cNvPr id="267" name="Google Shape;267;p24"/>
            <p:cNvSpPr/>
            <p:nvPr/>
          </p:nvSpPr>
          <p:spPr>
            <a:xfrm>
              <a:off x="2429200" y="1820275"/>
              <a:ext cx="2493650" cy="3513550"/>
            </a:xfrm>
            <a:custGeom>
              <a:avLst/>
              <a:gdLst/>
              <a:ahLst/>
              <a:cxnLst/>
              <a:rect l="l" t="t" r="r" b="b"/>
              <a:pathLst>
                <a:path w="99746" h="140542" extrusionOk="0">
                  <a:moveTo>
                    <a:pt x="86262" y="95423"/>
                  </a:moveTo>
                  <a:lnTo>
                    <a:pt x="86262" y="53416"/>
                  </a:lnTo>
                  <a:cubicBezTo>
                    <a:pt x="86780" y="53243"/>
                    <a:pt x="87126" y="53071"/>
                    <a:pt x="87645" y="52898"/>
                  </a:cubicBezTo>
                  <a:cubicBezTo>
                    <a:pt x="99745" y="47366"/>
                    <a:pt x="95251" y="29215"/>
                    <a:pt x="82113" y="29734"/>
                  </a:cubicBezTo>
                  <a:cubicBezTo>
                    <a:pt x="68802" y="30252"/>
                    <a:pt x="65863" y="48749"/>
                    <a:pt x="78310" y="53243"/>
                  </a:cubicBezTo>
                  <a:lnTo>
                    <a:pt x="78828" y="53416"/>
                  </a:lnTo>
                  <a:lnTo>
                    <a:pt x="78828" y="91447"/>
                  </a:lnTo>
                  <a:lnTo>
                    <a:pt x="49960" y="111154"/>
                  </a:lnTo>
                  <a:lnTo>
                    <a:pt x="49960" y="23856"/>
                  </a:lnTo>
                  <a:cubicBezTo>
                    <a:pt x="62925" y="19534"/>
                    <a:pt x="60159" y="519"/>
                    <a:pt x="46502" y="173"/>
                  </a:cubicBezTo>
                  <a:cubicBezTo>
                    <a:pt x="33019" y="0"/>
                    <a:pt x="29388" y="18843"/>
                    <a:pt x="42008" y="23510"/>
                  </a:cubicBezTo>
                  <a:lnTo>
                    <a:pt x="42526" y="23683"/>
                  </a:lnTo>
                  <a:lnTo>
                    <a:pt x="42526" y="82285"/>
                  </a:lnTo>
                  <a:lnTo>
                    <a:pt x="20399" y="71567"/>
                  </a:lnTo>
                  <a:lnTo>
                    <a:pt x="20399" y="43909"/>
                  </a:lnTo>
                  <a:cubicBezTo>
                    <a:pt x="20918" y="43736"/>
                    <a:pt x="21264" y="43736"/>
                    <a:pt x="21782" y="43563"/>
                  </a:cubicBezTo>
                  <a:cubicBezTo>
                    <a:pt x="33883" y="37858"/>
                    <a:pt x="29388" y="19880"/>
                    <a:pt x="16250" y="20399"/>
                  </a:cubicBezTo>
                  <a:cubicBezTo>
                    <a:pt x="2940" y="20917"/>
                    <a:pt x="1" y="39241"/>
                    <a:pt x="12447" y="43909"/>
                  </a:cubicBezTo>
                  <a:lnTo>
                    <a:pt x="12966" y="44082"/>
                  </a:lnTo>
                  <a:lnTo>
                    <a:pt x="12966" y="76235"/>
                  </a:lnTo>
                  <a:lnTo>
                    <a:pt x="42526" y="90756"/>
                  </a:lnTo>
                  <a:lnTo>
                    <a:pt x="42526" y="140541"/>
                  </a:lnTo>
                  <a:lnTo>
                    <a:pt x="49960" y="140541"/>
                  </a:lnTo>
                  <a:lnTo>
                    <a:pt x="49960" y="120143"/>
                  </a:lnTo>
                  <a:close/>
                  <a:moveTo>
                    <a:pt x="78310" y="40278"/>
                  </a:moveTo>
                  <a:cubicBezTo>
                    <a:pt x="78828" y="38550"/>
                    <a:pt x="80557" y="37340"/>
                    <a:pt x="82632" y="37340"/>
                  </a:cubicBezTo>
                  <a:cubicBezTo>
                    <a:pt x="83150" y="37340"/>
                    <a:pt x="83669" y="37340"/>
                    <a:pt x="84187" y="37513"/>
                  </a:cubicBezTo>
                  <a:cubicBezTo>
                    <a:pt x="88163" y="38895"/>
                    <a:pt x="88336" y="44600"/>
                    <a:pt x="84533" y="46156"/>
                  </a:cubicBezTo>
                  <a:cubicBezTo>
                    <a:pt x="80730" y="47885"/>
                    <a:pt x="76754" y="44254"/>
                    <a:pt x="78137" y="40451"/>
                  </a:cubicBezTo>
                  <a:close/>
                  <a:moveTo>
                    <a:pt x="12447" y="34401"/>
                  </a:moveTo>
                  <a:cubicBezTo>
                    <a:pt x="11064" y="31289"/>
                    <a:pt x="13484" y="28005"/>
                    <a:pt x="16769" y="28005"/>
                  </a:cubicBezTo>
                  <a:cubicBezTo>
                    <a:pt x="17288" y="28005"/>
                    <a:pt x="17806" y="28005"/>
                    <a:pt x="18325" y="28178"/>
                  </a:cubicBezTo>
                  <a:cubicBezTo>
                    <a:pt x="22301" y="29388"/>
                    <a:pt x="22474" y="35092"/>
                    <a:pt x="18671" y="36821"/>
                  </a:cubicBezTo>
                  <a:cubicBezTo>
                    <a:pt x="16250" y="37858"/>
                    <a:pt x="13484" y="36821"/>
                    <a:pt x="12447" y="34574"/>
                  </a:cubicBezTo>
                  <a:close/>
                  <a:moveTo>
                    <a:pt x="42008" y="14176"/>
                  </a:moveTo>
                  <a:cubicBezTo>
                    <a:pt x="41489" y="12965"/>
                    <a:pt x="41489" y="11755"/>
                    <a:pt x="42008" y="10545"/>
                  </a:cubicBezTo>
                  <a:cubicBezTo>
                    <a:pt x="42699" y="8817"/>
                    <a:pt x="44428" y="7607"/>
                    <a:pt x="46329" y="7607"/>
                  </a:cubicBezTo>
                  <a:cubicBezTo>
                    <a:pt x="48058" y="7607"/>
                    <a:pt x="49787" y="8644"/>
                    <a:pt x="50478" y="10200"/>
                  </a:cubicBezTo>
                  <a:cubicBezTo>
                    <a:pt x="50997" y="11410"/>
                    <a:pt x="50997" y="12620"/>
                    <a:pt x="50651" y="13830"/>
                  </a:cubicBezTo>
                  <a:cubicBezTo>
                    <a:pt x="49787" y="16250"/>
                    <a:pt x="47194" y="17460"/>
                    <a:pt x="44774" y="16596"/>
                  </a:cubicBezTo>
                  <a:cubicBezTo>
                    <a:pt x="43563" y="16077"/>
                    <a:pt x="42526" y="15213"/>
                    <a:pt x="42008" y="141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160325" y="221250"/>
              <a:ext cx="7199950" cy="5116900"/>
            </a:xfrm>
            <a:custGeom>
              <a:avLst/>
              <a:gdLst/>
              <a:ahLst/>
              <a:cxnLst/>
              <a:rect l="l" t="t" r="r" b="b"/>
              <a:pathLst>
                <a:path w="287998" h="204676" extrusionOk="0">
                  <a:moveTo>
                    <a:pt x="219196" y="79865"/>
                  </a:moveTo>
                  <a:cubicBezTo>
                    <a:pt x="217468" y="40106"/>
                    <a:pt x="186697" y="7607"/>
                    <a:pt x="146938" y="3804"/>
                  </a:cubicBezTo>
                  <a:cubicBezTo>
                    <a:pt x="107178" y="1"/>
                    <a:pt x="70876" y="26104"/>
                    <a:pt x="61714" y="64999"/>
                  </a:cubicBezTo>
                  <a:cubicBezTo>
                    <a:pt x="25585" y="70876"/>
                    <a:pt x="0" y="103548"/>
                    <a:pt x="2939" y="140023"/>
                  </a:cubicBezTo>
                  <a:cubicBezTo>
                    <a:pt x="5878" y="176498"/>
                    <a:pt x="36648" y="204675"/>
                    <a:pt x="73296" y="204502"/>
                  </a:cubicBezTo>
                  <a:lnTo>
                    <a:pt x="86088" y="204502"/>
                  </a:lnTo>
                  <a:lnTo>
                    <a:pt x="86088" y="148321"/>
                  </a:lnTo>
                  <a:cubicBezTo>
                    <a:pt x="87471" y="147802"/>
                    <a:pt x="88854" y="147110"/>
                    <a:pt x="89891" y="146073"/>
                  </a:cubicBezTo>
                  <a:cubicBezTo>
                    <a:pt x="92485" y="144172"/>
                    <a:pt x="94040" y="141233"/>
                    <a:pt x="94386" y="137948"/>
                  </a:cubicBezTo>
                  <a:cubicBezTo>
                    <a:pt x="95596" y="127749"/>
                    <a:pt x="84360" y="120835"/>
                    <a:pt x="75716" y="126366"/>
                  </a:cubicBezTo>
                  <a:cubicBezTo>
                    <a:pt x="67246" y="131898"/>
                    <a:pt x="68802" y="145036"/>
                    <a:pt x="78655" y="148148"/>
                  </a:cubicBezTo>
                  <a:lnTo>
                    <a:pt x="78655" y="196896"/>
                  </a:lnTo>
                  <a:lnTo>
                    <a:pt x="73296" y="196896"/>
                  </a:lnTo>
                  <a:cubicBezTo>
                    <a:pt x="40279" y="196723"/>
                    <a:pt x="12965" y="171139"/>
                    <a:pt x="10891" y="138121"/>
                  </a:cubicBezTo>
                  <a:cubicBezTo>
                    <a:pt x="8817" y="105277"/>
                    <a:pt x="32672" y="76235"/>
                    <a:pt x="65344" y="72086"/>
                  </a:cubicBezTo>
                  <a:lnTo>
                    <a:pt x="67937" y="71740"/>
                  </a:lnTo>
                  <a:lnTo>
                    <a:pt x="68456" y="69147"/>
                  </a:lnTo>
                  <a:cubicBezTo>
                    <a:pt x="75716" y="32673"/>
                    <a:pt x="109598" y="7780"/>
                    <a:pt x="146592" y="11410"/>
                  </a:cubicBezTo>
                  <a:cubicBezTo>
                    <a:pt x="183413" y="15040"/>
                    <a:pt x="211590" y="46156"/>
                    <a:pt x="211763" y="83323"/>
                  </a:cubicBezTo>
                  <a:lnTo>
                    <a:pt x="211763" y="86780"/>
                  </a:lnTo>
                  <a:lnTo>
                    <a:pt x="215220" y="86953"/>
                  </a:lnTo>
                  <a:cubicBezTo>
                    <a:pt x="226630" y="88163"/>
                    <a:pt x="237693" y="91102"/>
                    <a:pt x="248238" y="95942"/>
                  </a:cubicBezTo>
                  <a:cubicBezTo>
                    <a:pt x="269501" y="106141"/>
                    <a:pt x="280392" y="122045"/>
                    <a:pt x="280392" y="143653"/>
                  </a:cubicBezTo>
                  <a:cubicBezTo>
                    <a:pt x="280392" y="171485"/>
                    <a:pt x="257400" y="196896"/>
                    <a:pt x="232161" y="196896"/>
                  </a:cubicBezTo>
                  <a:lnTo>
                    <a:pt x="205886" y="196896"/>
                  </a:lnTo>
                  <a:lnTo>
                    <a:pt x="205886" y="156791"/>
                  </a:lnTo>
                  <a:cubicBezTo>
                    <a:pt x="219196" y="153334"/>
                    <a:pt x="217468" y="133800"/>
                    <a:pt x="203638" y="132935"/>
                  </a:cubicBezTo>
                  <a:cubicBezTo>
                    <a:pt x="189982" y="131898"/>
                    <a:pt x="185487" y="151086"/>
                    <a:pt x="198279" y="156272"/>
                  </a:cubicBezTo>
                  <a:lnTo>
                    <a:pt x="198279" y="204502"/>
                  </a:lnTo>
                  <a:lnTo>
                    <a:pt x="232334" y="204502"/>
                  </a:lnTo>
                  <a:cubicBezTo>
                    <a:pt x="261895" y="204502"/>
                    <a:pt x="287998" y="176152"/>
                    <a:pt x="287998" y="143826"/>
                  </a:cubicBezTo>
                  <a:cubicBezTo>
                    <a:pt x="287998" y="92657"/>
                    <a:pt x="233544" y="81940"/>
                    <a:pt x="219196" y="79865"/>
                  </a:cubicBezTo>
                  <a:close/>
                  <a:moveTo>
                    <a:pt x="77791" y="136047"/>
                  </a:moveTo>
                  <a:cubicBezTo>
                    <a:pt x="77964" y="133800"/>
                    <a:pt x="80038" y="132071"/>
                    <a:pt x="82285" y="132071"/>
                  </a:cubicBezTo>
                  <a:lnTo>
                    <a:pt x="82804" y="132071"/>
                  </a:lnTo>
                  <a:cubicBezTo>
                    <a:pt x="85397" y="132244"/>
                    <a:pt x="87298" y="134664"/>
                    <a:pt x="86953" y="137257"/>
                  </a:cubicBezTo>
                  <a:cubicBezTo>
                    <a:pt x="86780" y="138467"/>
                    <a:pt x="86261" y="139504"/>
                    <a:pt x="85224" y="140369"/>
                  </a:cubicBezTo>
                  <a:cubicBezTo>
                    <a:pt x="81940" y="142962"/>
                    <a:pt x="77272" y="140196"/>
                    <a:pt x="77791" y="136220"/>
                  </a:cubicBezTo>
                  <a:close/>
                  <a:moveTo>
                    <a:pt x="198279" y="144517"/>
                  </a:moveTo>
                  <a:cubicBezTo>
                    <a:pt x="198452" y="142097"/>
                    <a:pt x="200527" y="140369"/>
                    <a:pt x="202774" y="140369"/>
                  </a:cubicBezTo>
                  <a:lnTo>
                    <a:pt x="203293" y="140369"/>
                  </a:lnTo>
                  <a:cubicBezTo>
                    <a:pt x="204503" y="140541"/>
                    <a:pt x="205713" y="141060"/>
                    <a:pt x="206404" y="142097"/>
                  </a:cubicBezTo>
                  <a:cubicBezTo>
                    <a:pt x="208997" y="145209"/>
                    <a:pt x="206404" y="150049"/>
                    <a:pt x="202255" y="149531"/>
                  </a:cubicBezTo>
                  <a:cubicBezTo>
                    <a:pt x="199835" y="149185"/>
                    <a:pt x="197934" y="146938"/>
                    <a:pt x="198279" y="1445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2472425" y="4158300"/>
              <a:ext cx="726075" cy="1175525"/>
            </a:xfrm>
            <a:custGeom>
              <a:avLst/>
              <a:gdLst/>
              <a:ahLst/>
              <a:cxnLst/>
              <a:rect l="l" t="t" r="r" b="b"/>
              <a:pathLst>
                <a:path w="29043" h="47021" extrusionOk="0">
                  <a:moveTo>
                    <a:pt x="19189" y="1038"/>
                  </a:moveTo>
                  <a:cubicBezTo>
                    <a:pt x="16077" y="0"/>
                    <a:pt x="12793" y="173"/>
                    <a:pt x="9854" y="1556"/>
                  </a:cubicBezTo>
                  <a:cubicBezTo>
                    <a:pt x="1" y="6051"/>
                    <a:pt x="519" y="20053"/>
                    <a:pt x="10718" y="23856"/>
                  </a:cubicBezTo>
                  <a:lnTo>
                    <a:pt x="11237" y="24029"/>
                  </a:lnTo>
                  <a:lnTo>
                    <a:pt x="11237" y="47020"/>
                  </a:lnTo>
                  <a:lnTo>
                    <a:pt x="18670" y="47020"/>
                  </a:lnTo>
                  <a:lnTo>
                    <a:pt x="18670" y="24029"/>
                  </a:lnTo>
                  <a:cubicBezTo>
                    <a:pt x="25585" y="21782"/>
                    <a:pt x="29042" y="14003"/>
                    <a:pt x="25931" y="7434"/>
                  </a:cubicBezTo>
                  <a:cubicBezTo>
                    <a:pt x="24548" y="4495"/>
                    <a:pt x="22128" y="2248"/>
                    <a:pt x="19189" y="1038"/>
                  </a:cubicBezTo>
                  <a:close/>
                  <a:moveTo>
                    <a:pt x="19189" y="14003"/>
                  </a:moveTo>
                  <a:cubicBezTo>
                    <a:pt x="17979" y="17633"/>
                    <a:pt x="13311" y="18151"/>
                    <a:pt x="11064" y="15040"/>
                  </a:cubicBezTo>
                  <a:cubicBezTo>
                    <a:pt x="8990" y="12101"/>
                    <a:pt x="11237" y="7779"/>
                    <a:pt x="14867" y="7779"/>
                  </a:cubicBezTo>
                  <a:cubicBezTo>
                    <a:pt x="15386" y="7779"/>
                    <a:pt x="16077" y="7952"/>
                    <a:pt x="16596" y="8125"/>
                  </a:cubicBezTo>
                  <a:cubicBezTo>
                    <a:pt x="19016" y="8990"/>
                    <a:pt x="20226" y="11583"/>
                    <a:pt x="19189" y="140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4054175" y="4408950"/>
              <a:ext cx="816800" cy="916225"/>
            </a:xfrm>
            <a:custGeom>
              <a:avLst/>
              <a:gdLst/>
              <a:ahLst/>
              <a:cxnLst/>
              <a:rect l="l" t="t" r="r" b="b"/>
              <a:pathLst>
                <a:path w="32672" h="36649" extrusionOk="0">
                  <a:moveTo>
                    <a:pt x="23164" y="5360"/>
                  </a:moveTo>
                  <a:cubicBezTo>
                    <a:pt x="8125" y="1"/>
                    <a:pt x="0" y="22301"/>
                    <a:pt x="14867" y="28005"/>
                  </a:cubicBezTo>
                  <a:lnTo>
                    <a:pt x="15212" y="28005"/>
                  </a:lnTo>
                  <a:lnTo>
                    <a:pt x="15212" y="36649"/>
                  </a:lnTo>
                  <a:lnTo>
                    <a:pt x="22819" y="36649"/>
                  </a:lnTo>
                  <a:lnTo>
                    <a:pt x="22819" y="28005"/>
                  </a:lnTo>
                  <a:cubicBezTo>
                    <a:pt x="23164" y="28005"/>
                    <a:pt x="23683" y="27832"/>
                    <a:pt x="24029" y="27659"/>
                  </a:cubicBezTo>
                  <a:cubicBezTo>
                    <a:pt x="26967" y="26277"/>
                    <a:pt x="29215" y="23856"/>
                    <a:pt x="30425" y="20745"/>
                  </a:cubicBezTo>
                  <a:cubicBezTo>
                    <a:pt x="32672" y="14522"/>
                    <a:pt x="29387" y="7607"/>
                    <a:pt x="23164" y="5360"/>
                  </a:cubicBezTo>
                  <a:close/>
                  <a:moveTo>
                    <a:pt x="23337" y="18325"/>
                  </a:moveTo>
                  <a:cubicBezTo>
                    <a:pt x="22991" y="19362"/>
                    <a:pt x="22127" y="20399"/>
                    <a:pt x="20917" y="20918"/>
                  </a:cubicBezTo>
                  <a:cubicBezTo>
                    <a:pt x="19880" y="21436"/>
                    <a:pt x="18497" y="21436"/>
                    <a:pt x="17460" y="21091"/>
                  </a:cubicBezTo>
                  <a:cubicBezTo>
                    <a:pt x="15039" y="20226"/>
                    <a:pt x="13829" y="17460"/>
                    <a:pt x="14694" y="15040"/>
                  </a:cubicBezTo>
                  <a:cubicBezTo>
                    <a:pt x="15385" y="13311"/>
                    <a:pt x="17114" y="12101"/>
                    <a:pt x="19015" y="12101"/>
                  </a:cubicBezTo>
                  <a:cubicBezTo>
                    <a:pt x="19534" y="12101"/>
                    <a:pt x="20053" y="12101"/>
                    <a:pt x="20571" y="12274"/>
                  </a:cubicBezTo>
                  <a:cubicBezTo>
                    <a:pt x="22991" y="13311"/>
                    <a:pt x="24201" y="15905"/>
                    <a:pt x="23337" y="183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" name="Google Shape;271;p24"/>
          <p:cNvSpPr txBox="1">
            <a:spLocks noGrp="1"/>
          </p:cNvSpPr>
          <p:nvPr>
            <p:ph type="ctrTitle"/>
          </p:nvPr>
        </p:nvSpPr>
        <p:spPr>
          <a:xfrm>
            <a:off x="1047575" y="3192350"/>
            <a:ext cx="24675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8FFD5"/>
                </a:solidFill>
                <a:latin typeface="Impact"/>
                <a:ea typeface="Impact"/>
                <a:cs typeface="Impact"/>
                <a:sym typeface="Impact"/>
              </a:rPr>
              <a:t>GOSTUDIO</a:t>
            </a:r>
            <a:endParaRPr>
              <a:solidFill>
                <a:srgbClr val="48FFD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WE ARE WORKING ON</a:t>
            </a:r>
            <a:endParaRPr/>
          </a:p>
        </p:txBody>
      </p:sp>
      <p:sp>
        <p:nvSpPr>
          <p:cNvPr id="277" name="Google Shape;277;p25"/>
          <p:cNvSpPr txBox="1">
            <a:spLocks noGrp="1"/>
          </p:cNvSpPr>
          <p:nvPr>
            <p:ph type="subTitle" idx="1"/>
          </p:nvPr>
        </p:nvSpPr>
        <p:spPr>
          <a:xfrm>
            <a:off x="819931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Mercury is the closest planet to the Sun</a:t>
            </a:r>
            <a:endParaRPr/>
          </a:p>
        </p:txBody>
      </p:sp>
      <p:sp>
        <p:nvSpPr>
          <p:cNvPr id="278" name="Google Shape;278;p25"/>
          <p:cNvSpPr txBox="1">
            <a:spLocks noGrp="1"/>
          </p:cNvSpPr>
          <p:nvPr>
            <p:ph type="subTitle" idx="2"/>
          </p:nvPr>
        </p:nvSpPr>
        <p:spPr>
          <a:xfrm>
            <a:off x="6434656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Neptune is the farthest planet from the Sun</a:t>
            </a:r>
            <a:endParaRPr/>
          </a:p>
        </p:txBody>
      </p:sp>
      <p:sp>
        <p:nvSpPr>
          <p:cNvPr id="279" name="Google Shape;279;p25"/>
          <p:cNvSpPr txBox="1">
            <a:spLocks noGrp="1"/>
          </p:cNvSpPr>
          <p:nvPr>
            <p:ph type="subTitle" idx="3"/>
          </p:nvPr>
        </p:nvSpPr>
        <p:spPr>
          <a:xfrm>
            <a:off x="3633931" y="3340125"/>
            <a:ext cx="18894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Despite being red, Mars is a cold place, not hot</a:t>
            </a:r>
            <a:endParaRPr/>
          </a:p>
        </p:txBody>
      </p:sp>
      <p:sp>
        <p:nvSpPr>
          <p:cNvPr id="280" name="Google Shape;280;p25"/>
          <p:cNvSpPr txBox="1">
            <a:spLocks noGrp="1"/>
          </p:cNvSpPr>
          <p:nvPr>
            <p:ph type="ctrTitle"/>
          </p:nvPr>
        </p:nvSpPr>
        <p:spPr>
          <a:xfrm>
            <a:off x="726631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SECURE</a:t>
            </a:r>
            <a:endParaRPr/>
          </a:p>
        </p:txBody>
      </p:sp>
      <p:sp>
        <p:nvSpPr>
          <p:cNvPr id="281" name="Google Shape;281;p25"/>
          <p:cNvSpPr txBox="1">
            <a:spLocks noGrp="1"/>
          </p:cNvSpPr>
          <p:nvPr>
            <p:ph type="ctrTitle" idx="4"/>
          </p:nvPr>
        </p:nvSpPr>
        <p:spPr>
          <a:xfrm>
            <a:off x="6341356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FAST AND RELIABLE</a:t>
            </a:r>
            <a:endParaRPr/>
          </a:p>
        </p:txBody>
      </p:sp>
      <p:sp>
        <p:nvSpPr>
          <p:cNvPr id="282" name="Google Shape;282;p25"/>
          <p:cNvSpPr txBox="1">
            <a:spLocks noGrp="1"/>
          </p:cNvSpPr>
          <p:nvPr>
            <p:ph type="ctrTitle" idx="5"/>
          </p:nvPr>
        </p:nvSpPr>
        <p:spPr>
          <a:xfrm>
            <a:off x="3540631" y="32745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ACCESSIBLE</a:t>
            </a:r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1267145" y="2083606"/>
            <a:ext cx="994973" cy="830447"/>
          </a:xfrm>
          <a:custGeom>
            <a:avLst/>
            <a:gdLst/>
            <a:ahLst/>
            <a:cxnLst/>
            <a:rect l="l" t="t" r="r" b="b"/>
            <a:pathLst>
              <a:path w="209468" h="174831" extrusionOk="0">
                <a:moveTo>
                  <a:pt x="198077" y="11364"/>
                </a:moveTo>
                <a:lnTo>
                  <a:pt x="198105" y="12377"/>
                </a:lnTo>
                <a:lnTo>
                  <a:pt x="198105" y="134115"/>
                </a:lnTo>
                <a:cubicBezTo>
                  <a:pt x="198105" y="134854"/>
                  <a:pt x="197803" y="135155"/>
                  <a:pt x="197064" y="135155"/>
                </a:cubicBezTo>
                <a:lnTo>
                  <a:pt x="12294" y="135155"/>
                </a:lnTo>
                <a:cubicBezTo>
                  <a:pt x="11555" y="135155"/>
                  <a:pt x="11254" y="134854"/>
                  <a:pt x="11254" y="134115"/>
                </a:cubicBezTo>
                <a:lnTo>
                  <a:pt x="11254" y="12377"/>
                </a:lnTo>
                <a:lnTo>
                  <a:pt x="11254" y="11364"/>
                </a:lnTo>
                <a:close/>
                <a:moveTo>
                  <a:pt x="11254" y="0"/>
                </a:moveTo>
                <a:lnTo>
                  <a:pt x="11254" y="302"/>
                </a:lnTo>
                <a:cubicBezTo>
                  <a:pt x="5230" y="712"/>
                  <a:pt x="712" y="5531"/>
                  <a:pt x="0" y="11364"/>
                </a:cubicBezTo>
                <a:lnTo>
                  <a:pt x="0" y="12377"/>
                </a:lnTo>
                <a:lnTo>
                  <a:pt x="0" y="134115"/>
                </a:lnTo>
                <a:cubicBezTo>
                  <a:pt x="0" y="136497"/>
                  <a:pt x="630" y="138468"/>
                  <a:pt x="1643" y="140248"/>
                </a:cubicBezTo>
                <a:cubicBezTo>
                  <a:pt x="3998" y="144383"/>
                  <a:pt x="7503" y="146518"/>
                  <a:pt x="12294" y="146518"/>
                </a:cubicBezTo>
                <a:lnTo>
                  <a:pt x="79707" y="146518"/>
                </a:lnTo>
                <a:lnTo>
                  <a:pt x="79707" y="163522"/>
                </a:lnTo>
                <a:lnTo>
                  <a:pt x="66920" y="163522"/>
                </a:lnTo>
                <a:cubicBezTo>
                  <a:pt x="63744" y="163522"/>
                  <a:pt x="61280" y="165987"/>
                  <a:pt x="61280" y="169163"/>
                </a:cubicBezTo>
                <a:cubicBezTo>
                  <a:pt x="61280" y="172339"/>
                  <a:pt x="63744" y="174831"/>
                  <a:pt x="66920" y="174831"/>
                </a:cubicBezTo>
                <a:lnTo>
                  <a:pt x="142466" y="174831"/>
                </a:lnTo>
                <a:cubicBezTo>
                  <a:pt x="145642" y="174831"/>
                  <a:pt x="148216" y="172339"/>
                  <a:pt x="148216" y="169163"/>
                </a:cubicBezTo>
                <a:cubicBezTo>
                  <a:pt x="148216" y="165987"/>
                  <a:pt x="145642" y="163522"/>
                  <a:pt x="142466" y="163522"/>
                </a:cubicBezTo>
                <a:lnTo>
                  <a:pt x="129651" y="163522"/>
                </a:lnTo>
                <a:lnTo>
                  <a:pt x="129651" y="146518"/>
                </a:lnTo>
                <a:lnTo>
                  <a:pt x="197064" y="146518"/>
                </a:lnTo>
                <a:cubicBezTo>
                  <a:pt x="201911" y="146518"/>
                  <a:pt x="205388" y="144437"/>
                  <a:pt x="207715" y="140248"/>
                </a:cubicBezTo>
                <a:cubicBezTo>
                  <a:pt x="208783" y="138359"/>
                  <a:pt x="209468" y="136360"/>
                  <a:pt x="209468" y="134115"/>
                </a:cubicBezTo>
                <a:lnTo>
                  <a:pt x="209468" y="12377"/>
                </a:lnTo>
                <a:lnTo>
                  <a:pt x="209468" y="11364"/>
                </a:lnTo>
                <a:cubicBezTo>
                  <a:pt x="208756" y="5531"/>
                  <a:pt x="203909" y="712"/>
                  <a:pt x="198105" y="302"/>
                </a:cubicBezTo>
                <a:lnTo>
                  <a:pt x="1981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4" name="Google Shape;284;p25"/>
          <p:cNvGrpSpPr/>
          <p:nvPr/>
        </p:nvGrpSpPr>
        <p:grpSpPr>
          <a:xfrm>
            <a:off x="4081142" y="2083606"/>
            <a:ext cx="994978" cy="830447"/>
            <a:chOff x="6666900" y="628300"/>
            <a:chExt cx="5236725" cy="4370775"/>
          </a:xfrm>
        </p:grpSpPr>
        <p:sp>
          <p:nvSpPr>
            <p:cNvPr id="285" name="Google Shape;285;p25"/>
            <p:cNvSpPr/>
            <p:nvPr/>
          </p:nvSpPr>
          <p:spPr>
            <a:xfrm>
              <a:off x="6666900" y="628300"/>
              <a:ext cx="5236725" cy="4370775"/>
            </a:xfrm>
            <a:custGeom>
              <a:avLst/>
              <a:gdLst/>
              <a:ahLst/>
              <a:cxnLst/>
              <a:rect l="l" t="t" r="r" b="b"/>
              <a:pathLst>
                <a:path w="209469" h="174831" extrusionOk="0">
                  <a:moveTo>
                    <a:pt x="198078" y="11364"/>
                  </a:moveTo>
                  <a:lnTo>
                    <a:pt x="198105" y="12404"/>
                  </a:lnTo>
                  <a:lnTo>
                    <a:pt x="198105" y="134142"/>
                  </a:lnTo>
                  <a:cubicBezTo>
                    <a:pt x="198105" y="134854"/>
                    <a:pt x="197804" y="135155"/>
                    <a:pt x="197092" y="135155"/>
                  </a:cubicBezTo>
                  <a:lnTo>
                    <a:pt x="12295" y="135155"/>
                  </a:lnTo>
                  <a:cubicBezTo>
                    <a:pt x="11583" y="135155"/>
                    <a:pt x="11254" y="134854"/>
                    <a:pt x="11254" y="134142"/>
                  </a:cubicBezTo>
                  <a:lnTo>
                    <a:pt x="11254" y="12404"/>
                  </a:lnTo>
                  <a:lnTo>
                    <a:pt x="11254" y="11364"/>
                  </a:lnTo>
                  <a:close/>
                  <a:moveTo>
                    <a:pt x="11254" y="0"/>
                  </a:moveTo>
                  <a:lnTo>
                    <a:pt x="11254" y="302"/>
                  </a:lnTo>
                  <a:cubicBezTo>
                    <a:pt x="5203" y="712"/>
                    <a:pt x="712" y="5559"/>
                    <a:pt x="0" y="11364"/>
                  </a:cubicBezTo>
                  <a:lnTo>
                    <a:pt x="0" y="12404"/>
                  </a:lnTo>
                  <a:lnTo>
                    <a:pt x="0" y="134142"/>
                  </a:lnTo>
                  <a:cubicBezTo>
                    <a:pt x="0" y="136497"/>
                    <a:pt x="603" y="138496"/>
                    <a:pt x="1643" y="140275"/>
                  </a:cubicBezTo>
                  <a:cubicBezTo>
                    <a:pt x="3998" y="144410"/>
                    <a:pt x="7503" y="146518"/>
                    <a:pt x="12295" y="146518"/>
                  </a:cubicBezTo>
                  <a:lnTo>
                    <a:pt x="79708" y="146518"/>
                  </a:lnTo>
                  <a:lnTo>
                    <a:pt x="79708" y="163550"/>
                  </a:lnTo>
                  <a:lnTo>
                    <a:pt x="66921" y="163550"/>
                  </a:lnTo>
                  <a:cubicBezTo>
                    <a:pt x="63744" y="163550"/>
                    <a:pt x="61280" y="166014"/>
                    <a:pt x="61280" y="169190"/>
                  </a:cubicBezTo>
                  <a:cubicBezTo>
                    <a:pt x="61280" y="172366"/>
                    <a:pt x="63744" y="174831"/>
                    <a:pt x="66921" y="174831"/>
                  </a:cubicBezTo>
                  <a:lnTo>
                    <a:pt x="142466" y="174831"/>
                  </a:lnTo>
                  <a:cubicBezTo>
                    <a:pt x="145642" y="174831"/>
                    <a:pt x="148216" y="172366"/>
                    <a:pt x="148216" y="169190"/>
                  </a:cubicBezTo>
                  <a:cubicBezTo>
                    <a:pt x="148216" y="166014"/>
                    <a:pt x="145642" y="163550"/>
                    <a:pt x="142466" y="163550"/>
                  </a:cubicBezTo>
                  <a:lnTo>
                    <a:pt x="129651" y="163550"/>
                  </a:lnTo>
                  <a:lnTo>
                    <a:pt x="129651" y="146518"/>
                  </a:lnTo>
                  <a:lnTo>
                    <a:pt x="197092" y="146518"/>
                  </a:lnTo>
                  <a:cubicBezTo>
                    <a:pt x="201911" y="146518"/>
                    <a:pt x="205388" y="144437"/>
                    <a:pt x="207716" y="140275"/>
                  </a:cubicBezTo>
                  <a:cubicBezTo>
                    <a:pt x="208784" y="138386"/>
                    <a:pt x="209468" y="136360"/>
                    <a:pt x="209468" y="134142"/>
                  </a:cubicBezTo>
                  <a:lnTo>
                    <a:pt x="209468" y="12404"/>
                  </a:lnTo>
                  <a:lnTo>
                    <a:pt x="209468" y="11364"/>
                  </a:lnTo>
                  <a:cubicBezTo>
                    <a:pt x="208756" y="5559"/>
                    <a:pt x="203937" y="712"/>
                    <a:pt x="198105" y="302"/>
                  </a:cubicBezTo>
                  <a:lnTo>
                    <a:pt x="1981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5"/>
            <p:cNvSpPr/>
            <p:nvPr/>
          </p:nvSpPr>
          <p:spPr>
            <a:xfrm>
              <a:off x="8826600" y="2050775"/>
              <a:ext cx="917300" cy="917300"/>
            </a:xfrm>
            <a:custGeom>
              <a:avLst/>
              <a:gdLst/>
              <a:ahLst/>
              <a:cxnLst/>
              <a:rect l="l" t="t" r="r" b="b"/>
              <a:pathLst>
                <a:path w="36692" h="36692" extrusionOk="0">
                  <a:moveTo>
                    <a:pt x="27262" y="10022"/>
                  </a:moveTo>
                  <a:cubicBezTo>
                    <a:pt x="27985" y="10022"/>
                    <a:pt x="28710" y="10295"/>
                    <a:pt x="29271" y="10843"/>
                  </a:cubicBezTo>
                  <a:cubicBezTo>
                    <a:pt x="30367" y="11966"/>
                    <a:pt x="30367" y="13773"/>
                    <a:pt x="29244" y="14868"/>
                  </a:cubicBezTo>
                  <a:lnTo>
                    <a:pt x="16101" y="28011"/>
                  </a:lnTo>
                  <a:cubicBezTo>
                    <a:pt x="15553" y="28559"/>
                    <a:pt x="14814" y="28833"/>
                    <a:pt x="14102" y="28833"/>
                  </a:cubicBezTo>
                  <a:cubicBezTo>
                    <a:pt x="13390" y="28833"/>
                    <a:pt x="12678" y="28559"/>
                    <a:pt x="12131" y="28011"/>
                  </a:cubicBezTo>
                  <a:lnTo>
                    <a:pt x="7093" y="23000"/>
                  </a:lnTo>
                  <a:cubicBezTo>
                    <a:pt x="5997" y="21905"/>
                    <a:pt x="5997" y="20125"/>
                    <a:pt x="7093" y="18975"/>
                  </a:cubicBezTo>
                  <a:cubicBezTo>
                    <a:pt x="7640" y="18428"/>
                    <a:pt x="8359" y="18154"/>
                    <a:pt x="9081" y="18154"/>
                  </a:cubicBezTo>
                  <a:cubicBezTo>
                    <a:pt x="9803" y="18154"/>
                    <a:pt x="10529" y="18428"/>
                    <a:pt x="11090" y="18975"/>
                  </a:cubicBezTo>
                  <a:lnTo>
                    <a:pt x="14102" y="21987"/>
                  </a:lnTo>
                  <a:lnTo>
                    <a:pt x="25274" y="10843"/>
                  </a:lnTo>
                  <a:cubicBezTo>
                    <a:pt x="25821" y="10295"/>
                    <a:pt x="26540" y="10022"/>
                    <a:pt x="27262" y="10022"/>
                  </a:cubicBezTo>
                  <a:close/>
                  <a:moveTo>
                    <a:pt x="18346" y="0"/>
                  </a:moveTo>
                  <a:cubicBezTo>
                    <a:pt x="8215" y="0"/>
                    <a:pt x="1" y="8214"/>
                    <a:pt x="1" y="18346"/>
                  </a:cubicBezTo>
                  <a:cubicBezTo>
                    <a:pt x="1" y="28477"/>
                    <a:pt x="8215" y="36691"/>
                    <a:pt x="18346" y="36691"/>
                  </a:cubicBezTo>
                  <a:cubicBezTo>
                    <a:pt x="28477" y="36691"/>
                    <a:pt x="36692" y="28477"/>
                    <a:pt x="36692" y="18346"/>
                  </a:cubicBezTo>
                  <a:cubicBezTo>
                    <a:pt x="36692" y="8214"/>
                    <a:pt x="28477" y="0"/>
                    <a:pt x="183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8248175" y="1305300"/>
              <a:ext cx="2071425" cy="2406175"/>
            </a:xfrm>
            <a:custGeom>
              <a:avLst/>
              <a:gdLst/>
              <a:ahLst/>
              <a:cxnLst/>
              <a:rect l="l" t="t" r="r" b="b"/>
              <a:pathLst>
                <a:path w="82857" h="96247" extrusionOk="0">
                  <a:moveTo>
                    <a:pt x="41483" y="24151"/>
                  </a:moveTo>
                  <a:cubicBezTo>
                    <a:pt x="54736" y="24151"/>
                    <a:pt x="65469" y="34939"/>
                    <a:pt x="65469" y="48137"/>
                  </a:cubicBezTo>
                  <a:cubicBezTo>
                    <a:pt x="65469" y="61362"/>
                    <a:pt x="54736" y="72151"/>
                    <a:pt x="41483" y="72151"/>
                  </a:cubicBezTo>
                  <a:cubicBezTo>
                    <a:pt x="28231" y="72151"/>
                    <a:pt x="17497" y="61362"/>
                    <a:pt x="17497" y="48137"/>
                  </a:cubicBezTo>
                  <a:cubicBezTo>
                    <a:pt x="17497" y="34939"/>
                    <a:pt x="28285" y="24151"/>
                    <a:pt x="41483" y="24151"/>
                  </a:cubicBezTo>
                  <a:close/>
                  <a:moveTo>
                    <a:pt x="41439" y="1"/>
                  </a:moveTo>
                  <a:cubicBezTo>
                    <a:pt x="39943" y="1"/>
                    <a:pt x="38444" y="548"/>
                    <a:pt x="37239" y="1644"/>
                  </a:cubicBezTo>
                  <a:lnTo>
                    <a:pt x="37184" y="1698"/>
                  </a:lnTo>
                  <a:cubicBezTo>
                    <a:pt x="29846" y="8817"/>
                    <a:pt x="21303" y="12459"/>
                    <a:pt x="10214" y="13062"/>
                  </a:cubicBezTo>
                  <a:cubicBezTo>
                    <a:pt x="4902" y="13390"/>
                    <a:pt x="685" y="17771"/>
                    <a:pt x="575" y="23056"/>
                  </a:cubicBezTo>
                  <a:cubicBezTo>
                    <a:pt x="575" y="24151"/>
                    <a:pt x="548" y="25109"/>
                    <a:pt x="493" y="26040"/>
                  </a:cubicBezTo>
                  <a:lnTo>
                    <a:pt x="493" y="26205"/>
                  </a:lnTo>
                  <a:cubicBezTo>
                    <a:pt x="274" y="37513"/>
                    <a:pt x="0" y="51532"/>
                    <a:pt x="4683" y="64320"/>
                  </a:cubicBezTo>
                  <a:cubicBezTo>
                    <a:pt x="7284" y="71329"/>
                    <a:pt x="11199" y="77408"/>
                    <a:pt x="16320" y="82419"/>
                  </a:cubicBezTo>
                  <a:cubicBezTo>
                    <a:pt x="22179" y="88141"/>
                    <a:pt x="29846" y="92659"/>
                    <a:pt x="39101" y="95863"/>
                  </a:cubicBezTo>
                  <a:cubicBezTo>
                    <a:pt x="39402" y="95973"/>
                    <a:pt x="39704" y="96082"/>
                    <a:pt x="40005" y="96109"/>
                  </a:cubicBezTo>
                  <a:cubicBezTo>
                    <a:pt x="40470" y="96219"/>
                    <a:pt x="40908" y="96246"/>
                    <a:pt x="41374" y="96246"/>
                  </a:cubicBezTo>
                  <a:cubicBezTo>
                    <a:pt x="41839" y="96246"/>
                    <a:pt x="42277" y="96192"/>
                    <a:pt x="42743" y="96109"/>
                  </a:cubicBezTo>
                  <a:cubicBezTo>
                    <a:pt x="43071" y="96027"/>
                    <a:pt x="43400" y="95973"/>
                    <a:pt x="43674" y="95863"/>
                  </a:cubicBezTo>
                  <a:cubicBezTo>
                    <a:pt x="52929" y="92659"/>
                    <a:pt x="60596" y="88087"/>
                    <a:pt x="66400" y="82391"/>
                  </a:cubicBezTo>
                  <a:cubicBezTo>
                    <a:pt x="71548" y="77381"/>
                    <a:pt x="75436" y="71247"/>
                    <a:pt x="78037" y="64237"/>
                  </a:cubicBezTo>
                  <a:cubicBezTo>
                    <a:pt x="82857" y="51505"/>
                    <a:pt x="82583" y="37431"/>
                    <a:pt x="82391" y="26123"/>
                  </a:cubicBezTo>
                  <a:lnTo>
                    <a:pt x="82391" y="26040"/>
                  </a:lnTo>
                  <a:cubicBezTo>
                    <a:pt x="82364" y="25109"/>
                    <a:pt x="82309" y="24124"/>
                    <a:pt x="82282" y="23056"/>
                  </a:cubicBezTo>
                  <a:cubicBezTo>
                    <a:pt x="82227" y="17771"/>
                    <a:pt x="77983" y="13390"/>
                    <a:pt x="72671" y="13062"/>
                  </a:cubicBezTo>
                  <a:cubicBezTo>
                    <a:pt x="61609" y="12459"/>
                    <a:pt x="53011" y="8817"/>
                    <a:pt x="45700" y="1698"/>
                  </a:cubicBezTo>
                  <a:lnTo>
                    <a:pt x="45618" y="1644"/>
                  </a:lnTo>
                  <a:cubicBezTo>
                    <a:pt x="44427" y="548"/>
                    <a:pt x="42935" y="1"/>
                    <a:pt x="414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" name="Google Shape;288;p25"/>
          <p:cNvGrpSpPr/>
          <p:nvPr/>
        </p:nvGrpSpPr>
        <p:grpSpPr>
          <a:xfrm>
            <a:off x="6877940" y="2077049"/>
            <a:ext cx="1002833" cy="837003"/>
            <a:chOff x="12618250" y="628300"/>
            <a:chExt cx="5236725" cy="4370775"/>
          </a:xfrm>
        </p:grpSpPr>
        <p:sp>
          <p:nvSpPr>
            <p:cNvPr id="289" name="Google Shape;289;p25"/>
            <p:cNvSpPr/>
            <p:nvPr/>
          </p:nvSpPr>
          <p:spPr>
            <a:xfrm>
              <a:off x="12618250" y="628300"/>
              <a:ext cx="5236725" cy="4370775"/>
            </a:xfrm>
            <a:custGeom>
              <a:avLst/>
              <a:gdLst/>
              <a:ahLst/>
              <a:cxnLst/>
              <a:rect l="l" t="t" r="r" b="b"/>
              <a:pathLst>
                <a:path w="209469" h="174831" extrusionOk="0">
                  <a:moveTo>
                    <a:pt x="198078" y="11364"/>
                  </a:moveTo>
                  <a:lnTo>
                    <a:pt x="198078" y="12404"/>
                  </a:lnTo>
                  <a:lnTo>
                    <a:pt x="198078" y="134142"/>
                  </a:lnTo>
                  <a:cubicBezTo>
                    <a:pt x="198078" y="134854"/>
                    <a:pt x="197749" y="135155"/>
                    <a:pt x="197037" y="135155"/>
                  </a:cubicBezTo>
                  <a:lnTo>
                    <a:pt x="12295" y="135155"/>
                  </a:lnTo>
                  <a:cubicBezTo>
                    <a:pt x="11555" y="135155"/>
                    <a:pt x="11254" y="134854"/>
                    <a:pt x="11254" y="134142"/>
                  </a:cubicBezTo>
                  <a:lnTo>
                    <a:pt x="11254" y="12404"/>
                  </a:lnTo>
                  <a:lnTo>
                    <a:pt x="11254" y="11364"/>
                  </a:lnTo>
                  <a:close/>
                  <a:moveTo>
                    <a:pt x="11254" y="0"/>
                  </a:moveTo>
                  <a:lnTo>
                    <a:pt x="11254" y="302"/>
                  </a:lnTo>
                  <a:cubicBezTo>
                    <a:pt x="5203" y="712"/>
                    <a:pt x="712" y="5559"/>
                    <a:pt x="0" y="11364"/>
                  </a:cubicBezTo>
                  <a:lnTo>
                    <a:pt x="0" y="12404"/>
                  </a:lnTo>
                  <a:lnTo>
                    <a:pt x="0" y="134142"/>
                  </a:lnTo>
                  <a:cubicBezTo>
                    <a:pt x="0" y="136497"/>
                    <a:pt x="603" y="138496"/>
                    <a:pt x="1643" y="140275"/>
                  </a:cubicBezTo>
                  <a:cubicBezTo>
                    <a:pt x="3998" y="144410"/>
                    <a:pt x="7503" y="146518"/>
                    <a:pt x="12295" y="146518"/>
                  </a:cubicBezTo>
                  <a:lnTo>
                    <a:pt x="79708" y="146518"/>
                  </a:lnTo>
                  <a:lnTo>
                    <a:pt x="79708" y="163550"/>
                  </a:lnTo>
                  <a:lnTo>
                    <a:pt x="66921" y="163550"/>
                  </a:lnTo>
                  <a:cubicBezTo>
                    <a:pt x="63717" y="163550"/>
                    <a:pt x="61253" y="166014"/>
                    <a:pt x="61253" y="169190"/>
                  </a:cubicBezTo>
                  <a:cubicBezTo>
                    <a:pt x="61253" y="172366"/>
                    <a:pt x="63717" y="174831"/>
                    <a:pt x="66921" y="174831"/>
                  </a:cubicBezTo>
                  <a:lnTo>
                    <a:pt x="142439" y="174831"/>
                  </a:lnTo>
                  <a:cubicBezTo>
                    <a:pt x="145642" y="174831"/>
                    <a:pt x="148189" y="172366"/>
                    <a:pt x="148189" y="169190"/>
                  </a:cubicBezTo>
                  <a:cubicBezTo>
                    <a:pt x="148189" y="166014"/>
                    <a:pt x="145642" y="163550"/>
                    <a:pt x="142439" y="163550"/>
                  </a:cubicBezTo>
                  <a:lnTo>
                    <a:pt x="129651" y="163550"/>
                  </a:lnTo>
                  <a:lnTo>
                    <a:pt x="129651" y="146518"/>
                  </a:lnTo>
                  <a:lnTo>
                    <a:pt x="197065" y="146518"/>
                  </a:lnTo>
                  <a:cubicBezTo>
                    <a:pt x="201911" y="146518"/>
                    <a:pt x="205388" y="144437"/>
                    <a:pt x="207716" y="140275"/>
                  </a:cubicBezTo>
                  <a:cubicBezTo>
                    <a:pt x="208784" y="138386"/>
                    <a:pt x="209468" y="136360"/>
                    <a:pt x="209468" y="134142"/>
                  </a:cubicBezTo>
                  <a:lnTo>
                    <a:pt x="209468" y="12404"/>
                  </a:lnTo>
                  <a:lnTo>
                    <a:pt x="209468" y="11364"/>
                  </a:lnTo>
                  <a:cubicBezTo>
                    <a:pt x="208756" y="5559"/>
                    <a:pt x="203910" y="712"/>
                    <a:pt x="198078" y="302"/>
                  </a:cubicBezTo>
                  <a:lnTo>
                    <a:pt x="1980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14145450" y="1440150"/>
              <a:ext cx="2050900" cy="2127575"/>
            </a:xfrm>
            <a:custGeom>
              <a:avLst/>
              <a:gdLst/>
              <a:ahLst/>
              <a:cxnLst/>
              <a:rect l="l" t="t" r="r" b="b"/>
              <a:pathLst>
                <a:path w="82036" h="85103" extrusionOk="0">
                  <a:moveTo>
                    <a:pt x="56844" y="4108"/>
                  </a:moveTo>
                  <a:cubicBezTo>
                    <a:pt x="57228" y="4108"/>
                    <a:pt x="57529" y="4437"/>
                    <a:pt x="57529" y="4793"/>
                  </a:cubicBezTo>
                  <a:cubicBezTo>
                    <a:pt x="57529" y="5176"/>
                    <a:pt x="57228" y="5477"/>
                    <a:pt x="56844" y="5477"/>
                  </a:cubicBezTo>
                  <a:lnTo>
                    <a:pt x="44742" y="5477"/>
                  </a:lnTo>
                  <a:cubicBezTo>
                    <a:pt x="44358" y="5477"/>
                    <a:pt x="44057" y="5176"/>
                    <a:pt x="44057" y="4793"/>
                  </a:cubicBezTo>
                  <a:cubicBezTo>
                    <a:pt x="44057" y="4437"/>
                    <a:pt x="44358" y="4108"/>
                    <a:pt x="44742" y="4108"/>
                  </a:cubicBezTo>
                  <a:close/>
                  <a:moveTo>
                    <a:pt x="67879" y="39074"/>
                  </a:moveTo>
                  <a:cubicBezTo>
                    <a:pt x="65387" y="39074"/>
                    <a:pt x="63334" y="41073"/>
                    <a:pt x="63334" y="43619"/>
                  </a:cubicBezTo>
                  <a:lnTo>
                    <a:pt x="63334" y="44085"/>
                  </a:lnTo>
                  <a:cubicBezTo>
                    <a:pt x="63334" y="46631"/>
                    <a:pt x="65332" y="48630"/>
                    <a:pt x="67879" y="48630"/>
                  </a:cubicBezTo>
                  <a:lnTo>
                    <a:pt x="77490" y="48630"/>
                  </a:lnTo>
                  <a:cubicBezTo>
                    <a:pt x="79982" y="48630"/>
                    <a:pt x="82035" y="46577"/>
                    <a:pt x="82035" y="44085"/>
                  </a:cubicBezTo>
                  <a:lnTo>
                    <a:pt x="82035" y="43565"/>
                  </a:lnTo>
                  <a:cubicBezTo>
                    <a:pt x="82035" y="41073"/>
                    <a:pt x="79982" y="39074"/>
                    <a:pt x="77490" y="39074"/>
                  </a:cubicBezTo>
                  <a:close/>
                  <a:moveTo>
                    <a:pt x="37896" y="37513"/>
                  </a:moveTo>
                  <a:lnTo>
                    <a:pt x="37896" y="40525"/>
                  </a:lnTo>
                  <a:cubicBezTo>
                    <a:pt x="47781" y="40525"/>
                    <a:pt x="55858" y="48575"/>
                    <a:pt x="55858" y="58487"/>
                  </a:cubicBezTo>
                  <a:lnTo>
                    <a:pt x="58898" y="58487"/>
                  </a:lnTo>
                  <a:cubicBezTo>
                    <a:pt x="58898" y="46933"/>
                    <a:pt x="49451" y="37513"/>
                    <a:pt x="37896" y="37513"/>
                  </a:cubicBezTo>
                  <a:close/>
                  <a:moveTo>
                    <a:pt x="37896" y="48165"/>
                  </a:moveTo>
                  <a:lnTo>
                    <a:pt x="37896" y="51204"/>
                  </a:lnTo>
                  <a:cubicBezTo>
                    <a:pt x="41921" y="51204"/>
                    <a:pt x="45207" y="54490"/>
                    <a:pt x="45207" y="58542"/>
                  </a:cubicBezTo>
                  <a:lnTo>
                    <a:pt x="48274" y="58542"/>
                  </a:lnTo>
                  <a:cubicBezTo>
                    <a:pt x="48274" y="52820"/>
                    <a:pt x="43619" y="48165"/>
                    <a:pt x="37896" y="48165"/>
                  </a:cubicBezTo>
                  <a:close/>
                  <a:moveTo>
                    <a:pt x="37896" y="42743"/>
                  </a:moveTo>
                  <a:lnTo>
                    <a:pt x="37896" y="45810"/>
                  </a:lnTo>
                  <a:cubicBezTo>
                    <a:pt x="44906" y="45810"/>
                    <a:pt x="50629" y="51505"/>
                    <a:pt x="50629" y="58542"/>
                  </a:cubicBezTo>
                  <a:lnTo>
                    <a:pt x="53668" y="58542"/>
                  </a:lnTo>
                  <a:lnTo>
                    <a:pt x="53668" y="58487"/>
                  </a:lnTo>
                  <a:cubicBezTo>
                    <a:pt x="53668" y="49808"/>
                    <a:pt x="46576" y="42743"/>
                    <a:pt x="37896" y="42743"/>
                  </a:cubicBezTo>
                  <a:close/>
                  <a:moveTo>
                    <a:pt x="67879" y="50383"/>
                  </a:moveTo>
                  <a:cubicBezTo>
                    <a:pt x="65387" y="50383"/>
                    <a:pt x="63334" y="52436"/>
                    <a:pt x="63334" y="54955"/>
                  </a:cubicBezTo>
                  <a:lnTo>
                    <a:pt x="63334" y="55448"/>
                  </a:lnTo>
                  <a:cubicBezTo>
                    <a:pt x="63334" y="57967"/>
                    <a:pt x="65332" y="60021"/>
                    <a:pt x="67879" y="60021"/>
                  </a:cubicBezTo>
                  <a:lnTo>
                    <a:pt x="77490" y="60021"/>
                  </a:lnTo>
                  <a:cubicBezTo>
                    <a:pt x="79982" y="60021"/>
                    <a:pt x="82035" y="57995"/>
                    <a:pt x="82035" y="55448"/>
                  </a:cubicBezTo>
                  <a:lnTo>
                    <a:pt x="82035" y="54955"/>
                  </a:lnTo>
                  <a:cubicBezTo>
                    <a:pt x="82035" y="52436"/>
                    <a:pt x="80036" y="50383"/>
                    <a:pt x="77490" y="50383"/>
                  </a:cubicBezTo>
                  <a:close/>
                  <a:moveTo>
                    <a:pt x="50793" y="76450"/>
                  </a:moveTo>
                  <a:cubicBezTo>
                    <a:pt x="52381" y="76450"/>
                    <a:pt x="53668" y="77737"/>
                    <a:pt x="53668" y="79325"/>
                  </a:cubicBezTo>
                  <a:cubicBezTo>
                    <a:pt x="53668" y="80885"/>
                    <a:pt x="52408" y="82200"/>
                    <a:pt x="50793" y="82200"/>
                  </a:cubicBezTo>
                  <a:cubicBezTo>
                    <a:pt x="49232" y="82200"/>
                    <a:pt x="47918" y="80913"/>
                    <a:pt x="47918" y="79325"/>
                  </a:cubicBezTo>
                  <a:cubicBezTo>
                    <a:pt x="47918" y="77709"/>
                    <a:pt x="49177" y="76450"/>
                    <a:pt x="50793" y="76450"/>
                  </a:cubicBezTo>
                  <a:close/>
                  <a:moveTo>
                    <a:pt x="31872" y="1"/>
                  </a:moveTo>
                  <a:cubicBezTo>
                    <a:pt x="28723" y="1"/>
                    <a:pt x="26122" y="2602"/>
                    <a:pt x="26122" y="5751"/>
                  </a:cubicBezTo>
                  <a:lnTo>
                    <a:pt x="26122" y="21550"/>
                  </a:lnTo>
                  <a:cubicBezTo>
                    <a:pt x="18455" y="25876"/>
                    <a:pt x="10542" y="30394"/>
                    <a:pt x="10542" y="30394"/>
                  </a:cubicBezTo>
                  <a:cubicBezTo>
                    <a:pt x="6271" y="32147"/>
                    <a:pt x="0" y="37869"/>
                    <a:pt x="0" y="51286"/>
                  </a:cubicBezTo>
                  <a:cubicBezTo>
                    <a:pt x="0" y="52491"/>
                    <a:pt x="55" y="53614"/>
                    <a:pt x="165" y="54681"/>
                  </a:cubicBezTo>
                  <a:lnTo>
                    <a:pt x="274" y="55585"/>
                  </a:lnTo>
                  <a:cubicBezTo>
                    <a:pt x="384" y="56379"/>
                    <a:pt x="521" y="57118"/>
                    <a:pt x="685" y="57858"/>
                  </a:cubicBezTo>
                  <a:cubicBezTo>
                    <a:pt x="740" y="58104"/>
                    <a:pt x="794" y="58378"/>
                    <a:pt x="849" y="58597"/>
                  </a:cubicBezTo>
                  <a:cubicBezTo>
                    <a:pt x="1068" y="59418"/>
                    <a:pt x="1287" y="60213"/>
                    <a:pt x="1616" y="60924"/>
                  </a:cubicBezTo>
                  <a:cubicBezTo>
                    <a:pt x="1780" y="61280"/>
                    <a:pt x="1917" y="61609"/>
                    <a:pt x="2081" y="61965"/>
                  </a:cubicBezTo>
                  <a:cubicBezTo>
                    <a:pt x="2273" y="62348"/>
                    <a:pt x="2437" y="62677"/>
                    <a:pt x="2602" y="63033"/>
                  </a:cubicBezTo>
                  <a:cubicBezTo>
                    <a:pt x="2821" y="63444"/>
                    <a:pt x="3012" y="63799"/>
                    <a:pt x="3259" y="64183"/>
                  </a:cubicBezTo>
                  <a:cubicBezTo>
                    <a:pt x="3314" y="64265"/>
                    <a:pt x="3368" y="64320"/>
                    <a:pt x="3423" y="64429"/>
                  </a:cubicBezTo>
                  <a:cubicBezTo>
                    <a:pt x="8981" y="72781"/>
                    <a:pt x="19167" y="72808"/>
                    <a:pt x="19167" y="72808"/>
                  </a:cubicBezTo>
                  <a:lnTo>
                    <a:pt x="26095" y="72808"/>
                  </a:lnTo>
                  <a:lnTo>
                    <a:pt x="26095" y="79352"/>
                  </a:lnTo>
                  <a:cubicBezTo>
                    <a:pt x="26095" y="82501"/>
                    <a:pt x="28696" y="85102"/>
                    <a:pt x="31845" y="85102"/>
                  </a:cubicBezTo>
                  <a:lnTo>
                    <a:pt x="69713" y="85102"/>
                  </a:lnTo>
                  <a:cubicBezTo>
                    <a:pt x="72917" y="85102"/>
                    <a:pt x="75464" y="82501"/>
                    <a:pt x="75464" y="79352"/>
                  </a:cubicBezTo>
                  <a:lnTo>
                    <a:pt x="75464" y="71384"/>
                  </a:lnTo>
                  <a:lnTo>
                    <a:pt x="77490" y="71384"/>
                  </a:lnTo>
                  <a:cubicBezTo>
                    <a:pt x="80036" y="71384"/>
                    <a:pt x="82035" y="69331"/>
                    <a:pt x="82035" y="66811"/>
                  </a:cubicBezTo>
                  <a:lnTo>
                    <a:pt x="82035" y="66319"/>
                  </a:lnTo>
                  <a:cubicBezTo>
                    <a:pt x="82035" y="63772"/>
                    <a:pt x="79982" y="61746"/>
                    <a:pt x="77490" y="61746"/>
                  </a:cubicBezTo>
                  <a:lnTo>
                    <a:pt x="67879" y="61746"/>
                  </a:lnTo>
                  <a:cubicBezTo>
                    <a:pt x="65332" y="61746"/>
                    <a:pt x="63334" y="63799"/>
                    <a:pt x="63334" y="66319"/>
                  </a:cubicBezTo>
                  <a:lnTo>
                    <a:pt x="63334" y="66811"/>
                  </a:lnTo>
                  <a:cubicBezTo>
                    <a:pt x="63334" y="69331"/>
                    <a:pt x="65387" y="71384"/>
                    <a:pt x="67879" y="71384"/>
                  </a:cubicBezTo>
                  <a:lnTo>
                    <a:pt x="71466" y="71384"/>
                  </a:lnTo>
                  <a:lnTo>
                    <a:pt x="71466" y="74451"/>
                  </a:lnTo>
                  <a:lnTo>
                    <a:pt x="30065" y="74451"/>
                  </a:lnTo>
                  <a:lnTo>
                    <a:pt x="30065" y="33160"/>
                  </a:lnTo>
                  <a:cubicBezTo>
                    <a:pt x="32146" y="31845"/>
                    <a:pt x="34063" y="30586"/>
                    <a:pt x="35158" y="29710"/>
                  </a:cubicBezTo>
                  <a:cubicBezTo>
                    <a:pt x="40744" y="25411"/>
                    <a:pt x="46001" y="21988"/>
                    <a:pt x="46713" y="18867"/>
                  </a:cubicBezTo>
                  <a:cubicBezTo>
                    <a:pt x="47408" y="15861"/>
                    <a:pt x="45874" y="13206"/>
                    <a:pt x="42806" y="13206"/>
                  </a:cubicBezTo>
                  <a:cubicBezTo>
                    <a:pt x="41766" y="13206"/>
                    <a:pt x="40549" y="13511"/>
                    <a:pt x="39183" y="14212"/>
                  </a:cubicBezTo>
                  <a:cubicBezTo>
                    <a:pt x="37486" y="15115"/>
                    <a:pt x="34035" y="17032"/>
                    <a:pt x="30065" y="19250"/>
                  </a:cubicBezTo>
                  <a:lnTo>
                    <a:pt x="30065" y="9091"/>
                  </a:lnTo>
                  <a:lnTo>
                    <a:pt x="71466" y="9091"/>
                  </a:lnTo>
                  <a:lnTo>
                    <a:pt x="71466" y="27738"/>
                  </a:lnTo>
                  <a:lnTo>
                    <a:pt x="67879" y="27738"/>
                  </a:lnTo>
                  <a:cubicBezTo>
                    <a:pt x="65387" y="27738"/>
                    <a:pt x="63334" y="29792"/>
                    <a:pt x="63334" y="32283"/>
                  </a:cubicBezTo>
                  <a:lnTo>
                    <a:pt x="63334" y="32776"/>
                  </a:lnTo>
                  <a:cubicBezTo>
                    <a:pt x="63334" y="35295"/>
                    <a:pt x="65387" y="37322"/>
                    <a:pt x="67879" y="37322"/>
                  </a:cubicBezTo>
                  <a:lnTo>
                    <a:pt x="77490" y="37322"/>
                  </a:lnTo>
                  <a:cubicBezTo>
                    <a:pt x="80036" y="37322"/>
                    <a:pt x="82035" y="35268"/>
                    <a:pt x="82035" y="32776"/>
                  </a:cubicBezTo>
                  <a:lnTo>
                    <a:pt x="82035" y="32256"/>
                  </a:lnTo>
                  <a:cubicBezTo>
                    <a:pt x="82035" y="29797"/>
                    <a:pt x="80088" y="27764"/>
                    <a:pt x="77642" y="27764"/>
                  </a:cubicBezTo>
                  <a:cubicBezTo>
                    <a:pt x="77610" y="27764"/>
                    <a:pt x="77577" y="27765"/>
                    <a:pt x="77545" y="27766"/>
                  </a:cubicBezTo>
                  <a:lnTo>
                    <a:pt x="75546" y="27766"/>
                  </a:lnTo>
                  <a:lnTo>
                    <a:pt x="75546" y="5751"/>
                  </a:lnTo>
                  <a:cubicBezTo>
                    <a:pt x="75546" y="2602"/>
                    <a:pt x="72944" y="1"/>
                    <a:pt x="69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1" name="Google Shape;291;p25"/>
          <p:cNvSpPr/>
          <p:nvPr/>
        </p:nvSpPr>
        <p:spPr>
          <a:xfrm>
            <a:off x="1609000" y="2221850"/>
            <a:ext cx="311260" cy="414990"/>
          </a:xfrm>
          <a:custGeom>
            <a:avLst/>
            <a:gdLst/>
            <a:ahLst/>
            <a:cxnLst/>
            <a:rect l="l" t="t" r="r" b="b"/>
            <a:pathLst>
              <a:path w="156609" h="208800" extrusionOk="0">
                <a:moveTo>
                  <a:pt x="78289" y="26096"/>
                </a:moveTo>
                <a:cubicBezTo>
                  <a:pt x="97469" y="26096"/>
                  <a:pt x="113061" y="41721"/>
                  <a:pt x="113061" y="60869"/>
                </a:cubicBezTo>
                <a:lnTo>
                  <a:pt x="113061" y="78288"/>
                </a:lnTo>
                <a:lnTo>
                  <a:pt x="43516" y="78288"/>
                </a:lnTo>
                <a:lnTo>
                  <a:pt x="43516" y="60869"/>
                </a:lnTo>
                <a:cubicBezTo>
                  <a:pt x="43516" y="41688"/>
                  <a:pt x="59141" y="26096"/>
                  <a:pt x="78289" y="26096"/>
                </a:cubicBezTo>
                <a:close/>
                <a:moveTo>
                  <a:pt x="78256" y="113060"/>
                </a:moveTo>
                <a:cubicBezTo>
                  <a:pt x="87879" y="113060"/>
                  <a:pt x="95675" y="120857"/>
                  <a:pt x="95675" y="130479"/>
                </a:cubicBezTo>
                <a:cubicBezTo>
                  <a:pt x="95675" y="136123"/>
                  <a:pt x="93000" y="141244"/>
                  <a:pt x="88531" y="144473"/>
                </a:cubicBezTo>
                <a:lnTo>
                  <a:pt x="91304" y="169134"/>
                </a:lnTo>
                <a:cubicBezTo>
                  <a:pt x="91434" y="170374"/>
                  <a:pt x="91043" y="171580"/>
                  <a:pt x="90195" y="172526"/>
                </a:cubicBezTo>
                <a:cubicBezTo>
                  <a:pt x="89379" y="173472"/>
                  <a:pt x="88205" y="173994"/>
                  <a:pt x="86965" y="173994"/>
                </a:cubicBezTo>
                <a:lnTo>
                  <a:pt x="69579" y="173994"/>
                </a:lnTo>
                <a:cubicBezTo>
                  <a:pt x="68340" y="173994"/>
                  <a:pt x="67165" y="173472"/>
                  <a:pt x="66350" y="172526"/>
                </a:cubicBezTo>
                <a:cubicBezTo>
                  <a:pt x="65534" y="171580"/>
                  <a:pt x="65110" y="170374"/>
                  <a:pt x="65241" y="169134"/>
                </a:cubicBezTo>
                <a:lnTo>
                  <a:pt x="67981" y="144473"/>
                </a:lnTo>
                <a:cubicBezTo>
                  <a:pt x="63544" y="141244"/>
                  <a:pt x="60837" y="136123"/>
                  <a:pt x="60837" y="130479"/>
                </a:cubicBezTo>
                <a:cubicBezTo>
                  <a:pt x="60837" y="120889"/>
                  <a:pt x="68633" y="113060"/>
                  <a:pt x="78256" y="113060"/>
                </a:cubicBezTo>
                <a:close/>
                <a:moveTo>
                  <a:pt x="78289" y="0"/>
                </a:moveTo>
                <a:cubicBezTo>
                  <a:pt x="44723" y="0"/>
                  <a:pt x="17420" y="27335"/>
                  <a:pt x="17420" y="60869"/>
                </a:cubicBezTo>
                <a:lnTo>
                  <a:pt x="17420" y="78288"/>
                </a:lnTo>
                <a:lnTo>
                  <a:pt x="4372" y="78288"/>
                </a:lnTo>
                <a:cubicBezTo>
                  <a:pt x="1958" y="78288"/>
                  <a:pt x="1" y="80245"/>
                  <a:pt x="1" y="82659"/>
                </a:cubicBezTo>
                <a:lnTo>
                  <a:pt x="1" y="191413"/>
                </a:lnTo>
                <a:cubicBezTo>
                  <a:pt x="1" y="200971"/>
                  <a:pt x="7797" y="208800"/>
                  <a:pt x="17420" y="208800"/>
                </a:cubicBezTo>
                <a:lnTo>
                  <a:pt x="139222" y="208800"/>
                </a:lnTo>
                <a:cubicBezTo>
                  <a:pt x="148780" y="208800"/>
                  <a:pt x="156609" y="201036"/>
                  <a:pt x="156609" y="191413"/>
                </a:cubicBezTo>
                <a:lnTo>
                  <a:pt x="156609" y="82659"/>
                </a:lnTo>
                <a:cubicBezTo>
                  <a:pt x="156576" y="80245"/>
                  <a:pt x="154619" y="78288"/>
                  <a:pt x="152205" y="78288"/>
                </a:cubicBezTo>
                <a:lnTo>
                  <a:pt x="139157" y="78288"/>
                </a:lnTo>
                <a:lnTo>
                  <a:pt x="139157" y="60869"/>
                </a:lnTo>
                <a:cubicBezTo>
                  <a:pt x="139157" y="27335"/>
                  <a:pt x="111854" y="0"/>
                  <a:pt x="7828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2" name="Google Shape;292;p25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 txBox="1">
            <a:spLocks noGrp="1"/>
          </p:cNvSpPr>
          <p:nvPr>
            <p:ph type="ctrTitle"/>
          </p:nvPr>
        </p:nvSpPr>
        <p:spPr>
          <a:xfrm>
            <a:off x="4893700" y="1737500"/>
            <a:ext cx="35304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ABOUT THE PROJECT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8" name="Google Shape;298;p26"/>
          <p:cNvSpPr txBox="1">
            <a:spLocks noGrp="1"/>
          </p:cNvSpPr>
          <p:nvPr>
            <p:ph type="subTitle" idx="1"/>
          </p:nvPr>
        </p:nvSpPr>
        <p:spPr>
          <a:xfrm>
            <a:off x="4893700" y="2746375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Mercury is the closest planet to the Sun and the smallest one in the Solar System</a:t>
            </a:r>
            <a:r>
              <a:rPr lang="es"/>
              <a:t>—i</a:t>
            </a:r>
            <a:r>
              <a:rPr lang="es">
                <a:solidFill>
                  <a:srgbClr val="FFFFFF"/>
                </a:solidFill>
              </a:rPr>
              <a:t>t’s only a bit larger than our Moon. The planet’s name has nothing to do with the liquid metal since it was named after the Roman messenger god, Mercury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299" name="Google Shape;299;p26"/>
          <p:cNvCxnSpPr/>
          <p:nvPr/>
        </p:nvCxnSpPr>
        <p:spPr>
          <a:xfrm>
            <a:off x="4979350" y="2275300"/>
            <a:ext cx="444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0" name="Google Shape;300;p26"/>
          <p:cNvSpPr/>
          <p:nvPr/>
        </p:nvSpPr>
        <p:spPr>
          <a:xfrm>
            <a:off x="1953596" y="1830067"/>
            <a:ext cx="1094271" cy="2041506"/>
          </a:xfrm>
          <a:custGeom>
            <a:avLst/>
            <a:gdLst/>
            <a:ahLst/>
            <a:cxnLst/>
            <a:rect l="l" t="t" r="r" b="b"/>
            <a:pathLst>
              <a:path w="78009" h="145536" fill="none" extrusionOk="0">
                <a:moveTo>
                  <a:pt x="9069" y="1"/>
                </a:moveTo>
                <a:lnTo>
                  <a:pt x="68940" y="1"/>
                </a:lnTo>
                <a:cubicBezTo>
                  <a:pt x="73962" y="1"/>
                  <a:pt x="78008" y="4096"/>
                  <a:pt x="78008" y="9118"/>
                </a:cubicBezTo>
                <a:lnTo>
                  <a:pt x="78008" y="136418"/>
                </a:lnTo>
                <a:cubicBezTo>
                  <a:pt x="78008" y="141440"/>
                  <a:pt x="73962" y="145535"/>
                  <a:pt x="68940" y="145535"/>
                </a:cubicBezTo>
                <a:lnTo>
                  <a:pt x="9069" y="145535"/>
                </a:lnTo>
                <a:cubicBezTo>
                  <a:pt x="4047" y="145535"/>
                  <a:pt x="0" y="141440"/>
                  <a:pt x="0" y="136418"/>
                </a:cubicBezTo>
                <a:lnTo>
                  <a:pt x="0" y="9118"/>
                </a:lnTo>
                <a:cubicBezTo>
                  <a:pt x="0" y="4096"/>
                  <a:pt x="4047" y="1"/>
                  <a:pt x="9069" y="1"/>
                </a:cubicBezTo>
                <a:close/>
              </a:path>
            </a:pathLst>
          </a:custGeom>
          <a:noFill/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2056879" y="1992173"/>
            <a:ext cx="887043" cy="1628410"/>
          </a:xfrm>
          <a:custGeom>
            <a:avLst/>
            <a:gdLst/>
            <a:ahLst/>
            <a:cxnLst/>
            <a:rect l="l" t="t" r="r" b="b"/>
            <a:pathLst>
              <a:path w="63236" h="116087" extrusionOk="0">
                <a:moveTo>
                  <a:pt x="2682" y="1"/>
                </a:moveTo>
                <a:cubicBezTo>
                  <a:pt x="1219" y="1"/>
                  <a:pt x="0" y="1171"/>
                  <a:pt x="0" y="2682"/>
                </a:cubicBezTo>
                <a:lnTo>
                  <a:pt x="0" y="113405"/>
                </a:lnTo>
                <a:cubicBezTo>
                  <a:pt x="0" y="114917"/>
                  <a:pt x="1219" y="116087"/>
                  <a:pt x="2682" y="116087"/>
                </a:cubicBezTo>
                <a:lnTo>
                  <a:pt x="60554" y="116087"/>
                </a:lnTo>
                <a:cubicBezTo>
                  <a:pt x="62066" y="116087"/>
                  <a:pt x="63236" y="114917"/>
                  <a:pt x="63236" y="113405"/>
                </a:cubicBezTo>
                <a:lnTo>
                  <a:pt x="63236" y="2682"/>
                </a:lnTo>
                <a:cubicBezTo>
                  <a:pt x="63236" y="1171"/>
                  <a:pt x="62066" y="1"/>
                  <a:pt x="60554" y="1"/>
                </a:cubicBezTo>
                <a:close/>
              </a:path>
            </a:pathLst>
          </a:custGeom>
          <a:gradFill>
            <a:gsLst>
              <a:gs pos="0">
                <a:srgbClr val="052643">
                  <a:alpha val="53460"/>
                </a:srgbClr>
              </a:gs>
              <a:gs pos="100000">
                <a:srgbClr val="041523">
                  <a:alpha val="53460"/>
                </a:srgbClr>
              </a:gs>
            </a:gsLst>
            <a:path path="circle">
              <a:fillToRect l="50000" t="50000" r="50000" b="50000"/>
            </a:path>
            <a:tileRect/>
          </a:gra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2396132" y="3661112"/>
            <a:ext cx="182624" cy="156421"/>
          </a:xfrm>
          <a:custGeom>
            <a:avLst/>
            <a:gdLst/>
            <a:ahLst/>
            <a:cxnLst/>
            <a:rect l="l" t="t" r="r" b="b"/>
            <a:pathLst>
              <a:path w="13019" h="11151" extrusionOk="0">
                <a:moveTo>
                  <a:pt x="7460" y="1"/>
                </a:moveTo>
                <a:cubicBezTo>
                  <a:pt x="2487" y="1"/>
                  <a:pt x="1" y="5997"/>
                  <a:pt x="3511" y="9508"/>
                </a:cubicBezTo>
                <a:cubicBezTo>
                  <a:pt x="4646" y="10643"/>
                  <a:pt x="6041" y="11151"/>
                  <a:pt x="7409" y="11151"/>
                </a:cubicBezTo>
                <a:cubicBezTo>
                  <a:pt x="10272" y="11151"/>
                  <a:pt x="13018" y="8924"/>
                  <a:pt x="13018" y="5559"/>
                </a:cubicBezTo>
                <a:cubicBezTo>
                  <a:pt x="13018" y="2487"/>
                  <a:pt x="10532" y="1"/>
                  <a:pt x="7460" y="1"/>
                </a:cubicBezTo>
                <a:close/>
              </a:path>
            </a:pathLst>
          </a:custGeom>
          <a:gradFill>
            <a:gsLst>
              <a:gs pos="0">
                <a:srgbClr val="052643"/>
              </a:gs>
              <a:gs pos="100000">
                <a:srgbClr val="041523"/>
              </a:gs>
            </a:gsLst>
            <a:path path="circle">
              <a:fillToRect l="50000" t="50000" r="50000" b="50000"/>
            </a:path>
            <a:tileRect/>
          </a:gra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6"/>
          <p:cNvSpPr/>
          <p:nvPr/>
        </p:nvSpPr>
        <p:spPr>
          <a:xfrm>
            <a:off x="2392035" y="1893688"/>
            <a:ext cx="217496" cy="35574"/>
          </a:xfrm>
          <a:custGeom>
            <a:avLst/>
            <a:gdLst/>
            <a:ahLst/>
            <a:cxnLst/>
            <a:rect l="l" t="t" r="r" b="b"/>
            <a:pathLst>
              <a:path w="15505" h="2536" extrusionOk="0">
                <a:moveTo>
                  <a:pt x="1317" y="0"/>
                </a:moveTo>
                <a:cubicBezTo>
                  <a:pt x="585" y="0"/>
                  <a:pt x="0" y="536"/>
                  <a:pt x="0" y="1268"/>
                </a:cubicBezTo>
                <a:cubicBezTo>
                  <a:pt x="0" y="1950"/>
                  <a:pt x="585" y="2535"/>
                  <a:pt x="1317" y="2535"/>
                </a:cubicBezTo>
                <a:lnTo>
                  <a:pt x="14188" y="2535"/>
                </a:lnTo>
                <a:cubicBezTo>
                  <a:pt x="14919" y="2535"/>
                  <a:pt x="15456" y="1950"/>
                  <a:pt x="15504" y="1268"/>
                </a:cubicBezTo>
                <a:cubicBezTo>
                  <a:pt x="15456" y="536"/>
                  <a:pt x="14919" y="0"/>
                  <a:pt x="14188" y="0"/>
                </a:cubicBezTo>
                <a:close/>
              </a:path>
            </a:pathLst>
          </a:custGeom>
          <a:solidFill>
            <a:srgbClr val="161234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2251814" y="3281499"/>
            <a:ext cx="119697" cy="102639"/>
          </a:xfrm>
          <a:custGeom>
            <a:avLst/>
            <a:gdLst/>
            <a:ahLst/>
            <a:cxnLst/>
            <a:rect l="l" t="t" r="r" b="b"/>
            <a:pathLst>
              <a:path w="8533" h="7317" extrusionOk="0">
                <a:moveTo>
                  <a:pt x="4876" y="0"/>
                </a:moveTo>
                <a:cubicBezTo>
                  <a:pt x="1658" y="0"/>
                  <a:pt x="1" y="3950"/>
                  <a:pt x="2292" y="6241"/>
                </a:cubicBezTo>
                <a:cubicBezTo>
                  <a:pt x="3050" y="6983"/>
                  <a:pt x="3972" y="7316"/>
                  <a:pt x="4872" y="7316"/>
                </a:cubicBezTo>
                <a:cubicBezTo>
                  <a:pt x="6750" y="7316"/>
                  <a:pt x="8533" y="5866"/>
                  <a:pt x="8533" y="3657"/>
                </a:cubicBezTo>
                <a:cubicBezTo>
                  <a:pt x="8533" y="1609"/>
                  <a:pt x="6924" y="0"/>
                  <a:pt x="4876" y="0"/>
                </a:cubicBezTo>
                <a:close/>
              </a:path>
            </a:pathLst>
          </a:custGeom>
          <a:solidFill>
            <a:srgbClr val="FFFFFF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2326365" y="3384094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1" y="1"/>
                </a:moveTo>
                <a:lnTo>
                  <a:pt x="1" y="2146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2327052" y="3444293"/>
            <a:ext cx="29430" cy="30103"/>
          </a:xfrm>
          <a:custGeom>
            <a:avLst/>
            <a:gdLst/>
            <a:ahLst/>
            <a:cxnLst/>
            <a:rect l="l" t="t" r="r" b="b"/>
            <a:pathLst>
              <a:path w="2098" h="2146" fill="none" extrusionOk="0">
                <a:moveTo>
                  <a:pt x="1" y="0"/>
                </a:moveTo>
                <a:lnTo>
                  <a:pt x="1" y="2145"/>
                </a:lnTo>
                <a:lnTo>
                  <a:pt x="2097" y="2145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6"/>
          <p:cNvSpPr/>
          <p:nvPr/>
        </p:nvSpPr>
        <p:spPr>
          <a:xfrm>
            <a:off x="2411185" y="3474385"/>
            <a:ext cx="409673" cy="14"/>
          </a:xfrm>
          <a:custGeom>
            <a:avLst/>
            <a:gdLst/>
            <a:ahLst/>
            <a:cxnLst/>
            <a:rect l="l" t="t" r="r" b="b"/>
            <a:pathLst>
              <a:path w="29205" h="1" fill="none" extrusionOk="0">
                <a:moveTo>
                  <a:pt x="0" y="0"/>
                </a:moveTo>
                <a:lnTo>
                  <a:pt x="29205" y="0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2848263" y="3444293"/>
            <a:ext cx="30103" cy="30103"/>
          </a:xfrm>
          <a:custGeom>
            <a:avLst/>
            <a:gdLst/>
            <a:ahLst/>
            <a:cxnLst/>
            <a:rect l="l" t="t" r="r" b="b"/>
            <a:pathLst>
              <a:path w="2146" h="2146" fill="none" extrusionOk="0">
                <a:moveTo>
                  <a:pt x="0" y="2145"/>
                </a:moveTo>
                <a:lnTo>
                  <a:pt x="2145" y="2145"/>
                </a:lnTo>
                <a:lnTo>
                  <a:pt x="2145" y="0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2878356" y="3081768"/>
            <a:ext cx="14" cy="307090"/>
          </a:xfrm>
          <a:custGeom>
            <a:avLst/>
            <a:gdLst/>
            <a:ahLst/>
            <a:cxnLst/>
            <a:rect l="l" t="t" r="r" b="b"/>
            <a:pathLst>
              <a:path w="1" h="21892" fill="none" extrusionOk="0">
                <a:moveTo>
                  <a:pt x="0" y="21892"/>
                </a:moveTo>
                <a:lnTo>
                  <a:pt x="0" y="1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6"/>
          <p:cNvSpPr/>
          <p:nvPr/>
        </p:nvSpPr>
        <p:spPr>
          <a:xfrm>
            <a:off x="2878356" y="3024319"/>
            <a:ext cx="30103" cy="29416"/>
          </a:xfrm>
          <a:custGeom>
            <a:avLst/>
            <a:gdLst/>
            <a:ahLst/>
            <a:cxnLst/>
            <a:rect l="l" t="t" r="r" b="b"/>
            <a:pathLst>
              <a:path w="2146" h="2097" fill="none" extrusionOk="0">
                <a:moveTo>
                  <a:pt x="0" y="2097"/>
                </a:moveTo>
                <a:lnTo>
                  <a:pt x="0" y="0"/>
                </a:lnTo>
                <a:lnTo>
                  <a:pt x="2145" y="0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2970695" y="3024319"/>
            <a:ext cx="341962" cy="14"/>
          </a:xfrm>
          <a:custGeom>
            <a:avLst/>
            <a:gdLst/>
            <a:ahLst/>
            <a:cxnLst/>
            <a:rect l="l" t="t" r="r" b="b"/>
            <a:pathLst>
              <a:path w="24378" h="1" fill="none" extrusionOk="0">
                <a:moveTo>
                  <a:pt x="0" y="0"/>
                </a:moveTo>
                <a:lnTo>
                  <a:pt x="24378" y="0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6"/>
          <p:cNvSpPr/>
          <p:nvPr/>
        </p:nvSpPr>
        <p:spPr>
          <a:xfrm>
            <a:off x="3344151" y="3024319"/>
            <a:ext cx="29416" cy="29416"/>
          </a:xfrm>
          <a:custGeom>
            <a:avLst/>
            <a:gdLst/>
            <a:ahLst/>
            <a:cxnLst/>
            <a:rect l="l" t="t" r="r" b="b"/>
            <a:pathLst>
              <a:path w="2097" h="2097" fill="none" extrusionOk="0">
                <a:moveTo>
                  <a:pt x="0" y="0"/>
                </a:moveTo>
                <a:lnTo>
                  <a:pt x="2097" y="0"/>
                </a:lnTo>
                <a:lnTo>
                  <a:pt x="2097" y="2097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6"/>
          <p:cNvSpPr/>
          <p:nvPr/>
        </p:nvSpPr>
        <p:spPr>
          <a:xfrm>
            <a:off x="3373557" y="3107076"/>
            <a:ext cx="14" cy="292053"/>
          </a:xfrm>
          <a:custGeom>
            <a:avLst/>
            <a:gdLst/>
            <a:ahLst/>
            <a:cxnLst/>
            <a:rect l="l" t="t" r="r" b="b"/>
            <a:pathLst>
              <a:path w="1" h="20820" fill="none" extrusionOk="0">
                <a:moveTo>
                  <a:pt x="1" y="1"/>
                </a:moveTo>
                <a:lnTo>
                  <a:pt x="1" y="20819"/>
                </a:lnTo>
              </a:path>
            </a:pathLst>
          </a:custGeom>
          <a:solidFill>
            <a:srgbClr val="48FFD5"/>
          </a:solidFill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3373557" y="3425816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1" y="1"/>
                </a:moveTo>
                <a:lnTo>
                  <a:pt x="1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6"/>
          <p:cNvSpPr/>
          <p:nvPr/>
        </p:nvSpPr>
        <p:spPr>
          <a:xfrm>
            <a:off x="1673154" y="2077680"/>
            <a:ext cx="29430" cy="14"/>
          </a:xfrm>
          <a:custGeom>
            <a:avLst/>
            <a:gdLst/>
            <a:ahLst/>
            <a:cxnLst/>
            <a:rect l="l" t="t" r="r" b="b"/>
            <a:pathLst>
              <a:path w="2098" h="1" fill="none" extrusionOk="0">
                <a:moveTo>
                  <a:pt x="1" y="0"/>
                </a:moveTo>
                <a:lnTo>
                  <a:pt x="2097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6"/>
          <p:cNvSpPr/>
          <p:nvPr/>
        </p:nvSpPr>
        <p:spPr>
          <a:xfrm>
            <a:off x="1736762" y="2077680"/>
            <a:ext cx="50625" cy="14"/>
          </a:xfrm>
          <a:custGeom>
            <a:avLst/>
            <a:gdLst/>
            <a:ahLst/>
            <a:cxnLst/>
            <a:rect l="l" t="t" r="r" b="b"/>
            <a:pathLst>
              <a:path w="3609" h="1" fill="none" extrusionOk="0">
                <a:moveTo>
                  <a:pt x="1" y="0"/>
                </a:moveTo>
                <a:lnTo>
                  <a:pt x="3609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6"/>
          <p:cNvSpPr/>
          <p:nvPr/>
        </p:nvSpPr>
        <p:spPr>
          <a:xfrm>
            <a:off x="1804480" y="2077680"/>
            <a:ext cx="30103" cy="29416"/>
          </a:xfrm>
          <a:custGeom>
            <a:avLst/>
            <a:gdLst/>
            <a:ahLst/>
            <a:cxnLst/>
            <a:rect l="l" t="t" r="r" b="b"/>
            <a:pathLst>
              <a:path w="2146" h="2097" fill="none" extrusionOk="0">
                <a:moveTo>
                  <a:pt x="1" y="0"/>
                </a:moveTo>
                <a:lnTo>
                  <a:pt x="2146" y="0"/>
                </a:lnTo>
                <a:lnTo>
                  <a:pt x="2146" y="2097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6"/>
          <p:cNvSpPr/>
          <p:nvPr/>
        </p:nvSpPr>
        <p:spPr>
          <a:xfrm>
            <a:off x="1833900" y="2169332"/>
            <a:ext cx="14" cy="464394"/>
          </a:xfrm>
          <a:custGeom>
            <a:avLst/>
            <a:gdLst/>
            <a:ahLst/>
            <a:cxnLst/>
            <a:rect l="l" t="t" r="r" b="b"/>
            <a:pathLst>
              <a:path w="1" h="33106" fill="none" extrusionOk="0">
                <a:moveTo>
                  <a:pt x="0" y="0"/>
                </a:moveTo>
                <a:lnTo>
                  <a:pt x="0" y="33105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6"/>
          <p:cNvSpPr/>
          <p:nvPr/>
        </p:nvSpPr>
        <p:spPr>
          <a:xfrm>
            <a:off x="1834573" y="2665217"/>
            <a:ext cx="29430" cy="30117"/>
          </a:xfrm>
          <a:custGeom>
            <a:avLst/>
            <a:gdLst/>
            <a:ahLst/>
            <a:cxnLst/>
            <a:rect l="l" t="t" r="r" b="b"/>
            <a:pathLst>
              <a:path w="2098" h="2147" fill="none" extrusionOk="0">
                <a:moveTo>
                  <a:pt x="1" y="1"/>
                </a:moveTo>
                <a:lnTo>
                  <a:pt x="1" y="2146"/>
                </a:lnTo>
                <a:lnTo>
                  <a:pt x="2097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1923504" y="2695323"/>
            <a:ext cx="681189" cy="14"/>
          </a:xfrm>
          <a:custGeom>
            <a:avLst/>
            <a:gdLst/>
            <a:ahLst/>
            <a:cxnLst/>
            <a:rect l="l" t="t" r="r" b="b"/>
            <a:pathLst>
              <a:path w="48561" h="1" fill="none" extrusionOk="0">
                <a:moveTo>
                  <a:pt x="0" y="0"/>
                </a:moveTo>
                <a:lnTo>
                  <a:pt x="48560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6"/>
          <p:cNvSpPr/>
          <p:nvPr/>
        </p:nvSpPr>
        <p:spPr>
          <a:xfrm>
            <a:off x="2634164" y="2695323"/>
            <a:ext cx="30103" cy="14"/>
          </a:xfrm>
          <a:custGeom>
            <a:avLst/>
            <a:gdLst/>
            <a:ahLst/>
            <a:cxnLst/>
            <a:rect l="l" t="t" r="r" b="b"/>
            <a:pathLst>
              <a:path w="2146" h="1" fill="none" extrusionOk="0">
                <a:moveTo>
                  <a:pt x="1" y="0"/>
                </a:moveTo>
                <a:lnTo>
                  <a:pt x="2146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6"/>
          <p:cNvSpPr/>
          <p:nvPr/>
        </p:nvSpPr>
        <p:spPr>
          <a:xfrm>
            <a:off x="2608856" y="2648129"/>
            <a:ext cx="119697" cy="102934"/>
          </a:xfrm>
          <a:custGeom>
            <a:avLst/>
            <a:gdLst/>
            <a:ahLst/>
            <a:cxnLst/>
            <a:rect l="l" t="t" r="r" b="b"/>
            <a:pathLst>
              <a:path w="8533" h="7338" extrusionOk="0">
                <a:moveTo>
                  <a:pt x="4876" y="0"/>
                </a:moveTo>
                <a:cubicBezTo>
                  <a:pt x="1610" y="0"/>
                  <a:pt x="1" y="3949"/>
                  <a:pt x="2292" y="6241"/>
                </a:cubicBezTo>
                <a:cubicBezTo>
                  <a:pt x="3035" y="6999"/>
                  <a:pt x="3951" y="7338"/>
                  <a:pt x="4851" y="7338"/>
                </a:cubicBezTo>
                <a:cubicBezTo>
                  <a:pt x="6729" y="7338"/>
                  <a:pt x="8533" y="5865"/>
                  <a:pt x="8533" y="3657"/>
                </a:cubicBezTo>
                <a:cubicBezTo>
                  <a:pt x="8533" y="1658"/>
                  <a:pt x="6875" y="0"/>
                  <a:pt x="4876" y="0"/>
                </a:cubicBezTo>
                <a:close/>
              </a:path>
            </a:pathLst>
          </a:custGeom>
          <a:solidFill>
            <a:srgbClr val="FFFFFF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6"/>
          <p:cNvSpPr/>
          <p:nvPr/>
        </p:nvSpPr>
        <p:spPr>
          <a:xfrm>
            <a:off x="1611594" y="3639226"/>
            <a:ext cx="30103" cy="14"/>
          </a:xfrm>
          <a:custGeom>
            <a:avLst/>
            <a:gdLst/>
            <a:ahLst/>
            <a:cxnLst/>
            <a:rect l="l" t="t" r="r" b="b"/>
            <a:pathLst>
              <a:path w="2146" h="1" fill="none" extrusionOk="0">
                <a:moveTo>
                  <a:pt x="1" y="0"/>
                </a:moveTo>
                <a:lnTo>
                  <a:pt x="2146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1724458" y="3609808"/>
            <a:ext cx="30103" cy="30117"/>
          </a:xfrm>
          <a:custGeom>
            <a:avLst/>
            <a:gdLst/>
            <a:ahLst/>
            <a:cxnLst/>
            <a:rect l="l" t="t" r="r" b="b"/>
            <a:pathLst>
              <a:path w="2146" h="2147" fill="none" extrusionOk="0">
                <a:moveTo>
                  <a:pt x="0" y="2146"/>
                </a:moveTo>
                <a:lnTo>
                  <a:pt x="2146" y="2146"/>
                </a:lnTo>
                <a:lnTo>
                  <a:pt x="2146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6"/>
          <p:cNvSpPr/>
          <p:nvPr/>
        </p:nvSpPr>
        <p:spPr>
          <a:xfrm>
            <a:off x="1754551" y="3238402"/>
            <a:ext cx="14" cy="313935"/>
          </a:xfrm>
          <a:custGeom>
            <a:avLst/>
            <a:gdLst/>
            <a:ahLst/>
            <a:cxnLst/>
            <a:rect l="l" t="t" r="r" b="b"/>
            <a:pathLst>
              <a:path w="1" h="22380" fill="none" extrusionOk="0">
                <a:moveTo>
                  <a:pt x="1" y="22379"/>
                </a:moveTo>
                <a:lnTo>
                  <a:pt x="1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1754551" y="3179578"/>
            <a:ext cx="30103" cy="30117"/>
          </a:xfrm>
          <a:custGeom>
            <a:avLst/>
            <a:gdLst/>
            <a:ahLst/>
            <a:cxnLst/>
            <a:rect l="l" t="t" r="r" b="b"/>
            <a:pathLst>
              <a:path w="2146" h="2147" fill="none" extrusionOk="0">
                <a:moveTo>
                  <a:pt x="1" y="2146"/>
                </a:moveTo>
                <a:lnTo>
                  <a:pt x="1" y="1"/>
                </a:lnTo>
                <a:lnTo>
                  <a:pt x="2146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1840732" y="3179578"/>
            <a:ext cx="871318" cy="14"/>
          </a:xfrm>
          <a:custGeom>
            <a:avLst/>
            <a:gdLst/>
            <a:ahLst/>
            <a:cxnLst/>
            <a:rect l="l" t="t" r="r" b="b"/>
            <a:pathLst>
              <a:path w="62115" h="1" fill="none" extrusionOk="0">
                <a:moveTo>
                  <a:pt x="1" y="1"/>
                </a:moveTo>
                <a:lnTo>
                  <a:pt x="62115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6"/>
          <p:cNvSpPr/>
          <p:nvPr/>
        </p:nvSpPr>
        <p:spPr>
          <a:xfrm>
            <a:off x="2740183" y="3179578"/>
            <a:ext cx="30103" cy="30117"/>
          </a:xfrm>
          <a:custGeom>
            <a:avLst/>
            <a:gdLst/>
            <a:ahLst/>
            <a:cxnLst/>
            <a:rect l="l" t="t" r="r" b="b"/>
            <a:pathLst>
              <a:path w="2146" h="2147" fill="none" extrusionOk="0">
                <a:moveTo>
                  <a:pt x="1" y="1"/>
                </a:moveTo>
                <a:lnTo>
                  <a:pt x="2146" y="1"/>
                </a:lnTo>
                <a:lnTo>
                  <a:pt x="2146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6"/>
          <p:cNvSpPr/>
          <p:nvPr/>
        </p:nvSpPr>
        <p:spPr>
          <a:xfrm>
            <a:off x="2770275" y="3289706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1" y="0"/>
                </a:moveTo>
                <a:lnTo>
                  <a:pt x="1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6"/>
          <p:cNvSpPr/>
          <p:nvPr/>
        </p:nvSpPr>
        <p:spPr>
          <a:xfrm>
            <a:off x="2699147" y="3284235"/>
            <a:ext cx="119697" cy="102639"/>
          </a:xfrm>
          <a:custGeom>
            <a:avLst/>
            <a:gdLst/>
            <a:ahLst/>
            <a:cxnLst/>
            <a:rect l="l" t="t" r="r" b="b"/>
            <a:pathLst>
              <a:path w="8533" h="7317" extrusionOk="0">
                <a:moveTo>
                  <a:pt x="4876" y="0"/>
                </a:moveTo>
                <a:cubicBezTo>
                  <a:pt x="1658" y="0"/>
                  <a:pt x="0" y="3950"/>
                  <a:pt x="2292" y="6241"/>
                </a:cubicBezTo>
                <a:cubicBezTo>
                  <a:pt x="3050" y="6983"/>
                  <a:pt x="3972" y="7316"/>
                  <a:pt x="4872" y="7316"/>
                </a:cubicBezTo>
                <a:cubicBezTo>
                  <a:pt x="6750" y="7316"/>
                  <a:pt x="8533" y="5866"/>
                  <a:pt x="8533" y="3657"/>
                </a:cubicBezTo>
                <a:cubicBezTo>
                  <a:pt x="8533" y="1609"/>
                  <a:pt x="6924" y="0"/>
                  <a:pt x="4876" y="0"/>
                </a:cubicBezTo>
                <a:close/>
              </a:path>
            </a:pathLst>
          </a:custGeom>
          <a:solidFill>
            <a:srgbClr val="FFFFFF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6"/>
          <p:cNvSpPr/>
          <p:nvPr/>
        </p:nvSpPr>
        <p:spPr>
          <a:xfrm>
            <a:off x="2526098" y="3007905"/>
            <a:ext cx="14" cy="29416"/>
          </a:xfrm>
          <a:custGeom>
            <a:avLst/>
            <a:gdLst/>
            <a:ahLst/>
            <a:cxnLst/>
            <a:rect l="l" t="t" r="r" b="b"/>
            <a:pathLst>
              <a:path w="1" h="2097" fill="none" extrusionOk="0">
                <a:moveTo>
                  <a:pt x="0" y="2097"/>
                </a:moveTo>
                <a:lnTo>
                  <a:pt x="0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6"/>
          <p:cNvSpPr/>
          <p:nvPr/>
        </p:nvSpPr>
        <p:spPr>
          <a:xfrm>
            <a:off x="2526098" y="2548944"/>
            <a:ext cx="14" cy="404890"/>
          </a:xfrm>
          <a:custGeom>
            <a:avLst/>
            <a:gdLst/>
            <a:ahLst/>
            <a:cxnLst/>
            <a:rect l="l" t="t" r="r" b="b"/>
            <a:pathLst>
              <a:path w="1" h="28864" fill="none" extrusionOk="0">
                <a:moveTo>
                  <a:pt x="0" y="28864"/>
                </a:moveTo>
                <a:lnTo>
                  <a:pt x="0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6"/>
          <p:cNvSpPr/>
          <p:nvPr/>
        </p:nvSpPr>
        <p:spPr>
          <a:xfrm>
            <a:off x="2526785" y="2492168"/>
            <a:ext cx="29416" cy="30117"/>
          </a:xfrm>
          <a:custGeom>
            <a:avLst/>
            <a:gdLst/>
            <a:ahLst/>
            <a:cxnLst/>
            <a:rect l="l" t="t" r="r" b="b"/>
            <a:pathLst>
              <a:path w="2097" h="2147" fill="none" extrusionOk="0">
                <a:moveTo>
                  <a:pt x="0" y="2146"/>
                </a:moveTo>
                <a:lnTo>
                  <a:pt x="0" y="1"/>
                </a:lnTo>
                <a:lnTo>
                  <a:pt x="2097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6"/>
          <p:cNvSpPr/>
          <p:nvPr/>
        </p:nvSpPr>
        <p:spPr>
          <a:xfrm>
            <a:off x="2615014" y="2492168"/>
            <a:ext cx="904830" cy="14"/>
          </a:xfrm>
          <a:custGeom>
            <a:avLst/>
            <a:gdLst/>
            <a:ahLst/>
            <a:cxnLst/>
            <a:rect l="l" t="t" r="r" b="b"/>
            <a:pathLst>
              <a:path w="64504" h="1" fill="none" extrusionOk="0">
                <a:moveTo>
                  <a:pt x="1" y="1"/>
                </a:moveTo>
                <a:lnTo>
                  <a:pt x="64504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6"/>
          <p:cNvSpPr/>
          <p:nvPr/>
        </p:nvSpPr>
        <p:spPr>
          <a:xfrm>
            <a:off x="3549342" y="2462076"/>
            <a:ext cx="30117" cy="30103"/>
          </a:xfrm>
          <a:custGeom>
            <a:avLst/>
            <a:gdLst/>
            <a:ahLst/>
            <a:cxnLst/>
            <a:rect l="l" t="t" r="r" b="b"/>
            <a:pathLst>
              <a:path w="2147" h="2146" fill="none" extrusionOk="0">
                <a:moveTo>
                  <a:pt x="1" y="2146"/>
                </a:moveTo>
                <a:lnTo>
                  <a:pt x="2146" y="2146"/>
                </a:lnTo>
                <a:lnTo>
                  <a:pt x="2146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3579448" y="2350587"/>
            <a:ext cx="14" cy="67037"/>
          </a:xfrm>
          <a:custGeom>
            <a:avLst/>
            <a:gdLst/>
            <a:ahLst/>
            <a:cxnLst/>
            <a:rect l="l" t="t" r="r" b="b"/>
            <a:pathLst>
              <a:path w="1" h="4779" fill="none" extrusionOk="0">
                <a:moveTo>
                  <a:pt x="0" y="4779"/>
                </a:moveTo>
                <a:lnTo>
                  <a:pt x="0" y="1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6"/>
          <p:cNvSpPr/>
          <p:nvPr/>
        </p:nvSpPr>
        <p:spPr>
          <a:xfrm>
            <a:off x="3579448" y="2297922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0" y="2146"/>
                </a:moveTo>
                <a:lnTo>
                  <a:pt x="0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6"/>
          <p:cNvSpPr/>
          <p:nvPr/>
        </p:nvSpPr>
        <p:spPr>
          <a:xfrm>
            <a:off x="2473432" y="3007217"/>
            <a:ext cx="103284" cy="103284"/>
          </a:xfrm>
          <a:custGeom>
            <a:avLst/>
            <a:gdLst/>
            <a:ahLst/>
            <a:cxnLst/>
            <a:rect l="l" t="t" r="r" b="b"/>
            <a:pathLst>
              <a:path w="7363" h="7363" extrusionOk="0">
                <a:moveTo>
                  <a:pt x="3657" y="1"/>
                </a:moveTo>
                <a:cubicBezTo>
                  <a:pt x="1658" y="1"/>
                  <a:pt x="0" y="1658"/>
                  <a:pt x="0" y="3706"/>
                </a:cubicBezTo>
                <a:cubicBezTo>
                  <a:pt x="0" y="5754"/>
                  <a:pt x="1658" y="7363"/>
                  <a:pt x="3657" y="7363"/>
                </a:cubicBezTo>
                <a:cubicBezTo>
                  <a:pt x="5705" y="7363"/>
                  <a:pt x="7362" y="5754"/>
                  <a:pt x="7362" y="3706"/>
                </a:cubicBezTo>
                <a:cubicBezTo>
                  <a:pt x="7362" y="1658"/>
                  <a:pt x="5705" y="1"/>
                  <a:pt x="3657" y="1"/>
                </a:cubicBezTo>
                <a:close/>
              </a:path>
            </a:pathLst>
          </a:custGeom>
          <a:solidFill>
            <a:srgbClr val="FFFFFF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6"/>
          <p:cNvSpPr/>
          <p:nvPr/>
        </p:nvSpPr>
        <p:spPr>
          <a:xfrm>
            <a:off x="2811324" y="1640604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0" y="1"/>
                </a:moveTo>
                <a:lnTo>
                  <a:pt x="0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6"/>
          <p:cNvSpPr/>
          <p:nvPr/>
        </p:nvSpPr>
        <p:spPr>
          <a:xfrm>
            <a:off x="2811324" y="1728160"/>
            <a:ext cx="14" cy="547143"/>
          </a:xfrm>
          <a:custGeom>
            <a:avLst/>
            <a:gdLst/>
            <a:ahLst/>
            <a:cxnLst/>
            <a:rect l="l" t="t" r="r" b="b"/>
            <a:pathLst>
              <a:path w="1" h="39005" fill="none" extrusionOk="0">
                <a:moveTo>
                  <a:pt x="0" y="0"/>
                </a:moveTo>
                <a:lnTo>
                  <a:pt x="0" y="39004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6"/>
          <p:cNvSpPr/>
          <p:nvPr/>
        </p:nvSpPr>
        <p:spPr>
          <a:xfrm>
            <a:off x="2781905" y="2304754"/>
            <a:ext cx="30103" cy="29430"/>
          </a:xfrm>
          <a:custGeom>
            <a:avLst/>
            <a:gdLst/>
            <a:ahLst/>
            <a:cxnLst/>
            <a:rect l="l" t="t" r="r" b="b"/>
            <a:pathLst>
              <a:path w="2146" h="2098" fill="none" extrusionOk="0">
                <a:moveTo>
                  <a:pt x="2146" y="1"/>
                </a:moveTo>
                <a:lnTo>
                  <a:pt x="2146" y="2097"/>
                </a:lnTo>
                <a:lnTo>
                  <a:pt x="1" y="2097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6"/>
          <p:cNvSpPr/>
          <p:nvPr/>
        </p:nvSpPr>
        <p:spPr>
          <a:xfrm>
            <a:off x="2296272" y="2334173"/>
            <a:ext cx="428147" cy="14"/>
          </a:xfrm>
          <a:custGeom>
            <a:avLst/>
            <a:gdLst/>
            <a:ahLst/>
            <a:cxnLst/>
            <a:rect l="l" t="t" r="r" b="b"/>
            <a:pathLst>
              <a:path w="30522" h="1" fill="none" extrusionOk="0">
                <a:moveTo>
                  <a:pt x="30521" y="0"/>
                </a:moveTo>
                <a:lnTo>
                  <a:pt x="1" y="0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6"/>
          <p:cNvSpPr/>
          <p:nvPr/>
        </p:nvSpPr>
        <p:spPr>
          <a:xfrm>
            <a:off x="2237448" y="2334173"/>
            <a:ext cx="30103" cy="30103"/>
          </a:xfrm>
          <a:custGeom>
            <a:avLst/>
            <a:gdLst/>
            <a:ahLst/>
            <a:cxnLst/>
            <a:rect l="l" t="t" r="r" b="b"/>
            <a:pathLst>
              <a:path w="2146" h="2146" fill="none" extrusionOk="0">
                <a:moveTo>
                  <a:pt x="2146" y="0"/>
                </a:moveTo>
                <a:lnTo>
                  <a:pt x="1" y="0"/>
                </a:lnTo>
                <a:lnTo>
                  <a:pt x="1" y="2146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6"/>
          <p:cNvSpPr/>
          <p:nvPr/>
        </p:nvSpPr>
        <p:spPr>
          <a:xfrm>
            <a:off x="2237448" y="2418993"/>
            <a:ext cx="14" cy="411034"/>
          </a:xfrm>
          <a:custGeom>
            <a:avLst/>
            <a:gdLst/>
            <a:ahLst/>
            <a:cxnLst/>
            <a:rect l="l" t="t" r="r" b="b"/>
            <a:pathLst>
              <a:path w="1" h="29302" fill="none" extrusionOk="0">
                <a:moveTo>
                  <a:pt x="1" y="0"/>
                </a:moveTo>
                <a:lnTo>
                  <a:pt x="1" y="29302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6"/>
          <p:cNvSpPr/>
          <p:nvPr/>
        </p:nvSpPr>
        <p:spPr>
          <a:xfrm>
            <a:off x="2237448" y="2857429"/>
            <a:ext cx="14" cy="30103"/>
          </a:xfrm>
          <a:custGeom>
            <a:avLst/>
            <a:gdLst/>
            <a:ahLst/>
            <a:cxnLst/>
            <a:rect l="l" t="t" r="r" b="b"/>
            <a:pathLst>
              <a:path w="1" h="2146" fill="none" extrusionOk="0">
                <a:moveTo>
                  <a:pt x="1" y="0"/>
                </a:moveTo>
                <a:lnTo>
                  <a:pt x="1" y="2145"/>
                </a:lnTo>
              </a:path>
            </a:pathLst>
          </a:custGeom>
          <a:noFill/>
          <a:ln w="304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6"/>
          <p:cNvSpPr/>
          <p:nvPr/>
        </p:nvSpPr>
        <p:spPr>
          <a:xfrm>
            <a:off x="2166320" y="2837592"/>
            <a:ext cx="119697" cy="102639"/>
          </a:xfrm>
          <a:custGeom>
            <a:avLst/>
            <a:gdLst/>
            <a:ahLst/>
            <a:cxnLst/>
            <a:rect l="l" t="t" r="r" b="b"/>
            <a:pathLst>
              <a:path w="8533" h="7317" extrusionOk="0">
                <a:moveTo>
                  <a:pt x="4876" y="0"/>
                </a:moveTo>
                <a:cubicBezTo>
                  <a:pt x="1658" y="0"/>
                  <a:pt x="0" y="3949"/>
                  <a:pt x="2292" y="6241"/>
                </a:cubicBezTo>
                <a:cubicBezTo>
                  <a:pt x="3050" y="6983"/>
                  <a:pt x="3971" y="7316"/>
                  <a:pt x="4871" y="7316"/>
                </a:cubicBezTo>
                <a:cubicBezTo>
                  <a:pt x="6749" y="7316"/>
                  <a:pt x="8532" y="5865"/>
                  <a:pt x="8532" y="3657"/>
                </a:cubicBezTo>
                <a:cubicBezTo>
                  <a:pt x="8532" y="1658"/>
                  <a:pt x="6923" y="0"/>
                  <a:pt x="4876" y="0"/>
                </a:cubicBezTo>
                <a:close/>
              </a:path>
            </a:pathLst>
          </a:custGeom>
          <a:solidFill>
            <a:srgbClr val="FFFFFF"/>
          </a:solidFill>
          <a:ln w="30475" cap="flat" cmpd="sng">
            <a:solidFill>
              <a:schemeClr val="accent1"/>
            </a:solidFill>
            <a:prstDash val="solid"/>
            <a:miter lim="4875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7" name="Google Shape;347;p26"/>
          <p:cNvGrpSpPr/>
          <p:nvPr/>
        </p:nvGrpSpPr>
        <p:grpSpPr>
          <a:xfrm>
            <a:off x="2624430" y="1068391"/>
            <a:ext cx="373819" cy="412843"/>
            <a:chOff x="3040350" y="1113200"/>
            <a:chExt cx="1704600" cy="1882550"/>
          </a:xfrm>
        </p:grpSpPr>
        <p:sp>
          <p:nvSpPr>
            <p:cNvPr id="348" name="Google Shape;348;p26"/>
            <p:cNvSpPr/>
            <p:nvPr/>
          </p:nvSpPr>
          <p:spPr>
            <a:xfrm>
              <a:off x="3040350" y="2164475"/>
              <a:ext cx="1607250" cy="831275"/>
            </a:xfrm>
            <a:custGeom>
              <a:avLst/>
              <a:gdLst/>
              <a:ahLst/>
              <a:cxnLst/>
              <a:rect l="l" t="t" r="r" b="b"/>
              <a:pathLst>
                <a:path w="64290" h="33251" extrusionOk="0">
                  <a:moveTo>
                    <a:pt x="20497" y="1"/>
                  </a:moveTo>
                  <a:cubicBezTo>
                    <a:pt x="16743" y="1"/>
                    <a:pt x="13284" y="2001"/>
                    <a:pt x="11425" y="5248"/>
                  </a:cubicBezTo>
                  <a:lnTo>
                    <a:pt x="9931" y="7860"/>
                  </a:lnTo>
                  <a:cubicBezTo>
                    <a:pt x="8896" y="9649"/>
                    <a:pt x="7613" y="11296"/>
                    <a:pt x="6119" y="12731"/>
                  </a:cubicBezTo>
                  <a:lnTo>
                    <a:pt x="1" y="18614"/>
                  </a:lnTo>
                  <a:lnTo>
                    <a:pt x="8813" y="33251"/>
                  </a:lnTo>
                  <a:lnTo>
                    <a:pt x="14720" y="27733"/>
                  </a:lnTo>
                  <a:cubicBezTo>
                    <a:pt x="16214" y="26333"/>
                    <a:pt x="18191" y="25556"/>
                    <a:pt x="20238" y="25556"/>
                  </a:cubicBezTo>
                  <a:lnTo>
                    <a:pt x="35816" y="25556"/>
                  </a:lnTo>
                  <a:cubicBezTo>
                    <a:pt x="39487" y="25556"/>
                    <a:pt x="43028" y="24250"/>
                    <a:pt x="45817" y="21873"/>
                  </a:cubicBezTo>
                  <a:lnTo>
                    <a:pt x="62489" y="7684"/>
                  </a:lnTo>
                  <a:cubicBezTo>
                    <a:pt x="64030" y="6413"/>
                    <a:pt x="64289" y="4060"/>
                    <a:pt x="62983" y="2554"/>
                  </a:cubicBezTo>
                  <a:cubicBezTo>
                    <a:pt x="62278" y="1738"/>
                    <a:pt x="61283" y="1316"/>
                    <a:pt x="60281" y="1316"/>
                  </a:cubicBezTo>
                  <a:cubicBezTo>
                    <a:pt x="59478" y="1316"/>
                    <a:pt x="58671" y="1587"/>
                    <a:pt x="58006" y="2142"/>
                  </a:cubicBezTo>
                  <a:lnTo>
                    <a:pt x="47641" y="10778"/>
                  </a:lnTo>
                  <a:cubicBezTo>
                    <a:pt x="45640" y="12437"/>
                    <a:pt x="43122" y="13343"/>
                    <a:pt x="40522" y="13343"/>
                  </a:cubicBezTo>
                  <a:lnTo>
                    <a:pt x="28262" y="13343"/>
                  </a:lnTo>
                  <a:cubicBezTo>
                    <a:pt x="28255" y="13343"/>
                    <a:pt x="28248" y="13343"/>
                    <a:pt x="28241" y="13343"/>
                  </a:cubicBezTo>
                  <a:cubicBezTo>
                    <a:pt x="26403" y="13343"/>
                    <a:pt x="24921" y="11853"/>
                    <a:pt x="24921" y="10013"/>
                  </a:cubicBezTo>
                  <a:cubicBezTo>
                    <a:pt x="24921" y="8166"/>
                    <a:pt x="26415" y="6672"/>
                    <a:pt x="28262" y="6672"/>
                  </a:cubicBezTo>
                  <a:lnTo>
                    <a:pt x="40028" y="6672"/>
                  </a:lnTo>
                  <a:cubicBezTo>
                    <a:pt x="41864" y="6672"/>
                    <a:pt x="43358" y="5178"/>
                    <a:pt x="43358" y="3342"/>
                  </a:cubicBezTo>
                  <a:cubicBezTo>
                    <a:pt x="43358" y="1495"/>
                    <a:pt x="41864" y="1"/>
                    <a:pt x="400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1EFFC1"/>
                </a:solidFill>
                <a:highlight>
                  <a:srgbClr val="1EFFC1"/>
                </a:highlight>
              </a:endParaRPr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3073300" y="1113200"/>
              <a:ext cx="1671650" cy="924525"/>
            </a:xfrm>
            <a:custGeom>
              <a:avLst/>
              <a:gdLst/>
              <a:ahLst/>
              <a:cxnLst/>
              <a:rect l="l" t="t" r="r" b="b"/>
              <a:pathLst>
                <a:path w="66866" h="36981" extrusionOk="0">
                  <a:moveTo>
                    <a:pt x="33427" y="0"/>
                  </a:moveTo>
                  <a:cubicBezTo>
                    <a:pt x="29803" y="0"/>
                    <a:pt x="27109" y="3342"/>
                    <a:pt x="27886" y="6883"/>
                  </a:cubicBezTo>
                  <a:cubicBezTo>
                    <a:pt x="15826" y="9307"/>
                    <a:pt x="6519" y="19473"/>
                    <a:pt x="5413" y="31957"/>
                  </a:cubicBezTo>
                  <a:lnTo>
                    <a:pt x="0" y="31957"/>
                  </a:lnTo>
                  <a:lnTo>
                    <a:pt x="0" y="36981"/>
                  </a:lnTo>
                  <a:lnTo>
                    <a:pt x="66866" y="36981"/>
                  </a:lnTo>
                  <a:lnTo>
                    <a:pt x="66866" y="31957"/>
                  </a:lnTo>
                  <a:lnTo>
                    <a:pt x="61453" y="31957"/>
                  </a:lnTo>
                  <a:cubicBezTo>
                    <a:pt x="60347" y="19473"/>
                    <a:pt x="51041" y="9307"/>
                    <a:pt x="38981" y="6883"/>
                  </a:cubicBezTo>
                  <a:cubicBezTo>
                    <a:pt x="39745" y="3342"/>
                    <a:pt x="37051" y="0"/>
                    <a:pt x="334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1EFFC1"/>
                </a:solidFill>
                <a:highlight>
                  <a:srgbClr val="1EFFC1"/>
                </a:highlight>
              </a:endParaRPr>
            </a:p>
          </p:txBody>
        </p:sp>
      </p:grpSp>
      <p:grpSp>
        <p:nvGrpSpPr>
          <p:cNvPr id="350" name="Google Shape;350;p26"/>
          <p:cNvGrpSpPr/>
          <p:nvPr/>
        </p:nvGrpSpPr>
        <p:grpSpPr>
          <a:xfrm>
            <a:off x="3390291" y="1782576"/>
            <a:ext cx="406573" cy="402537"/>
            <a:chOff x="462200" y="569000"/>
            <a:chExt cx="1901650" cy="1882775"/>
          </a:xfrm>
        </p:grpSpPr>
        <p:sp>
          <p:nvSpPr>
            <p:cNvPr id="351" name="Google Shape;351;p26"/>
            <p:cNvSpPr/>
            <p:nvPr/>
          </p:nvSpPr>
          <p:spPr>
            <a:xfrm>
              <a:off x="462200" y="890525"/>
              <a:ext cx="1573675" cy="1561250"/>
            </a:xfrm>
            <a:custGeom>
              <a:avLst/>
              <a:gdLst/>
              <a:ahLst/>
              <a:cxnLst/>
              <a:rect l="l" t="t" r="r" b="b"/>
              <a:pathLst>
                <a:path w="62947" h="62450" extrusionOk="0">
                  <a:moveTo>
                    <a:pt x="36971" y="12877"/>
                  </a:moveTo>
                  <a:cubicBezTo>
                    <a:pt x="38885" y="12877"/>
                    <a:pt x="40770" y="13628"/>
                    <a:pt x="42180" y="15037"/>
                  </a:cubicBezTo>
                  <a:cubicBezTo>
                    <a:pt x="45062" y="17897"/>
                    <a:pt x="45062" y="22568"/>
                    <a:pt x="42180" y="25427"/>
                  </a:cubicBezTo>
                  <a:cubicBezTo>
                    <a:pt x="40770" y="26837"/>
                    <a:pt x="38885" y="27587"/>
                    <a:pt x="36971" y="27587"/>
                  </a:cubicBezTo>
                  <a:cubicBezTo>
                    <a:pt x="36026" y="27587"/>
                    <a:pt x="35073" y="27404"/>
                    <a:pt x="34167" y="27027"/>
                  </a:cubicBezTo>
                  <a:cubicBezTo>
                    <a:pt x="31414" y="25886"/>
                    <a:pt x="29625" y="23203"/>
                    <a:pt x="29625" y="20226"/>
                  </a:cubicBezTo>
                  <a:cubicBezTo>
                    <a:pt x="29625" y="17261"/>
                    <a:pt x="31414" y="14579"/>
                    <a:pt x="34167" y="13437"/>
                  </a:cubicBezTo>
                  <a:cubicBezTo>
                    <a:pt x="35073" y="13060"/>
                    <a:pt x="36026" y="12877"/>
                    <a:pt x="36971" y="12877"/>
                  </a:cubicBezTo>
                  <a:close/>
                  <a:moveTo>
                    <a:pt x="50965" y="26846"/>
                  </a:moveTo>
                  <a:cubicBezTo>
                    <a:pt x="51507" y="26846"/>
                    <a:pt x="52060" y="27048"/>
                    <a:pt x="52510" y="27498"/>
                  </a:cubicBezTo>
                  <a:cubicBezTo>
                    <a:pt x="53369" y="28356"/>
                    <a:pt x="53369" y="29757"/>
                    <a:pt x="52510" y="30615"/>
                  </a:cubicBezTo>
                  <a:cubicBezTo>
                    <a:pt x="52060" y="31065"/>
                    <a:pt x="51506" y="31267"/>
                    <a:pt x="50963" y="31267"/>
                  </a:cubicBezTo>
                  <a:cubicBezTo>
                    <a:pt x="49831" y="31267"/>
                    <a:pt x="48745" y="30390"/>
                    <a:pt x="48745" y="29062"/>
                  </a:cubicBezTo>
                  <a:cubicBezTo>
                    <a:pt x="48745" y="27726"/>
                    <a:pt x="49832" y="26846"/>
                    <a:pt x="50965" y="26846"/>
                  </a:cubicBezTo>
                  <a:close/>
                  <a:moveTo>
                    <a:pt x="27672" y="1"/>
                  </a:moveTo>
                  <a:lnTo>
                    <a:pt x="18342" y="20509"/>
                  </a:lnTo>
                  <a:cubicBezTo>
                    <a:pt x="26649" y="22238"/>
                    <a:pt x="31214" y="31216"/>
                    <a:pt x="27696" y="38946"/>
                  </a:cubicBezTo>
                  <a:cubicBezTo>
                    <a:pt x="25441" y="43910"/>
                    <a:pt x="20597" y="46703"/>
                    <a:pt x="15627" y="46703"/>
                  </a:cubicBezTo>
                  <a:cubicBezTo>
                    <a:pt x="12869" y="46703"/>
                    <a:pt x="10073" y="45843"/>
                    <a:pt x="7659" y="44017"/>
                  </a:cubicBezTo>
                  <a:lnTo>
                    <a:pt x="705" y="59324"/>
                  </a:lnTo>
                  <a:cubicBezTo>
                    <a:pt x="0" y="60870"/>
                    <a:pt x="1201" y="62449"/>
                    <a:pt x="2694" y="62449"/>
                  </a:cubicBezTo>
                  <a:cubicBezTo>
                    <a:pt x="2996" y="62449"/>
                    <a:pt x="3310" y="62385"/>
                    <a:pt x="3623" y="62242"/>
                  </a:cubicBezTo>
                  <a:lnTo>
                    <a:pt x="62946" y="35287"/>
                  </a:lnTo>
                  <a:lnTo>
                    <a:pt x="62864" y="35310"/>
                  </a:lnTo>
                  <a:lnTo>
                    <a:pt x="62111" y="33239"/>
                  </a:lnTo>
                  <a:cubicBezTo>
                    <a:pt x="59393" y="25803"/>
                    <a:pt x="55099" y="19038"/>
                    <a:pt x="49510" y="13437"/>
                  </a:cubicBezTo>
                  <a:cubicBezTo>
                    <a:pt x="43909" y="7849"/>
                    <a:pt x="37144" y="3554"/>
                    <a:pt x="29708" y="836"/>
                  </a:cubicBezTo>
                  <a:lnTo>
                    <a:pt x="27637" y="83"/>
                  </a:lnTo>
                  <a:lnTo>
                    <a:pt x="276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1198700" y="569000"/>
              <a:ext cx="1165150" cy="1158700"/>
            </a:xfrm>
            <a:custGeom>
              <a:avLst/>
              <a:gdLst/>
              <a:ahLst/>
              <a:cxnLst/>
              <a:rect l="l" t="t" r="r" b="b"/>
              <a:pathLst>
                <a:path w="46606" h="46348" extrusionOk="0">
                  <a:moveTo>
                    <a:pt x="5478" y="1"/>
                  </a:moveTo>
                  <a:cubicBezTo>
                    <a:pt x="4634" y="1"/>
                    <a:pt x="3833" y="487"/>
                    <a:pt x="3460" y="1296"/>
                  </a:cubicBezTo>
                  <a:lnTo>
                    <a:pt x="1" y="8920"/>
                  </a:lnTo>
                  <a:lnTo>
                    <a:pt x="1754" y="9555"/>
                  </a:lnTo>
                  <a:cubicBezTo>
                    <a:pt x="9802" y="12485"/>
                    <a:pt x="17108" y="17133"/>
                    <a:pt x="23168" y="23180"/>
                  </a:cubicBezTo>
                  <a:cubicBezTo>
                    <a:pt x="29215" y="29240"/>
                    <a:pt x="33863" y="36546"/>
                    <a:pt x="36793" y="44594"/>
                  </a:cubicBezTo>
                  <a:lnTo>
                    <a:pt x="37428" y="46347"/>
                  </a:lnTo>
                  <a:lnTo>
                    <a:pt x="45052" y="42888"/>
                  </a:lnTo>
                  <a:cubicBezTo>
                    <a:pt x="46099" y="42406"/>
                    <a:pt x="46605" y="41206"/>
                    <a:pt x="46217" y="40123"/>
                  </a:cubicBezTo>
                  <a:cubicBezTo>
                    <a:pt x="42864" y="30946"/>
                    <a:pt x="37557" y="22604"/>
                    <a:pt x="30663" y="15685"/>
                  </a:cubicBezTo>
                  <a:cubicBezTo>
                    <a:pt x="23744" y="8791"/>
                    <a:pt x="15402" y="3484"/>
                    <a:pt x="6225" y="131"/>
                  </a:cubicBezTo>
                  <a:cubicBezTo>
                    <a:pt x="5979" y="43"/>
                    <a:pt x="5727" y="1"/>
                    <a:pt x="54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1307825" y="1322925"/>
              <a:ext cx="159450" cy="146850"/>
            </a:xfrm>
            <a:custGeom>
              <a:avLst/>
              <a:gdLst/>
              <a:ahLst/>
              <a:cxnLst/>
              <a:rect l="l" t="t" r="r" b="b"/>
              <a:pathLst>
                <a:path w="6378" h="5874" extrusionOk="0">
                  <a:moveTo>
                    <a:pt x="3196" y="0"/>
                  </a:moveTo>
                  <a:cubicBezTo>
                    <a:pt x="3182" y="0"/>
                    <a:pt x="3168" y="0"/>
                    <a:pt x="3154" y="1"/>
                  </a:cubicBezTo>
                  <a:cubicBezTo>
                    <a:pt x="1754" y="1"/>
                    <a:pt x="542" y="989"/>
                    <a:pt x="271" y="2365"/>
                  </a:cubicBezTo>
                  <a:cubicBezTo>
                    <a:pt x="1" y="3742"/>
                    <a:pt x="742" y="5119"/>
                    <a:pt x="2036" y="5648"/>
                  </a:cubicBezTo>
                  <a:cubicBezTo>
                    <a:pt x="2402" y="5801"/>
                    <a:pt x="2783" y="5874"/>
                    <a:pt x="3160" y="5874"/>
                  </a:cubicBezTo>
                  <a:cubicBezTo>
                    <a:pt x="4117" y="5874"/>
                    <a:pt x="5044" y="5402"/>
                    <a:pt x="5601" y="4566"/>
                  </a:cubicBezTo>
                  <a:cubicBezTo>
                    <a:pt x="6378" y="3401"/>
                    <a:pt x="6225" y="1848"/>
                    <a:pt x="5237" y="848"/>
                  </a:cubicBezTo>
                  <a:cubicBezTo>
                    <a:pt x="4694" y="316"/>
                    <a:pt x="3958" y="0"/>
                    <a:pt x="31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701000" y="1507650"/>
              <a:ext cx="373300" cy="440175"/>
            </a:xfrm>
            <a:custGeom>
              <a:avLst/>
              <a:gdLst/>
              <a:ahLst/>
              <a:cxnLst/>
              <a:rect l="l" t="t" r="r" b="b"/>
              <a:pathLst>
                <a:path w="14932" h="17607" extrusionOk="0">
                  <a:moveTo>
                    <a:pt x="6896" y="0"/>
                  </a:moveTo>
                  <a:lnTo>
                    <a:pt x="1" y="15155"/>
                  </a:lnTo>
                  <a:cubicBezTo>
                    <a:pt x="1676" y="16760"/>
                    <a:pt x="3872" y="17606"/>
                    <a:pt x="6102" y="17606"/>
                  </a:cubicBezTo>
                  <a:cubicBezTo>
                    <a:pt x="7271" y="17606"/>
                    <a:pt x="8450" y="17374"/>
                    <a:pt x="9567" y="16896"/>
                  </a:cubicBezTo>
                  <a:cubicBezTo>
                    <a:pt x="12814" y="15508"/>
                    <a:pt x="14920" y="12319"/>
                    <a:pt x="14932" y="8790"/>
                  </a:cubicBezTo>
                  <a:cubicBezTo>
                    <a:pt x="14920" y="4224"/>
                    <a:pt x="11449" y="412"/>
                    <a:pt x="68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" name="Google Shape;355;p26"/>
          <p:cNvGrpSpPr/>
          <p:nvPr/>
        </p:nvGrpSpPr>
        <p:grpSpPr>
          <a:xfrm>
            <a:off x="3208667" y="3620568"/>
            <a:ext cx="372185" cy="370679"/>
            <a:chOff x="4991125" y="2436850"/>
            <a:chExt cx="1890225" cy="1882575"/>
          </a:xfrm>
        </p:grpSpPr>
        <p:sp>
          <p:nvSpPr>
            <p:cNvPr id="356" name="Google Shape;356;p26"/>
            <p:cNvSpPr/>
            <p:nvPr/>
          </p:nvSpPr>
          <p:spPr>
            <a:xfrm>
              <a:off x="4991125" y="3057800"/>
              <a:ext cx="1890225" cy="1261625"/>
            </a:xfrm>
            <a:custGeom>
              <a:avLst/>
              <a:gdLst/>
              <a:ahLst/>
              <a:cxnLst/>
              <a:rect l="l" t="t" r="r" b="b"/>
              <a:pathLst>
                <a:path w="75609" h="50465" extrusionOk="0">
                  <a:moveTo>
                    <a:pt x="61195" y="10084"/>
                  </a:moveTo>
                  <a:cubicBezTo>
                    <a:pt x="63254" y="10131"/>
                    <a:pt x="64901" y="11802"/>
                    <a:pt x="64901" y="13861"/>
                  </a:cubicBezTo>
                  <a:cubicBezTo>
                    <a:pt x="64901" y="15920"/>
                    <a:pt x="63254" y="17591"/>
                    <a:pt x="61195" y="17638"/>
                  </a:cubicBezTo>
                  <a:lnTo>
                    <a:pt x="56606" y="17638"/>
                  </a:lnTo>
                  <a:lnTo>
                    <a:pt x="56606" y="10084"/>
                  </a:lnTo>
                  <a:close/>
                  <a:moveTo>
                    <a:pt x="7907" y="1"/>
                  </a:moveTo>
                  <a:lnTo>
                    <a:pt x="7907" y="15520"/>
                  </a:lnTo>
                  <a:cubicBezTo>
                    <a:pt x="7907" y="24250"/>
                    <a:pt x="12296" y="32392"/>
                    <a:pt x="19579" y="37204"/>
                  </a:cubicBezTo>
                  <a:lnTo>
                    <a:pt x="1" y="37204"/>
                  </a:lnTo>
                  <a:lnTo>
                    <a:pt x="1" y="39416"/>
                  </a:lnTo>
                  <a:cubicBezTo>
                    <a:pt x="1" y="45511"/>
                    <a:pt x="4931" y="50453"/>
                    <a:pt x="11025" y="50464"/>
                  </a:cubicBezTo>
                  <a:lnTo>
                    <a:pt x="64266" y="50464"/>
                  </a:lnTo>
                  <a:cubicBezTo>
                    <a:pt x="70360" y="50453"/>
                    <a:pt x="75290" y="45511"/>
                    <a:pt x="75302" y="39416"/>
                  </a:cubicBezTo>
                  <a:lnTo>
                    <a:pt x="75302" y="37216"/>
                  </a:lnTo>
                  <a:lnTo>
                    <a:pt x="48170" y="37216"/>
                  </a:lnTo>
                  <a:cubicBezTo>
                    <a:pt x="51759" y="34839"/>
                    <a:pt x="54700" y="31615"/>
                    <a:pt x="56736" y="27827"/>
                  </a:cubicBezTo>
                  <a:lnTo>
                    <a:pt x="61360" y="27827"/>
                  </a:lnTo>
                  <a:cubicBezTo>
                    <a:pt x="68702" y="27756"/>
                    <a:pt x="74737" y="22014"/>
                    <a:pt x="75173" y="14684"/>
                  </a:cubicBezTo>
                  <a:cubicBezTo>
                    <a:pt x="75608" y="7354"/>
                    <a:pt x="70302" y="930"/>
                    <a:pt x="630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5188800" y="2813650"/>
              <a:ext cx="1298100" cy="133575"/>
            </a:xfrm>
            <a:custGeom>
              <a:avLst/>
              <a:gdLst/>
              <a:ahLst/>
              <a:cxnLst/>
              <a:rect l="l" t="t" r="r" b="b"/>
              <a:pathLst>
                <a:path w="51924" h="5343" extrusionOk="0">
                  <a:moveTo>
                    <a:pt x="0" y="1"/>
                  </a:moveTo>
                  <a:lnTo>
                    <a:pt x="0" y="5343"/>
                  </a:lnTo>
                  <a:lnTo>
                    <a:pt x="51923" y="5343"/>
                  </a:lnTo>
                  <a:lnTo>
                    <a:pt x="519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5615600" y="2436850"/>
              <a:ext cx="176800" cy="253575"/>
            </a:xfrm>
            <a:custGeom>
              <a:avLst/>
              <a:gdLst/>
              <a:ahLst/>
              <a:cxnLst/>
              <a:rect l="l" t="t" r="r" b="b"/>
              <a:pathLst>
                <a:path w="7072" h="10143" extrusionOk="0">
                  <a:moveTo>
                    <a:pt x="2660" y="1"/>
                  </a:moveTo>
                  <a:cubicBezTo>
                    <a:pt x="2660" y="271"/>
                    <a:pt x="2636" y="342"/>
                    <a:pt x="2013" y="942"/>
                  </a:cubicBezTo>
                  <a:cubicBezTo>
                    <a:pt x="1260" y="1660"/>
                    <a:pt x="1" y="2848"/>
                    <a:pt x="1" y="5072"/>
                  </a:cubicBezTo>
                  <a:cubicBezTo>
                    <a:pt x="1" y="7296"/>
                    <a:pt x="1260" y="8484"/>
                    <a:pt x="2013" y="9202"/>
                  </a:cubicBezTo>
                  <a:cubicBezTo>
                    <a:pt x="2636" y="9790"/>
                    <a:pt x="2660" y="9872"/>
                    <a:pt x="2660" y="10143"/>
                  </a:cubicBezTo>
                  <a:lnTo>
                    <a:pt x="7072" y="10143"/>
                  </a:lnTo>
                  <a:cubicBezTo>
                    <a:pt x="7072" y="7919"/>
                    <a:pt x="5813" y="6719"/>
                    <a:pt x="5048" y="6001"/>
                  </a:cubicBezTo>
                  <a:cubicBezTo>
                    <a:pt x="4425" y="5413"/>
                    <a:pt x="4413" y="5343"/>
                    <a:pt x="4413" y="5072"/>
                  </a:cubicBezTo>
                  <a:cubicBezTo>
                    <a:pt x="4413" y="4801"/>
                    <a:pt x="4425" y="4731"/>
                    <a:pt x="5048" y="4142"/>
                  </a:cubicBezTo>
                  <a:cubicBezTo>
                    <a:pt x="5813" y="3425"/>
                    <a:pt x="7072" y="2225"/>
                    <a:pt x="7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5851800" y="2436850"/>
              <a:ext cx="176800" cy="253575"/>
            </a:xfrm>
            <a:custGeom>
              <a:avLst/>
              <a:gdLst/>
              <a:ahLst/>
              <a:cxnLst/>
              <a:rect l="l" t="t" r="r" b="b"/>
              <a:pathLst>
                <a:path w="7072" h="10143" extrusionOk="0">
                  <a:moveTo>
                    <a:pt x="2660" y="1"/>
                  </a:moveTo>
                  <a:cubicBezTo>
                    <a:pt x="2660" y="271"/>
                    <a:pt x="2648" y="342"/>
                    <a:pt x="2024" y="942"/>
                  </a:cubicBezTo>
                  <a:cubicBezTo>
                    <a:pt x="1271" y="1660"/>
                    <a:pt x="1" y="2848"/>
                    <a:pt x="1" y="5072"/>
                  </a:cubicBezTo>
                  <a:cubicBezTo>
                    <a:pt x="1" y="7296"/>
                    <a:pt x="1260" y="8484"/>
                    <a:pt x="2024" y="9202"/>
                  </a:cubicBezTo>
                  <a:cubicBezTo>
                    <a:pt x="2648" y="9790"/>
                    <a:pt x="2660" y="9872"/>
                    <a:pt x="2660" y="10143"/>
                  </a:cubicBezTo>
                  <a:lnTo>
                    <a:pt x="7072" y="10143"/>
                  </a:lnTo>
                  <a:cubicBezTo>
                    <a:pt x="7072" y="7919"/>
                    <a:pt x="5813" y="6719"/>
                    <a:pt x="5060" y="6001"/>
                  </a:cubicBezTo>
                  <a:cubicBezTo>
                    <a:pt x="4436" y="5413"/>
                    <a:pt x="4413" y="5343"/>
                    <a:pt x="4413" y="5072"/>
                  </a:cubicBezTo>
                  <a:cubicBezTo>
                    <a:pt x="4413" y="4801"/>
                    <a:pt x="4436" y="4731"/>
                    <a:pt x="5060" y="4142"/>
                  </a:cubicBezTo>
                  <a:cubicBezTo>
                    <a:pt x="5813" y="3425"/>
                    <a:pt x="7072" y="2225"/>
                    <a:pt x="70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" name="Google Shape;360;p26"/>
          <p:cNvGrpSpPr/>
          <p:nvPr/>
        </p:nvGrpSpPr>
        <p:grpSpPr>
          <a:xfrm>
            <a:off x="1112845" y="3454559"/>
            <a:ext cx="372245" cy="369356"/>
            <a:chOff x="5249675" y="238125"/>
            <a:chExt cx="1897275" cy="1882550"/>
          </a:xfrm>
        </p:grpSpPr>
        <p:sp>
          <p:nvSpPr>
            <p:cNvPr id="361" name="Google Shape;361;p26"/>
            <p:cNvSpPr/>
            <p:nvPr/>
          </p:nvSpPr>
          <p:spPr>
            <a:xfrm>
              <a:off x="5367350" y="1455300"/>
              <a:ext cx="290050" cy="110325"/>
            </a:xfrm>
            <a:custGeom>
              <a:avLst/>
              <a:gdLst/>
              <a:ahLst/>
              <a:cxnLst/>
              <a:rect l="l" t="t" r="r" b="b"/>
              <a:pathLst>
                <a:path w="11602" h="4413" extrusionOk="0">
                  <a:moveTo>
                    <a:pt x="0" y="0"/>
                  </a:moveTo>
                  <a:lnTo>
                    <a:pt x="0" y="4412"/>
                  </a:lnTo>
                  <a:lnTo>
                    <a:pt x="11601" y="4412"/>
                  </a:lnTo>
                  <a:cubicBezTo>
                    <a:pt x="9272" y="1612"/>
                    <a:pt x="5836" y="0"/>
                    <a:pt x="2212" y="0"/>
                  </a:cubicBezTo>
                  <a:close/>
                </a:path>
              </a:pathLst>
            </a:custGeom>
            <a:solidFill>
              <a:srgbClr val="48F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5367350" y="1234675"/>
              <a:ext cx="1661950" cy="276525"/>
            </a:xfrm>
            <a:custGeom>
              <a:avLst/>
              <a:gdLst/>
              <a:ahLst/>
              <a:cxnLst/>
              <a:rect l="l" t="t" r="r" b="b"/>
              <a:pathLst>
                <a:path w="66478" h="11061" extrusionOk="0">
                  <a:moveTo>
                    <a:pt x="0" y="1"/>
                  </a:moveTo>
                  <a:lnTo>
                    <a:pt x="0" y="4413"/>
                  </a:lnTo>
                  <a:lnTo>
                    <a:pt x="2212" y="4413"/>
                  </a:lnTo>
                  <a:cubicBezTo>
                    <a:pt x="7519" y="4413"/>
                    <a:pt x="12519" y="6896"/>
                    <a:pt x="15590" y="11061"/>
                  </a:cubicBezTo>
                  <a:cubicBezTo>
                    <a:pt x="18670" y="6880"/>
                    <a:pt x="23556" y="4413"/>
                    <a:pt x="28753" y="4413"/>
                  </a:cubicBezTo>
                  <a:cubicBezTo>
                    <a:pt x="28777" y="4413"/>
                    <a:pt x="28802" y="4413"/>
                    <a:pt x="28827" y="4413"/>
                  </a:cubicBezTo>
                  <a:lnTo>
                    <a:pt x="66477" y="4413"/>
                  </a:lnTo>
                  <a:lnTo>
                    <a:pt x="664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5249675" y="1675900"/>
              <a:ext cx="1897275" cy="444775"/>
            </a:xfrm>
            <a:custGeom>
              <a:avLst/>
              <a:gdLst/>
              <a:ahLst/>
              <a:cxnLst/>
              <a:rect l="l" t="t" r="r" b="b"/>
              <a:pathLst>
                <a:path w="75891" h="17791" extrusionOk="0">
                  <a:moveTo>
                    <a:pt x="2519" y="1"/>
                  </a:moveTo>
                  <a:cubicBezTo>
                    <a:pt x="1060" y="1"/>
                    <a:pt x="1" y="1389"/>
                    <a:pt x="366" y="2801"/>
                  </a:cubicBezTo>
                  <a:cubicBezTo>
                    <a:pt x="2589" y="11319"/>
                    <a:pt x="11084" y="17791"/>
                    <a:pt x="20297" y="17791"/>
                  </a:cubicBezTo>
                  <a:lnTo>
                    <a:pt x="55595" y="17791"/>
                  </a:lnTo>
                  <a:cubicBezTo>
                    <a:pt x="64807" y="17791"/>
                    <a:pt x="73302" y="11319"/>
                    <a:pt x="75526" y="2801"/>
                  </a:cubicBezTo>
                  <a:cubicBezTo>
                    <a:pt x="75891" y="1389"/>
                    <a:pt x="74832" y="1"/>
                    <a:pt x="73373" y="1"/>
                  </a:cubicBezTo>
                  <a:lnTo>
                    <a:pt x="68984" y="1"/>
                  </a:lnTo>
                  <a:cubicBezTo>
                    <a:pt x="64407" y="1"/>
                    <a:pt x="60077" y="2577"/>
                    <a:pt x="58030" y="6672"/>
                  </a:cubicBezTo>
                  <a:lnTo>
                    <a:pt x="57571" y="7601"/>
                  </a:lnTo>
                  <a:cubicBezTo>
                    <a:pt x="57165" y="8413"/>
                    <a:pt x="56380" y="8819"/>
                    <a:pt x="55595" y="8819"/>
                  </a:cubicBezTo>
                  <a:cubicBezTo>
                    <a:pt x="54809" y="8819"/>
                    <a:pt x="54024" y="8413"/>
                    <a:pt x="53618" y="7601"/>
                  </a:cubicBezTo>
                  <a:lnTo>
                    <a:pt x="53159" y="6672"/>
                  </a:lnTo>
                  <a:cubicBezTo>
                    <a:pt x="51112" y="2577"/>
                    <a:pt x="46935" y="1"/>
                    <a:pt x="423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5856800" y="1455300"/>
              <a:ext cx="1172500" cy="276525"/>
            </a:xfrm>
            <a:custGeom>
              <a:avLst/>
              <a:gdLst/>
              <a:ahLst/>
              <a:cxnLst/>
              <a:rect l="l" t="t" r="r" b="b"/>
              <a:pathLst>
                <a:path w="46900" h="11061" extrusionOk="0">
                  <a:moveTo>
                    <a:pt x="9249" y="0"/>
                  </a:moveTo>
                  <a:cubicBezTo>
                    <a:pt x="5660" y="0"/>
                    <a:pt x="2271" y="1624"/>
                    <a:pt x="1" y="4412"/>
                  </a:cubicBezTo>
                  <a:lnTo>
                    <a:pt x="18073" y="4412"/>
                  </a:lnTo>
                  <a:cubicBezTo>
                    <a:pt x="18098" y="4412"/>
                    <a:pt x="18122" y="4412"/>
                    <a:pt x="18147" y="4412"/>
                  </a:cubicBezTo>
                  <a:cubicBezTo>
                    <a:pt x="23343" y="4412"/>
                    <a:pt x="28230" y="6879"/>
                    <a:pt x="31310" y="11060"/>
                  </a:cubicBezTo>
                  <a:cubicBezTo>
                    <a:pt x="36581" y="3918"/>
                    <a:pt x="44252" y="4530"/>
                    <a:pt x="44699" y="4412"/>
                  </a:cubicBezTo>
                  <a:lnTo>
                    <a:pt x="46899" y="4412"/>
                  </a:lnTo>
                  <a:lnTo>
                    <a:pt x="468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5253500" y="238125"/>
              <a:ext cx="1889625" cy="886275"/>
            </a:xfrm>
            <a:custGeom>
              <a:avLst/>
              <a:gdLst/>
              <a:ahLst/>
              <a:cxnLst/>
              <a:rect l="l" t="t" r="r" b="b"/>
              <a:pathLst>
                <a:path w="75585" h="35451" extrusionOk="0">
                  <a:moveTo>
                    <a:pt x="24550" y="13381"/>
                  </a:moveTo>
                  <a:cubicBezTo>
                    <a:pt x="25115" y="13381"/>
                    <a:pt x="25680" y="13595"/>
                    <a:pt x="26109" y="14025"/>
                  </a:cubicBezTo>
                  <a:cubicBezTo>
                    <a:pt x="26968" y="14896"/>
                    <a:pt x="26968" y="16284"/>
                    <a:pt x="26109" y="17155"/>
                  </a:cubicBezTo>
                  <a:lnTo>
                    <a:pt x="21697" y="21567"/>
                  </a:lnTo>
                  <a:cubicBezTo>
                    <a:pt x="21268" y="21996"/>
                    <a:pt x="20703" y="22211"/>
                    <a:pt x="20138" y="22211"/>
                  </a:cubicBezTo>
                  <a:cubicBezTo>
                    <a:pt x="19573" y="22211"/>
                    <a:pt x="19009" y="21996"/>
                    <a:pt x="18579" y="21567"/>
                  </a:cubicBezTo>
                  <a:cubicBezTo>
                    <a:pt x="17720" y="20696"/>
                    <a:pt x="17720" y="19308"/>
                    <a:pt x="18579" y="18437"/>
                  </a:cubicBezTo>
                  <a:lnTo>
                    <a:pt x="22991" y="14025"/>
                  </a:lnTo>
                  <a:cubicBezTo>
                    <a:pt x="23421" y="13595"/>
                    <a:pt x="23986" y="13381"/>
                    <a:pt x="24550" y="13381"/>
                  </a:cubicBezTo>
                  <a:close/>
                  <a:moveTo>
                    <a:pt x="51023" y="13381"/>
                  </a:moveTo>
                  <a:cubicBezTo>
                    <a:pt x="51588" y="13381"/>
                    <a:pt x="52153" y="13595"/>
                    <a:pt x="52582" y="14025"/>
                  </a:cubicBezTo>
                  <a:lnTo>
                    <a:pt x="56995" y="18437"/>
                  </a:lnTo>
                  <a:cubicBezTo>
                    <a:pt x="57854" y="19308"/>
                    <a:pt x="57854" y="20696"/>
                    <a:pt x="56995" y="21567"/>
                  </a:cubicBezTo>
                  <a:cubicBezTo>
                    <a:pt x="56565" y="21996"/>
                    <a:pt x="56000" y="22211"/>
                    <a:pt x="55436" y="22211"/>
                  </a:cubicBezTo>
                  <a:cubicBezTo>
                    <a:pt x="54871" y="22211"/>
                    <a:pt x="54306" y="21996"/>
                    <a:pt x="53877" y="21567"/>
                  </a:cubicBezTo>
                  <a:lnTo>
                    <a:pt x="49464" y="17155"/>
                  </a:lnTo>
                  <a:cubicBezTo>
                    <a:pt x="48606" y="16284"/>
                    <a:pt x="48606" y="14896"/>
                    <a:pt x="49464" y="14025"/>
                  </a:cubicBezTo>
                  <a:cubicBezTo>
                    <a:pt x="49894" y="13595"/>
                    <a:pt x="50459" y="13381"/>
                    <a:pt x="51023" y="13381"/>
                  </a:cubicBezTo>
                  <a:close/>
                  <a:moveTo>
                    <a:pt x="37793" y="17802"/>
                  </a:moveTo>
                  <a:cubicBezTo>
                    <a:pt x="39016" y="17802"/>
                    <a:pt x="40005" y="18778"/>
                    <a:pt x="40005" y="20002"/>
                  </a:cubicBezTo>
                  <a:lnTo>
                    <a:pt x="40005" y="24414"/>
                  </a:lnTo>
                  <a:cubicBezTo>
                    <a:pt x="40005" y="25638"/>
                    <a:pt x="39016" y="26614"/>
                    <a:pt x="37793" y="26614"/>
                  </a:cubicBezTo>
                  <a:cubicBezTo>
                    <a:pt x="36569" y="26614"/>
                    <a:pt x="35593" y="25638"/>
                    <a:pt x="35593" y="24414"/>
                  </a:cubicBezTo>
                  <a:lnTo>
                    <a:pt x="35593" y="20002"/>
                  </a:lnTo>
                  <a:cubicBezTo>
                    <a:pt x="35593" y="18778"/>
                    <a:pt x="36569" y="17802"/>
                    <a:pt x="37793" y="17802"/>
                  </a:cubicBezTo>
                  <a:close/>
                  <a:moveTo>
                    <a:pt x="37793" y="0"/>
                  </a:moveTo>
                  <a:cubicBezTo>
                    <a:pt x="18685" y="0"/>
                    <a:pt x="2460" y="14519"/>
                    <a:pt x="154" y="33003"/>
                  </a:cubicBezTo>
                  <a:cubicBezTo>
                    <a:pt x="1" y="34309"/>
                    <a:pt x="1083" y="35451"/>
                    <a:pt x="2378" y="35451"/>
                  </a:cubicBezTo>
                  <a:lnTo>
                    <a:pt x="73208" y="35451"/>
                  </a:lnTo>
                  <a:cubicBezTo>
                    <a:pt x="74514" y="35451"/>
                    <a:pt x="75585" y="34309"/>
                    <a:pt x="75432" y="33003"/>
                  </a:cubicBezTo>
                  <a:cubicBezTo>
                    <a:pt x="73137" y="14519"/>
                    <a:pt x="56900" y="0"/>
                    <a:pt x="377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6" name="Google Shape;366;p26"/>
          <p:cNvGrpSpPr/>
          <p:nvPr/>
        </p:nvGrpSpPr>
        <p:grpSpPr>
          <a:xfrm>
            <a:off x="1126337" y="1869842"/>
            <a:ext cx="357689" cy="347177"/>
            <a:chOff x="2652075" y="3639925"/>
            <a:chExt cx="1882575" cy="1827250"/>
          </a:xfrm>
        </p:grpSpPr>
        <p:sp>
          <p:nvSpPr>
            <p:cNvPr id="367" name="Google Shape;367;p26"/>
            <p:cNvSpPr/>
            <p:nvPr/>
          </p:nvSpPr>
          <p:spPr>
            <a:xfrm>
              <a:off x="2716200" y="3639925"/>
              <a:ext cx="628925" cy="694500"/>
            </a:xfrm>
            <a:custGeom>
              <a:avLst/>
              <a:gdLst/>
              <a:ahLst/>
              <a:cxnLst/>
              <a:rect l="l" t="t" r="r" b="b"/>
              <a:pathLst>
                <a:path w="25157" h="27780" extrusionOk="0">
                  <a:moveTo>
                    <a:pt x="5354" y="0"/>
                  </a:moveTo>
                  <a:lnTo>
                    <a:pt x="4519" y="1412"/>
                  </a:lnTo>
                  <a:cubicBezTo>
                    <a:pt x="4342" y="1718"/>
                    <a:pt x="118" y="8919"/>
                    <a:pt x="36" y="16696"/>
                  </a:cubicBezTo>
                  <a:cubicBezTo>
                    <a:pt x="1" y="19367"/>
                    <a:pt x="460" y="21826"/>
                    <a:pt x="1413" y="24003"/>
                  </a:cubicBezTo>
                  <a:cubicBezTo>
                    <a:pt x="2001" y="25356"/>
                    <a:pt x="2766" y="26626"/>
                    <a:pt x="3707" y="27779"/>
                  </a:cubicBezTo>
                  <a:lnTo>
                    <a:pt x="14932" y="27779"/>
                  </a:lnTo>
                  <a:lnTo>
                    <a:pt x="9049" y="14225"/>
                  </a:lnTo>
                  <a:lnTo>
                    <a:pt x="13202" y="12425"/>
                  </a:lnTo>
                  <a:lnTo>
                    <a:pt x="19861" y="27779"/>
                  </a:lnTo>
                  <a:lnTo>
                    <a:pt x="22450" y="27779"/>
                  </a:lnTo>
                  <a:cubicBezTo>
                    <a:pt x="22415" y="27368"/>
                    <a:pt x="22403" y="26956"/>
                    <a:pt x="22426" y="26556"/>
                  </a:cubicBezTo>
                  <a:cubicBezTo>
                    <a:pt x="22497" y="24532"/>
                    <a:pt x="23226" y="22591"/>
                    <a:pt x="24497" y="21026"/>
                  </a:cubicBezTo>
                  <a:lnTo>
                    <a:pt x="24591" y="20920"/>
                  </a:lnTo>
                  <a:cubicBezTo>
                    <a:pt x="24768" y="20708"/>
                    <a:pt x="24956" y="20496"/>
                    <a:pt x="25156" y="20308"/>
                  </a:cubicBezTo>
                  <a:cubicBezTo>
                    <a:pt x="21415" y="17473"/>
                    <a:pt x="20050" y="12484"/>
                    <a:pt x="21826" y="8142"/>
                  </a:cubicBezTo>
                  <a:cubicBezTo>
                    <a:pt x="20156" y="6518"/>
                    <a:pt x="18285" y="5130"/>
                    <a:pt x="16249" y="4024"/>
                  </a:cubicBezTo>
                  <a:cubicBezTo>
                    <a:pt x="13320" y="2389"/>
                    <a:pt x="10202" y="1165"/>
                    <a:pt x="6954" y="365"/>
                  </a:cubicBezTo>
                  <a:lnTo>
                    <a:pt x="53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3326275" y="3795950"/>
              <a:ext cx="282400" cy="286975"/>
            </a:xfrm>
            <a:custGeom>
              <a:avLst/>
              <a:gdLst/>
              <a:ahLst/>
              <a:cxnLst/>
              <a:rect l="l" t="t" r="r" b="b"/>
              <a:pathLst>
                <a:path w="11296" h="11479" extrusionOk="0">
                  <a:moveTo>
                    <a:pt x="6994" y="1"/>
                  </a:moveTo>
                  <a:cubicBezTo>
                    <a:pt x="5031" y="1"/>
                    <a:pt x="3085" y="984"/>
                    <a:pt x="1977" y="2866"/>
                  </a:cubicBezTo>
                  <a:cubicBezTo>
                    <a:pt x="0" y="6243"/>
                    <a:pt x="1847" y="10573"/>
                    <a:pt x="5659" y="11479"/>
                  </a:cubicBezTo>
                  <a:cubicBezTo>
                    <a:pt x="5836" y="11443"/>
                    <a:pt x="6024" y="11420"/>
                    <a:pt x="6201" y="11396"/>
                  </a:cubicBezTo>
                  <a:cubicBezTo>
                    <a:pt x="7213" y="9267"/>
                    <a:pt x="8966" y="7608"/>
                    <a:pt x="11142" y="6713"/>
                  </a:cubicBezTo>
                  <a:cubicBezTo>
                    <a:pt x="10813" y="5113"/>
                    <a:pt x="10872" y="3466"/>
                    <a:pt x="11295" y="1901"/>
                  </a:cubicBezTo>
                  <a:cubicBezTo>
                    <a:pt x="10124" y="620"/>
                    <a:pt x="8553" y="1"/>
                    <a:pt x="69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3696600" y="3760800"/>
              <a:ext cx="318000" cy="258600"/>
            </a:xfrm>
            <a:custGeom>
              <a:avLst/>
              <a:gdLst/>
              <a:ahLst/>
              <a:cxnLst/>
              <a:rect l="l" t="t" r="r" b="b"/>
              <a:pathLst>
                <a:path w="12720" h="10344" extrusionOk="0">
                  <a:moveTo>
                    <a:pt x="6708" y="0"/>
                  </a:moveTo>
                  <a:cubicBezTo>
                    <a:pt x="6378" y="0"/>
                    <a:pt x="6044" y="27"/>
                    <a:pt x="5707" y="83"/>
                  </a:cubicBezTo>
                  <a:cubicBezTo>
                    <a:pt x="2236" y="660"/>
                    <a:pt x="0" y="4048"/>
                    <a:pt x="824" y="7461"/>
                  </a:cubicBezTo>
                  <a:cubicBezTo>
                    <a:pt x="1400" y="7519"/>
                    <a:pt x="1965" y="7637"/>
                    <a:pt x="2518" y="7802"/>
                  </a:cubicBezTo>
                  <a:cubicBezTo>
                    <a:pt x="4095" y="8272"/>
                    <a:pt x="5518" y="9155"/>
                    <a:pt x="6648" y="10343"/>
                  </a:cubicBezTo>
                  <a:cubicBezTo>
                    <a:pt x="7083" y="10226"/>
                    <a:pt x="7530" y="10131"/>
                    <a:pt x="7989" y="10073"/>
                  </a:cubicBezTo>
                  <a:cubicBezTo>
                    <a:pt x="8954" y="8025"/>
                    <a:pt x="10637" y="6390"/>
                    <a:pt x="12719" y="5484"/>
                  </a:cubicBezTo>
                  <a:cubicBezTo>
                    <a:pt x="12422" y="2330"/>
                    <a:pt x="9766" y="0"/>
                    <a:pt x="67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3980450" y="3991375"/>
              <a:ext cx="455350" cy="343050"/>
            </a:xfrm>
            <a:custGeom>
              <a:avLst/>
              <a:gdLst/>
              <a:ahLst/>
              <a:cxnLst/>
              <a:rect l="l" t="t" r="r" b="b"/>
              <a:pathLst>
                <a:path w="18214" h="13722" extrusionOk="0">
                  <a:moveTo>
                    <a:pt x="5126" y="0"/>
                  </a:moveTo>
                  <a:cubicBezTo>
                    <a:pt x="3205" y="0"/>
                    <a:pt x="1451" y="1130"/>
                    <a:pt x="671" y="2897"/>
                  </a:cubicBezTo>
                  <a:cubicBezTo>
                    <a:pt x="565" y="3132"/>
                    <a:pt x="483" y="3379"/>
                    <a:pt x="424" y="3626"/>
                  </a:cubicBezTo>
                  <a:lnTo>
                    <a:pt x="0" y="5274"/>
                  </a:lnTo>
                  <a:cubicBezTo>
                    <a:pt x="294" y="5450"/>
                    <a:pt x="589" y="5626"/>
                    <a:pt x="859" y="5838"/>
                  </a:cubicBezTo>
                  <a:cubicBezTo>
                    <a:pt x="3377" y="7662"/>
                    <a:pt x="4824" y="10615"/>
                    <a:pt x="4718" y="13721"/>
                  </a:cubicBezTo>
                  <a:lnTo>
                    <a:pt x="15719" y="13721"/>
                  </a:lnTo>
                  <a:cubicBezTo>
                    <a:pt x="18214" y="10627"/>
                    <a:pt x="16120" y="6015"/>
                    <a:pt x="12154" y="5862"/>
                  </a:cubicBezTo>
                  <a:lnTo>
                    <a:pt x="12037" y="5862"/>
                  </a:lnTo>
                  <a:lnTo>
                    <a:pt x="10166" y="5827"/>
                  </a:lnTo>
                  <a:lnTo>
                    <a:pt x="9848" y="3991"/>
                  </a:lnTo>
                  <a:cubicBezTo>
                    <a:pt x="9448" y="1814"/>
                    <a:pt x="7636" y="179"/>
                    <a:pt x="5424" y="14"/>
                  </a:cubicBezTo>
                  <a:lnTo>
                    <a:pt x="5271" y="2"/>
                  </a:lnTo>
                  <a:cubicBezTo>
                    <a:pt x="5223" y="1"/>
                    <a:pt x="5174" y="0"/>
                    <a:pt x="51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3385675" y="4059600"/>
              <a:ext cx="602150" cy="274825"/>
            </a:xfrm>
            <a:custGeom>
              <a:avLst/>
              <a:gdLst/>
              <a:ahLst/>
              <a:cxnLst/>
              <a:rect l="l" t="t" r="r" b="b"/>
              <a:pathLst>
                <a:path w="24086" h="10993" extrusionOk="0">
                  <a:moveTo>
                    <a:pt x="12364" y="0"/>
                  </a:moveTo>
                  <a:cubicBezTo>
                    <a:pt x="10228" y="0"/>
                    <a:pt x="8173" y="1443"/>
                    <a:pt x="7625" y="3615"/>
                  </a:cubicBezTo>
                  <a:lnTo>
                    <a:pt x="7190" y="5298"/>
                  </a:lnTo>
                  <a:lnTo>
                    <a:pt x="7154" y="5451"/>
                  </a:lnTo>
                  <a:lnTo>
                    <a:pt x="6660" y="5415"/>
                  </a:lnTo>
                  <a:lnTo>
                    <a:pt x="5178" y="5309"/>
                  </a:lnTo>
                  <a:cubicBezTo>
                    <a:pt x="5105" y="5306"/>
                    <a:pt x="5032" y="5304"/>
                    <a:pt x="4960" y="5304"/>
                  </a:cubicBezTo>
                  <a:cubicBezTo>
                    <a:pt x="3521" y="5304"/>
                    <a:pt x="2155" y="5966"/>
                    <a:pt x="1248" y="7086"/>
                  </a:cubicBezTo>
                  <a:lnTo>
                    <a:pt x="1201" y="7145"/>
                  </a:lnTo>
                  <a:cubicBezTo>
                    <a:pt x="354" y="8227"/>
                    <a:pt x="1" y="9628"/>
                    <a:pt x="248" y="10992"/>
                  </a:cubicBezTo>
                  <a:lnTo>
                    <a:pt x="23980" y="10992"/>
                  </a:lnTo>
                  <a:cubicBezTo>
                    <a:pt x="23980" y="10945"/>
                    <a:pt x="23980" y="10910"/>
                    <a:pt x="23980" y="10863"/>
                  </a:cubicBezTo>
                  <a:cubicBezTo>
                    <a:pt x="24085" y="8204"/>
                    <a:pt x="22003" y="5957"/>
                    <a:pt x="19344" y="5851"/>
                  </a:cubicBezTo>
                  <a:lnTo>
                    <a:pt x="19226" y="5851"/>
                  </a:lnTo>
                  <a:lnTo>
                    <a:pt x="17367" y="5815"/>
                  </a:lnTo>
                  <a:lnTo>
                    <a:pt x="17261" y="5251"/>
                  </a:lnTo>
                  <a:cubicBezTo>
                    <a:pt x="17085" y="4203"/>
                    <a:pt x="16955" y="3227"/>
                    <a:pt x="16379" y="2309"/>
                  </a:cubicBezTo>
                  <a:cubicBezTo>
                    <a:pt x="15861" y="1462"/>
                    <a:pt x="15108" y="791"/>
                    <a:pt x="14202" y="380"/>
                  </a:cubicBezTo>
                  <a:cubicBezTo>
                    <a:pt x="13606" y="121"/>
                    <a:pt x="12981" y="0"/>
                    <a:pt x="123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2705900" y="4710325"/>
              <a:ext cx="1774625" cy="756850"/>
            </a:xfrm>
            <a:custGeom>
              <a:avLst/>
              <a:gdLst/>
              <a:ahLst/>
              <a:cxnLst/>
              <a:rect l="l" t="t" r="r" b="b"/>
              <a:pathLst>
                <a:path w="70985" h="30274" extrusionOk="0">
                  <a:moveTo>
                    <a:pt x="1" y="0"/>
                  </a:moveTo>
                  <a:cubicBezTo>
                    <a:pt x="907" y="2530"/>
                    <a:pt x="2083" y="4954"/>
                    <a:pt x="3507" y="7224"/>
                  </a:cubicBezTo>
                  <a:cubicBezTo>
                    <a:pt x="6896" y="12637"/>
                    <a:pt x="11602" y="17108"/>
                    <a:pt x="17191" y="20214"/>
                  </a:cubicBezTo>
                  <a:lnTo>
                    <a:pt x="17191" y="30274"/>
                  </a:lnTo>
                  <a:lnTo>
                    <a:pt x="53794" y="30274"/>
                  </a:lnTo>
                  <a:lnTo>
                    <a:pt x="53794" y="20214"/>
                  </a:lnTo>
                  <a:cubicBezTo>
                    <a:pt x="59383" y="17108"/>
                    <a:pt x="64089" y="12637"/>
                    <a:pt x="67478" y="7224"/>
                  </a:cubicBezTo>
                  <a:cubicBezTo>
                    <a:pt x="68902" y="4954"/>
                    <a:pt x="70078" y="2530"/>
                    <a:pt x="70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2652075" y="4447650"/>
              <a:ext cx="1882575" cy="149450"/>
            </a:xfrm>
            <a:custGeom>
              <a:avLst/>
              <a:gdLst/>
              <a:ahLst/>
              <a:cxnLst/>
              <a:rect l="l" t="t" r="r" b="b"/>
              <a:pathLst>
                <a:path w="75303" h="5978" extrusionOk="0">
                  <a:moveTo>
                    <a:pt x="1" y="0"/>
                  </a:moveTo>
                  <a:cubicBezTo>
                    <a:pt x="118" y="2012"/>
                    <a:pt x="401" y="4012"/>
                    <a:pt x="836" y="5977"/>
                  </a:cubicBezTo>
                  <a:lnTo>
                    <a:pt x="74455" y="5977"/>
                  </a:lnTo>
                  <a:cubicBezTo>
                    <a:pt x="74902" y="4012"/>
                    <a:pt x="75185" y="2012"/>
                    <a:pt x="753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/>
          <p:nvPr/>
        </p:nvSpPr>
        <p:spPr>
          <a:xfrm rot="-3173578">
            <a:off x="2948502" y="636938"/>
            <a:ext cx="755592" cy="874209"/>
          </a:xfrm>
          <a:custGeom>
            <a:avLst/>
            <a:gdLst/>
            <a:ahLst/>
            <a:cxnLst/>
            <a:rect l="l" t="t" r="r" b="b"/>
            <a:pathLst>
              <a:path w="23601" h="27306" fill="none" extrusionOk="0">
                <a:moveTo>
                  <a:pt x="7583" y="1747"/>
                </a:moveTo>
                <a:cubicBezTo>
                  <a:pt x="16316" y="0"/>
                  <a:pt x="23600" y="8392"/>
                  <a:pt x="20704" y="16784"/>
                </a:cubicBezTo>
                <a:cubicBezTo>
                  <a:pt x="17807" y="25218"/>
                  <a:pt x="6859" y="27306"/>
                  <a:pt x="1108" y="20533"/>
                </a:cubicBezTo>
                <a:cubicBezTo>
                  <a:pt x="682" y="20064"/>
                  <a:pt x="299" y="19553"/>
                  <a:pt x="1" y="18999"/>
                </a:cubicBezTo>
              </a:path>
            </a:pathLst>
          </a:custGeom>
          <a:solidFill>
            <a:schemeClr val="accent1"/>
          </a:solidFill>
          <a:ln w="13850" cap="rnd" cmpd="sng">
            <a:solidFill>
              <a:schemeClr val="accent1"/>
            </a:solidFill>
            <a:prstDash val="solid"/>
            <a:miter lim="4259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79" name="Google Shape;379;p27"/>
          <p:cNvSpPr/>
          <p:nvPr/>
        </p:nvSpPr>
        <p:spPr>
          <a:xfrm>
            <a:off x="5784719" y="3707004"/>
            <a:ext cx="1373867" cy="1113719"/>
          </a:xfrm>
          <a:custGeom>
            <a:avLst/>
            <a:gdLst/>
            <a:ahLst/>
            <a:cxnLst/>
            <a:rect l="l" t="t" r="r" b="b"/>
            <a:pathLst>
              <a:path w="25645" h="20789" fill="none" extrusionOk="0">
                <a:moveTo>
                  <a:pt x="23472" y="5709"/>
                </a:moveTo>
                <a:cubicBezTo>
                  <a:pt x="25645" y="13547"/>
                  <a:pt x="18488" y="20789"/>
                  <a:pt x="10608" y="18744"/>
                </a:cubicBezTo>
                <a:cubicBezTo>
                  <a:pt x="2684" y="16657"/>
                  <a:pt x="1" y="6859"/>
                  <a:pt x="5752" y="1066"/>
                </a:cubicBezTo>
                <a:cubicBezTo>
                  <a:pt x="6092" y="683"/>
                  <a:pt x="6518" y="299"/>
                  <a:pt x="6944" y="1"/>
                </a:cubicBezTo>
              </a:path>
            </a:pathLst>
          </a:custGeom>
          <a:solidFill>
            <a:schemeClr val="accent1"/>
          </a:solidFill>
          <a:ln w="13850" cap="rnd" cmpd="sng">
            <a:solidFill>
              <a:schemeClr val="accent1"/>
            </a:solidFill>
            <a:prstDash val="solid"/>
            <a:miter lim="4259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7"/>
          <p:cNvSpPr/>
          <p:nvPr/>
        </p:nvSpPr>
        <p:spPr>
          <a:xfrm>
            <a:off x="-2" y="2933780"/>
            <a:ext cx="2563026" cy="2560152"/>
          </a:xfrm>
          <a:custGeom>
            <a:avLst/>
            <a:gdLst/>
            <a:ahLst/>
            <a:cxnLst/>
            <a:rect l="l" t="t" r="r" b="b"/>
            <a:pathLst>
              <a:path w="39235" h="39191" fill="none" extrusionOk="0">
                <a:moveTo>
                  <a:pt x="37487" y="27817"/>
                </a:moveTo>
                <a:lnTo>
                  <a:pt x="39234" y="20661"/>
                </a:lnTo>
                <a:lnTo>
                  <a:pt x="34719" y="19511"/>
                </a:lnTo>
                <a:cubicBezTo>
                  <a:pt x="34676" y="18062"/>
                  <a:pt x="34420" y="16614"/>
                  <a:pt x="33952" y="15251"/>
                </a:cubicBezTo>
                <a:lnTo>
                  <a:pt x="38041" y="12780"/>
                </a:lnTo>
                <a:lnTo>
                  <a:pt x="34250" y="6475"/>
                </a:lnTo>
                <a:lnTo>
                  <a:pt x="30075" y="8989"/>
                </a:lnTo>
                <a:cubicBezTo>
                  <a:pt x="29053" y="8009"/>
                  <a:pt x="27903" y="7157"/>
                  <a:pt x="26668" y="6475"/>
                </a:cubicBezTo>
                <a:lnTo>
                  <a:pt x="27860" y="1747"/>
                </a:lnTo>
                <a:lnTo>
                  <a:pt x="20704" y="1"/>
                </a:lnTo>
                <a:lnTo>
                  <a:pt x="19554" y="4601"/>
                </a:lnTo>
                <a:cubicBezTo>
                  <a:pt x="18105" y="4601"/>
                  <a:pt x="16657" y="4772"/>
                  <a:pt x="15294" y="5155"/>
                </a:cubicBezTo>
                <a:lnTo>
                  <a:pt x="12866" y="1108"/>
                </a:lnTo>
                <a:lnTo>
                  <a:pt x="6518" y="4942"/>
                </a:lnTo>
                <a:lnTo>
                  <a:pt x="8819" y="8776"/>
                </a:lnTo>
                <a:cubicBezTo>
                  <a:pt x="7711" y="9841"/>
                  <a:pt x="6774" y="11033"/>
                  <a:pt x="6007" y="12354"/>
                </a:cubicBezTo>
                <a:lnTo>
                  <a:pt x="1790" y="11289"/>
                </a:lnTo>
                <a:lnTo>
                  <a:pt x="1" y="18531"/>
                </a:lnTo>
                <a:lnTo>
                  <a:pt x="3963" y="19511"/>
                </a:lnTo>
                <a:cubicBezTo>
                  <a:pt x="3920" y="21129"/>
                  <a:pt x="4133" y="22748"/>
                  <a:pt x="4602" y="24282"/>
                </a:cubicBezTo>
                <a:lnTo>
                  <a:pt x="1194" y="26326"/>
                </a:lnTo>
                <a:lnTo>
                  <a:pt x="4985" y="32673"/>
                </a:lnTo>
                <a:lnTo>
                  <a:pt x="8308" y="30671"/>
                </a:lnTo>
                <a:cubicBezTo>
                  <a:pt x="9458" y="31907"/>
                  <a:pt x="10821" y="32886"/>
                  <a:pt x="12312" y="33653"/>
                </a:cubicBezTo>
                <a:lnTo>
                  <a:pt x="11375" y="37402"/>
                </a:lnTo>
                <a:lnTo>
                  <a:pt x="18574" y="39191"/>
                </a:lnTo>
                <a:lnTo>
                  <a:pt x="19511" y="35357"/>
                </a:lnTo>
                <a:cubicBezTo>
                  <a:pt x="21130" y="35357"/>
                  <a:pt x="22748" y="35059"/>
                  <a:pt x="24325" y="34548"/>
                </a:cubicBezTo>
                <a:lnTo>
                  <a:pt x="26412" y="37998"/>
                </a:lnTo>
                <a:lnTo>
                  <a:pt x="32716" y="34164"/>
                </a:lnTo>
                <a:lnTo>
                  <a:pt x="30544" y="30543"/>
                </a:lnTo>
                <a:cubicBezTo>
                  <a:pt x="31609" y="29393"/>
                  <a:pt x="32503" y="28115"/>
                  <a:pt x="33185" y="26710"/>
                </a:cubicBezTo>
                <a:close/>
                <a:moveTo>
                  <a:pt x="26242" y="23430"/>
                </a:moveTo>
                <a:cubicBezTo>
                  <a:pt x="25986" y="23898"/>
                  <a:pt x="25688" y="24367"/>
                  <a:pt x="25347" y="24793"/>
                </a:cubicBezTo>
                <a:cubicBezTo>
                  <a:pt x="22961" y="27902"/>
                  <a:pt x="18574" y="28627"/>
                  <a:pt x="15294" y="26497"/>
                </a:cubicBezTo>
                <a:cubicBezTo>
                  <a:pt x="14953" y="26284"/>
                  <a:pt x="14612" y="26028"/>
                  <a:pt x="14271" y="25730"/>
                </a:cubicBezTo>
                <a:cubicBezTo>
                  <a:pt x="12993" y="24622"/>
                  <a:pt x="12141" y="23131"/>
                  <a:pt x="11843" y="21470"/>
                </a:cubicBezTo>
                <a:cubicBezTo>
                  <a:pt x="11715" y="21001"/>
                  <a:pt x="11673" y="20490"/>
                  <a:pt x="11673" y="20022"/>
                </a:cubicBezTo>
                <a:cubicBezTo>
                  <a:pt x="11673" y="19383"/>
                  <a:pt x="11758" y="18744"/>
                  <a:pt x="11886" y="18147"/>
                </a:cubicBezTo>
                <a:cubicBezTo>
                  <a:pt x="13036" y="13249"/>
                  <a:pt x="18574" y="10778"/>
                  <a:pt x="23004" y="13249"/>
                </a:cubicBezTo>
                <a:cubicBezTo>
                  <a:pt x="23600" y="13589"/>
                  <a:pt x="24197" y="14015"/>
                  <a:pt x="24708" y="14484"/>
                </a:cubicBezTo>
                <a:cubicBezTo>
                  <a:pt x="26625" y="16401"/>
                  <a:pt x="27434" y="19212"/>
                  <a:pt x="26838" y="21853"/>
                </a:cubicBezTo>
                <a:cubicBezTo>
                  <a:pt x="26710" y="22407"/>
                  <a:pt x="26497" y="22918"/>
                  <a:pt x="26242" y="23430"/>
                </a:cubicBezTo>
                <a:close/>
              </a:path>
            </a:pathLst>
          </a:custGeom>
          <a:solidFill>
            <a:schemeClr val="accent1"/>
          </a:solidFill>
          <a:ln w="26625" cap="flat" cmpd="sng">
            <a:solidFill>
              <a:srgbClr val="1EFFC1"/>
            </a:solidFill>
            <a:prstDash val="solid"/>
            <a:miter lim="4259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1" name="Google Shape;381;p27"/>
          <p:cNvSpPr/>
          <p:nvPr/>
        </p:nvSpPr>
        <p:spPr>
          <a:xfrm>
            <a:off x="6101912" y="3732129"/>
            <a:ext cx="837606" cy="839856"/>
          </a:xfrm>
          <a:custGeom>
            <a:avLst/>
            <a:gdLst/>
            <a:ahLst/>
            <a:cxnLst/>
            <a:rect l="l" t="t" r="r" b="b"/>
            <a:pathLst>
              <a:path w="15635" h="15677" extrusionOk="0">
                <a:moveTo>
                  <a:pt x="7626" y="4942"/>
                </a:moveTo>
                <a:cubicBezTo>
                  <a:pt x="7882" y="4942"/>
                  <a:pt x="8137" y="4942"/>
                  <a:pt x="8393" y="5027"/>
                </a:cubicBezTo>
                <a:cubicBezTo>
                  <a:pt x="8648" y="5070"/>
                  <a:pt x="8861" y="5155"/>
                  <a:pt x="9032" y="5240"/>
                </a:cubicBezTo>
                <a:cubicBezTo>
                  <a:pt x="9287" y="5368"/>
                  <a:pt x="9500" y="5496"/>
                  <a:pt x="9671" y="5666"/>
                </a:cubicBezTo>
                <a:cubicBezTo>
                  <a:pt x="9884" y="5879"/>
                  <a:pt x="10097" y="6092"/>
                  <a:pt x="10225" y="6305"/>
                </a:cubicBezTo>
                <a:cubicBezTo>
                  <a:pt x="10523" y="6731"/>
                  <a:pt x="10693" y="7157"/>
                  <a:pt x="10736" y="7668"/>
                </a:cubicBezTo>
                <a:cubicBezTo>
                  <a:pt x="10778" y="7924"/>
                  <a:pt x="10778" y="8179"/>
                  <a:pt x="10736" y="8478"/>
                </a:cubicBezTo>
                <a:cubicBezTo>
                  <a:pt x="10693" y="8776"/>
                  <a:pt x="10608" y="9074"/>
                  <a:pt x="10480" y="9372"/>
                </a:cubicBezTo>
                <a:cubicBezTo>
                  <a:pt x="10352" y="9585"/>
                  <a:pt x="10225" y="9756"/>
                  <a:pt x="10097" y="9926"/>
                </a:cubicBezTo>
                <a:cubicBezTo>
                  <a:pt x="9926" y="10096"/>
                  <a:pt x="9799" y="10267"/>
                  <a:pt x="9628" y="10394"/>
                </a:cubicBezTo>
                <a:cubicBezTo>
                  <a:pt x="9117" y="10820"/>
                  <a:pt x="8521" y="11033"/>
                  <a:pt x="7882" y="11076"/>
                </a:cubicBezTo>
                <a:lnTo>
                  <a:pt x="7370" y="11076"/>
                </a:lnTo>
                <a:cubicBezTo>
                  <a:pt x="6689" y="11033"/>
                  <a:pt x="6007" y="10735"/>
                  <a:pt x="5539" y="10224"/>
                </a:cubicBezTo>
                <a:cubicBezTo>
                  <a:pt x="5411" y="10096"/>
                  <a:pt x="5326" y="9969"/>
                  <a:pt x="5198" y="9841"/>
                </a:cubicBezTo>
                <a:cubicBezTo>
                  <a:pt x="4815" y="9287"/>
                  <a:pt x="4602" y="8605"/>
                  <a:pt x="4602" y="7924"/>
                </a:cubicBezTo>
                <a:cubicBezTo>
                  <a:pt x="4602" y="7753"/>
                  <a:pt x="4644" y="7540"/>
                  <a:pt x="4687" y="7370"/>
                </a:cubicBezTo>
                <a:cubicBezTo>
                  <a:pt x="4729" y="7114"/>
                  <a:pt x="4815" y="6901"/>
                  <a:pt x="4942" y="6646"/>
                </a:cubicBezTo>
                <a:cubicBezTo>
                  <a:pt x="5070" y="6348"/>
                  <a:pt x="5283" y="6049"/>
                  <a:pt x="5581" y="5794"/>
                </a:cubicBezTo>
                <a:cubicBezTo>
                  <a:pt x="5709" y="5623"/>
                  <a:pt x="5880" y="5496"/>
                  <a:pt x="6093" y="5368"/>
                </a:cubicBezTo>
                <a:cubicBezTo>
                  <a:pt x="6561" y="5112"/>
                  <a:pt x="7072" y="4942"/>
                  <a:pt x="7626" y="4942"/>
                </a:cubicBezTo>
                <a:close/>
                <a:moveTo>
                  <a:pt x="6731" y="1"/>
                </a:moveTo>
                <a:lnTo>
                  <a:pt x="3920" y="938"/>
                </a:lnTo>
                <a:lnTo>
                  <a:pt x="4474" y="2684"/>
                </a:lnTo>
                <a:cubicBezTo>
                  <a:pt x="3963" y="2982"/>
                  <a:pt x="3494" y="3366"/>
                  <a:pt x="3068" y="3834"/>
                </a:cubicBezTo>
                <a:lnTo>
                  <a:pt x="1534" y="3068"/>
                </a:lnTo>
                <a:lnTo>
                  <a:pt x="214" y="5709"/>
                </a:lnTo>
                <a:lnTo>
                  <a:pt x="1662" y="6433"/>
                </a:lnTo>
                <a:cubicBezTo>
                  <a:pt x="1534" y="7072"/>
                  <a:pt x="1449" y="7753"/>
                  <a:pt x="1492" y="8392"/>
                </a:cubicBezTo>
                <a:lnTo>
                  <a:pt x="1" y="8904"/>
                </a:lnTo>
                <a:lnTo>
                  <a:pt x="938" y="11758"/>
                </a:lnTo>
                <a:lnTo>
                  <a:pt x="2429" y="11246"/>
                </a:lnTo>
                <a:cubicBezTo>
                  <a:pt x="2770" y="11800"/>
                  <a:pt x="3196" y="12311"/>
                  <a:pt x="3750" y="12737"/>
                </a:cubicBezTo>
                <a:lnTo>
                  <a:pt x="3068" y="14143"/>
                </a:lnTo>
                <a:lnTo>
                  <a:pt x="5709" y="15464"/>
                </a:lnTo>
                <a:lnTo>
                  <a:pt x="6433" y="14015"/>
                </a:lnTo>
                <a:cubicBezTo>
                  <a:pt x="6859" y="14129"/>
                  <a:pt x="7285" y="14167"/>
                  <a:pt x="7724" y="14167"/>
                </a:cubicBezTo>
                <a:cubicBezTo>
                  <a:pt x="7943" y="14167"/>
                  <a:pt x="8166" y="14157"/>
                  <a:pt x="8393" y="14143"/>
                </a:cubicBezTo>
                <a:lnTo>
                  <a:pt x="8904" y="15677"/>
                </a:lnTo>
                <a:lnTo>
                  <a:pt x="11715" y="14697"/>
                </a:lnTo>
                <a:lnTo>
                  <a:pt x="11204" y="13121"/>
                </a:lnTo>
                <a:cubicBezTo>
                  <a:pt x="11715" y="12737"/>
                  <a:pt x="12184" y="12311"/>
                  <a:pt x="12567" y="11843"/>
                </a:cubicBezTo>
                <a:lnTo>
                  <a:pt x="14101" y="12610"/>
                </a:lnTo>
                <a:lnTo>
                  <a:pt x="15422" y="9926"/>
                </a:lnTo>
                <a:lnTo>
                  <a:pt x="13760" y="9117"/>
                </a:lnTo>
                <a:cubicBezTo>
                  <a:pt x="13845" y="8520"/>
                  <a:pt x="13888" y="7966"/>
                  <a:pt x="13845" y="7370"/>
                </a:cubicBezTo>
                <a:lnTo>
                  <a:pt x="15635" y="6774"/>
                </a:lnTo>
                <a:lnTo>
                  <a:pt x="14697" y="3920"/>
                </a:lnTo>
                <a:lnTo>
                  <a:pt x="12866" y="4559"/>
                </a:lnTo>
                <a:cubicBezTo>
                  <a:pt x="12525" y="4090"/>
                  <a:pt x="12141" y="3664"/>
                  <a:pt x="11715" y="3323"/>
                </a:cubicBezTo>
                <a:lnTo>
                  <a:pt x="12610" y="1534"/>
                </a:lnTo>
                <a:lnTo>
                  <a:pt x="9926" y="214"/>
                </a:lnTo>
                <a:lnTo>
                  <a:pt x="9074" y="1960"/>
                </a:lnTo>
                <a:cubicBezTo>
                  <a:pt x="8521" y="1832"/>
                  <a:pt x="7924" y="1790"/>
                  <a:pt x="7370" y="1790"/>
                </a:cubicBezTo>
                <a:lnTo>
                  <a:pt x="673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7"/>
          <p:cNvSpPr/>
          <p:nvPr/>
        </p:nvSpPr>
        <p:spPr>
          <a:xfrm rot="-3173578">
            <a:off x="3032075" y="862878"/>
            <a:ext cx="501903" cy="500527"/>
          </a:xfrm>
          <a:custGeom>
            <a:avLst/>
            <a:gdLst/>
            <a:ahLst/>
            <a:cxnLst/>
            <a:rect l="l" t="t" r="r" b="b"/>
            <a:pathLst>
              <a:path w="15677" h="15634" extrusionOk="0">
                <a:moveTo>
                  <a:pt x="7625" y="4899"/>
                </a:moveTo>
                <a:cubicBezTo>
                  <a:pt x="7924" y="4899"/>
                  <a:pt x="8179" y="4942"/>
                  <a:pt x="8435" y="4984"/>
                </a:cubicBezTo>
                <a:cubicBezTo>
                  <a:pt x="8648" y="5070"/>
                  <a:pt x="8861" y="5112"/>
                  <a:pt x="9074" y="5240"/>
                </a:cubicBezTo>
                <a:cubicBezTo>
                  <a:pt x="9287" y="5325"/>
                  <a:pt x="9500" y="5496"/>
                  <a:pt x="9713" y="5666"/>
                </a:cubicBezTo>
                <a:cubicBezTo>
                  <a:pt x="10309" y="6177"/>
                  <a:pt x="10650" y="6859"/>
                  <a:pt x="10778" y="7625"/>
                </a:cubicBezTo>
                <a:cubicBezTo>
                  <a:pt x="10778" y="7881"/>
                  <a:pt x="10778" y="8179"/>
                  <a:pt x="10778" y="8435"/>
                </a:cubicBezTo>
                <a:cubicBezTo>
                  <a:pt x="10735" y="8776"/>
                  <a:pt x="10650" y="9074"/>
                  <a:pt x="10480" y="9372"/>
                </a:cubicBezTo>
                <a:cubicBezTo>
                  <a:pt x="10394" y="9542"/>
                  <a:pt x="10267" y="9713"/>
                  <a:pt x="10139" y="9883"/>
                </a:cubicBezTo>
                <a:lnTo>
                  <a:pt x="10096" y="9926"/>
                </a:lnTo>
                <a:cubicBezTo>
                  <a:pt x="9968" y="10096"/>
                  <a:pt x="9798" y="10224"/>
                  <a:pt x="9628" y="10394"/>
                </a:cubicBezTo>
                <a:cubicBezTo>
                  <a:pt x="9159" y="10778"/>
                  <a:pt x="8520" y="11033"/>
                  <a:pt x="7924" y="11076"/>
                </a:cubicBezTo>
                <a:lnTo>
                  <a:pt x="7370" y="11076"/>
                </a:lnTo>
                <a:cubicBezTo>
                  <a:pt x="7029" y="11033"/>
                  <a:pt x="6688" y="10906"/>
                  <a:pt x="6348" y="10778"/>
                </a:cubicBezTo>
                <a:cubicBezTo>
                  <a:pt x="6049" y="10607"/>
                  <a:pt x="5794" y="10437"/>
                  <a:pt x="5581" y="10181"/>
                </a:cubicBezTo>
                <a:cubicBezTo>
                  <a:pt x="5453" y="10096"/>
                  <a:pt x="5325" y="9968"/>
                  <a:pt x="5240" y="9798"/>
                </a:cubicBezTo>
                <a:cubicBezTo>
                  <a:pt x="4814" y="9287"/>
                  <a:pt x="4601" y="8605"/>
                  <a:pt x="4644" y="7924"/>
                </a:cubicBezTo>
                <a:cubicBezTo>
                  <a:pt x="4644" y="7711"/>
                  <a:pt x="4644" y="7540"/>
                  <a:pt x="4686" y="7370"/>
                </a:cubicBezTo>
                <a:cubicBezTo>
                  <a:pt x="4771" y="7114"/>
                  <a:pt x="4857" y="6859"/>
                  <a:pt x="4942" y="6646"/>
                </a:cubicBezTo>
                <a:cubicBezTo>
                  <a:pt x="5112" y="6305"/>
                  <a:pt x="5325" y="6007"/>
                  <a:pt x="5581" y="5751"/>
                </a:cubicBezTo>
                <a:cubicBezTo>
                  <a:pt x="5751" y="5623"/>
                  <a:pt x="5922" y="5453"/>
                  <a:pt x="6135" y="5325"/>
                </a:cubicBezTo>
                <a:cubicBezTo>
                  <a:pt x="6560" y="5070"/>
                  <a:pt x="7114" y="4942"/>
                  <a:pt x="7625" y="4899"/>
                </a:cubicBezTo>
                <a:close/>
                <a:moveTo>
                  <a:pt x="6731" y="0"/>
                </a:moveTo>
                <a:lnTo>
                  <a:pt x="3919" y="938"/>
                </a:lnTo>
                <a:lnTo>
                  <a:pt x="4516" y="2641"/>
                </a:lnTo>
                <a:cubicBezTo>
                  <a:pt x="4005" y="2982"/>
                  <a:pt x="3493" y="3366"/>
                  <a:pt x="3110" y="3834"/>
                </a:cubicBezTo>
                <a:lnTo>
                  <a:pt x="1534" y="3067"/>
                </a:lnTo>
                <a:lnTo>
                  <a:pt x="213" y="5709"/>
                </a:lnTo>
                <a:lnTo>
                  <a:pt x="1704" y="6433"/>
                </a:lnTo>
                <a:cubicBezTo>
                  <a:pt x="1534" y="7072"/>
                  <a:pt x="1491" y="7711"/>
                  <a:pt x="1534" y="8392"/>
                </a:cubicBezTo>
                <a:lnTo>
                  <a:pt x="0" y="8903"/>
                </a:lnTo>
                <a:lnTo>
                  <a:pt x="980" y="11715"/>
                </a:lnTo>
                <a:lnTo>
                  <a:pt x="2428" y="11246"/>
                </a:lnTo>
                <a:cubicBezTo>
                  <a:pt x="2769" y="11800"/>
                  <a:pt x="3238" y="12311"/>
                  <a:pt x="3749" y="12737"/>
                </a:cubicBezTo>
                <a:lnTo>
                  <a:pt x="3067" y="14100"/>
                </a:lnTo>
                <a:lnTo>
                  <a:pt x="5709" y="15421"/>
                </a:lnTo>
                <a:lnTo>
                  <a:pt x="6433" y="14015"/>
                </a:lnTo>
                <a:cubicBezTo>
                  <a:pt x="6845" y="14098"/>
                  <a:pt x="7258" y="14145"/>
                  <a:pt x="7682" y="14145"/>
                </a:cubicBezTo>
                <a:cubicBezTo>
                  <a:pt x="7915" y="14145"/>
                  <a:pt x="8151" y="14131"/>
                  <a:pt x="8392" y="14100"/>
                </a:cubicBezTo>
                <a:lnTo>
                  <a:pt x="8903" y="15634"/>
                </a:lnTo>
                <a:lnTo>
                  <a:pt x="11758" y="14697"/>
                </a:lnTo>
                <a:lnTo>
                  <a:pt x="11204" y="13078"/>
                </a:lnTo>
                <a:cubicBezTo>
                  <a:pt x="11715" y="12737"/>
                  <a:pt x="12183" y="12311"/>
                  <a:pt x="12567" y="11800"/>
                </a:cubicBezTo>
                <a:lnTo>
                  <a:pt x="14143" y="12567"/>
                </a:lnTo>
                <a:lnTo>
                  <a:pt x="15464" y="9926"/>
                </a:lnTo>
                <a:lnTo>
                  <a:pt x="13760" y="9074"/>
                </a:lnTo>
                <a:cubicBezTo>
                  <a:pt x="13887" y="8520"/>
                  <a:pt x="13887" y="7924"/>
                  <a:pt x="13845" y="7327"/>
                </a:cubicBezTo>
                <a:lnTo>
                  <a:pt x="15677" y="6731"/>
                </a:lnTo>
                <a:lnTo>
                  <a:pt x="14697" y="3919"/>
                </a:lnTo>
                <a:lnTo>
                  <a:pt x="12865" y="4558"/>
                </a:lnTo>
                <a:cubicBezTo>
                  <a:pt x="12524" y="4090"/>
                  <a:pt x="12183" y="3664"/>
                  <a:pt x="11758" y="3280"/>
                </a:cubicBezTo>
                <a:lnTo>
                  <a:pt x="12609" y="1534"/>
                </a:lnTo>
                <a:lnTo>
                  <a:pt x="9926" y="213"/>
                </a:lnTo>
                <a:lnTo>
                  <a:pt x="9074" y="1917"/>
                </a:lnTo>
                <a:cubicBezTo>
                  <a:pt x="8658" y="1821"/>
                  <a:pt x="8219" y="1774"/>
                  <a:pt x="7792" y="1774"/>
                </a:cubicBezTo>
                <a:cubicBezTo>
                  <a:pt x="7649" y="1774"/>
                  <a:pt x="7508" y="1779"/>
                  <a:pt x="7370" y="1789"/>
                </a:cubicBezTo>
                <a:lnTo>
                  <a:pt x="67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3" name="Google Shape;383;p27"/>
          <p:cNvSpPr/>
          <p:nvPr/>
        </p:nvSpPr>
        <p:spPr>
          <a:xfrm>
            <a:off x="6406139" y="804152"/>
            <a:ext cx="267858" cy="59329"/>
          </a:xfrm>
          <a:custGeom>
            <a:avLst/>
            <a:gdLst/>
            <a:ahLst/>
            <a:cxnLst/>
            <a:rect l="l" t="t" r="r" b="b"/>
            <a:pathLst>
              <a:path w="5964" h="1321" extrusionOk="0">
                <a:moveTo>
                  <a:pt x="0" y="0"/>
                </a:moveTo>
                <a:lnTo>
                  <a:pt x="0" y="1321"/>
                </a:lnTo>
                <a:lnTo>
                  <a:pt x="5964" y="1321"/>
                </a:lnTo>
                <a:lnTo>
                  <a:pt x="596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4" name="Google Shape;384;p27"/>
          <p:cNvSpPr/>
          <p:nvPr/>
        </p:nvSpPr>
        <p:spPr>
          <a:xfrm>
            <a:off x="6828947" y="804152"/>
            <a:ext cx="1568883" cy="59329"/>
          </a:xfrm>
          <a:custGeom>
            <a:avLst/>
            <a:gdLst/>
            <a:ahLst/>
            <a:cxnLst/>
            <a:rect l="l" t="t" r="r" b="b"/>
            <a:pathLst>
              <a:path w="34932" h="1321" extrusionOk="0">
                <a:moveTo>
                  <a:pt x="0" y="0"/>
                </a:moveTo>
                <a:lnTo>
                  <a:pt x="0" y="1321"/>
                </a:lnTo>
                <a:lnTo>
                  <a:pt x="34931" y="1321"/>
                </a:lnTo>
                <a:lnTo>
                  <a:pt x="349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5" name="Google Shape;385;p27"/>
          <p:cNvSpPr/>
          <p:nvPr/>
        </p:nvSpPr>
        <p:spPr>
          <a:xfrm>
            <a:off x="6406139" y="983982"/>
            <a:ext cx="267858" cy="61261"/>
          </a:xfrm>
          <a:custGeom>
            <a:avLst/>
            <a:gdLst/>
            <a:ahLst/>
            <a:cxnLst/>
            <a:rect l="l" t="t" r="r" b="b"/>
            <a:pathLst>
              <a:path w="5964" h="1364" extrusionOk="0">
                <a:moveTo>
                  <a:pt x="0" y="0"/>
                </a:moveTo>
                <a:lnTo>
                  <a:pt x="0" y="1364"/>
                </a:lnTo>
                <a:lnTo>
                  <a:pt x="5964" y="1364"/>
                </a:lnTo>
                <a:lnTo>
                  <a:pt x="596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6" name="Google Shape;386;p27"/>
          <p:cNvSpPr/>
          <p:nvPr/>
        </p:nvSpPr>
        <p:spPr>
          <a:xfrm>
            <a:off x="6828947" y="983982"/>
            <a:ext cx="1568883" cy="61261"/>
          </a:xfrm>
          <a:custGeom>
            <a:avLst/>
            <a:gdLst/>
            <a:ahLst/>
            <a:cxnLst/>
            <a:rect l="l" t="t" r="r" b="b"/>
            <a:pathLst>
              <a:path w="34932" h="1364" extrusionOk="0">
                <a:moveTo>
                  <a:pt x="0" y="0"/>
                </a:moveTo>
                <a:lnTo>
                  <a:pt x="0" y="1364"/>
                </a:lnTo>
                <a:lnTo>
                  <a:pt x="34931" y="1364"/>
                </a:lnTo>
                <a:lnTo>
                  <a:pt x="3493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6406139" y="1165742"/>
            <a:ext cx="267858" cy="59329"/>
          </a:xfrm>
          <a:custGeom>
            <a:avLst/>
            <a:gdLst/>
            <a:ahLst/>
            <a:cxnLst/>
            <a:rect l="l" t="t" r="r" b="b"/>
            <a:pathLst>
              <a:path w="5964" h="1321" extrusionOk="0">
                <a:moveTo>
                  <a:pt x="0" y="0"/>
                </a:moveTo>
                <a:lnTo>
                  <a:pt x="0" y="1321"/>
                </a:lnTo>
                <a:lnTo>
                  <a:pt x="5964" y="1321"/>
                </a:lnTo>
                <a:lnTo>
                  <a:pt x="596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6828947" y="1165742"/>
            <a:ext cx="991084" cy="59329"/>
          </a:xfrm>
          <a:custGeom>
            <a:avLst/>
            <a:gdLst/>
            <a:ahLst/>
            <a:cxnLst/>
            <a:rect l="l" t="t" r="r" b="b"/>
            <a:pathLst>
              <a:path w="22067" h="1321" extrusionOk="0">
                <a:moveTo>
                  <a:pt x="0" y="0"/>
                </a:moveTo>
                <a:lnTo>
                  <a:pt x="0" y="1321"/>
                </a:lnTo>
                <a:lnTo>
                  <a:pt x="22066" y="1321"/>
                </a:lnTo>
                <a:lnTo>
                  <a:pt x="220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89" name="Google Shape;389;p27"/>
          <p:cNvSpPr/>
          <p:nvPr/>
        </p:nvSpPr>
        <p:spPr>
          <a:xfrm>
            <a:off x="6406139" y="1347503"/>
            <a:ext cx="267858" cy="59329"/>
          </a:xfrm>
          <a:custGeom>
            <a:avLst/>
            <a:gdLst/>
            <a:ahLst/>
            <a:cxnLst/>
            <a:rect l="l" t="t" r="r" b="b"/>
            <a:pathLst>
              <a:path w="5964" h="1321" extrusionOk="0">
                <a:moveTo>
                  <a:pt x="0" y="0"/>
                </a:moveTo>
                <a:lnTo>
                  <a:pt x="0" y="1321"/>
                </a:lnTo>
                <a:lnTo>
                  <a:pt x="5964" y="1321"/>
                </a:lnTo>
                <a:lnTo>
                  <a:pt x="5964" y="0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90" name="Google Shape;390;p27"/>
          <p:cNvSpPr/>
          <p:nvPr/>
        </p:nvSpPr>
        <p:spPr>
          <a:xfrm>
            <a:off x="6828947" y="1347503"/>
            <a:ext cx="991084" cy="59329"/>
          </a:xfrm>
          <a:custGeom>
            <a:avLst/>
            <a:gdLst/>
            <a:ahLst/>
            <a:cxnLst/>
            <a:rect l="l" t="t" r="r" b="b"/>
            <a:pathLst>
              <a:path w="22067" h="1321" extrusionOk="0">
                <a:moveTo>
                  <a:pt x="0" y="0"/>
                </a:moveTo>
                <a:lnTo>
                  <a:pt x="0" y="1321"/>
                </a:lnTo>
                <a:lnTo>
                  <a:pt x="22066" y="1321"/>
                </a:lnTo>
                <a:lnTo>
                  <a:pt x="220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91" name="Google Shape;391;p27"/>
          <p:cNvSpPr/>
          <p:nvPr/>
        </p:nvSpPr>
        <p:spPr>
          <a:xfrm>
            <a:off x="6101900" y="869185"/>
            <a:ext cx="141654" cy="552963"/>
          </a:xfrm>
          <a:custGeom>
            <a:avLst/>
            <a:gdLst/>
            <a:ahLst/>
            <a:cxnLst/>
            <a:rect l="l" t="t" r="r" b="b"/>
            <a:pathLst>
              <a:path w="3154" h="12312" fill="none" extrusionOk="0">
                <a:moveTo>
                  <a:pt x="3153" y="12311"/>
                </a:moveTo>
                <a:lnTo>
                  <a:pt x="1" y="12311"/>
                </a:lnTo>
                <a:lnTo>
                  <a:pt x="1" y="0"/>
                </a:lnTo>
                <a:lnTo>
                  <a:pt x="3068" y="0"/>
                </a:lnTo>
              </a:path>
            </a:pathLst>
          </a:custGeom>
          <a:solidFill>
            <a:schemeClr val="accent1"/>
          </a:solidFill>
          <a:ln w="13850" cap="flat" cmpd="sng">
            <a:solidFill>
              <a:schemeClr val="accent1"/>
            </a:solidFill>
            <a:prstDash val="solid"/>
            <a:miter lim="4259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523596" y="911573"/>
            <a:ext cx="1335660" cy="80014"/>
          </a:xfrm>
          <a:custGeom>
            <a:avLst/>
            <a:gdLst/>
            <a:ahLst/>
            <a:cxnLst/>
            <a:rect l="l" t="t" r="r" b="b"/>
            <a:pathLst>
              <a:path w="22067" h="1322" extrusionOk="0">
                <a:moveTo>
                  <a:pt x="0" y="1"/>
                </a:moveTo>
                <a:lnTo>
                  <a:pt x="0" y="1321"/>
                </a:lnTo>
                <a:lnTo>
                  <a:pt x="22066" y="1321"/>
                </a:lnTo>
                <a:lnTo>
                  <a:pt x="2206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93" name="Google Shape;393;p27"/>
          <p:cNvSpPr/>
          <p:nvPr/>
        </p:nvSpPr>
        <p:spPr>
          <a:xfrm>
            <a:off x="523596" y="1153907"/>
            <a:ext cx="1335660" cy="82617"/>
          </a:xfrm>
          <a:custGeom>
            <a:avLst/>
            <a:gdLst/>
            <a:ahLst/>
            <a:cxnLst/>
            <a:rect l="l" t="t" r="r" b="b"/>
            <a:pathLst>
              <a:path w="22067" h="1365" extrusionOk="0">
                <a:moveTo>
                  <a:pt x="0" y="1"/>
                </a:moveTo>
                <a:lnTo>
                  <a:pt x="0" y="1364"/>
                </a:lnTo>
                <a:lnTo>
                  <a:pt x="22066" y="1364"/>
                </a:lnTo>
                <a:lnTo>
                  <a:pt x="2206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394" name="Google Shape;394;p27"/>
          <p:cNvSpPr/>
          <p:nvPr/>
        </p:nvSpPr>
        <p:spPr>
          <a:xfrm>
            <a:off x="6580967" y="2995135"/>
            <a:ext cx="1929800" cy="381875"/>
          </a:xfrm>
          <a:custGeom>
            <a:avLst/>
            <a:gdLst/>
            <a:ahLst/>
            <a:cxnLst/>
            <a:rect l="l" t="t" r="r" b="b"/>
            <a:pathLst>
              <a:path w="60278" h="11928" fill="none" extrusionOk="0">
                <a:moveTo>
                  <a:pt x="0" y="0"/>
                </a:moveTo>
                <a:lnTo>
                  <a:pt x="60277" y="0"/>
                </a:lnTo>
                <a:lnTo>
                  <a:pt x="60277" y="11928"/>
                </a:lnTo>
                <a:lnTo>
                  <a:pt x="0" y="11928"/>
                </a:lnTo>
                <a:close/>
              </a:path>
            </a:pathLst>
          </a:custGeom>
          <a:solidFill>
            <a:schemeClr val="accent1"/>
          </a:solidFill>
          <a:ln w="13850" cap="flat" cmpd="sng">
            <a:solidFill>
              <a:schemeClr val="accent1"/>
            </a:solidFill>
            <a:prstDash val="solid"/>
            <a:miter lim="42598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7"/>
          <p:cNvSpPr txBox="1">
            <a:spLocks noGrp="1"/>
          </p:cNvSpPr>
          <p:nvPr>
            <p:ph type="ctrTitle"/>
          </p:nvPr>
        </p:nvSpPr>
        <p:spPr>
          <a:xfrm>
            <a:off x="2749775" y="1594525"/>
            <a:ext cx="3530400" cy="194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—SOMEONE FAMOUS</a:t>
            </a:r>
            <a:endParaRPr/>
          </a:p>
        </p:txBody>
      </p:sp>
      <p:sp>
        <p:nvSpPr>
          <p:cNvPr id="396" name="Google Shape;396;p27"/>
          <p:cNvSpPr txBox="1">
            <a:spLocks noGrp="1"/>
          </p:cNvSpPr>
          <p:nvPr>
            <p:ph type="subTitle" idx="1"/>
          </p:nvPr>
        </p:nvSpPr>
        <p:spPr>
          <a:xfrm>
            <a:off x="2786225" y="1793775"/>
            <a:ext cx="3457500" cy="14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161234"/>
                </a:solidFill>
              </a:rPr>
              <a:t>“This is a quote. Words full of wisdom that someone important said and can make the reader get inspired.”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"/>
          <p:cNvSpPr/>
          <p:nvPr/>
        </p:nvSpPr>
        <p:spPr>
          <a:xfrm>
            <a:off x="1336225" y="3304888"/>
            <a:ext cx="2326500" cy="381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402" name="Google Shape;402;p28"/>
          <p:cNvSpPr/>
          <p:nvPr/>
        </p:nvSpPr>
        <p:spPr>
          <a:xfrm>
            <a:off x="1336225" y="2603538"/>
            <a:ext cx="2326500" cy="381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403" name="Google Shape;403;p28"/>
          <p:cNvSpPr/>
          <p:nvPr/>
        </p:nvSpPr>
        <p:spPr>
          <a:xfrm>
            <a:off x="1336225" y="1902188"/>
            <a:ext cx="2326500" cy="381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404" name="Google Shape;404;p28"/>
          <p:cNvSpPr txBox="1">
            <a:spLocks noGrp="1"/>
          </p:cNvSpPr>
          <p:nvPr>
            <p:ph type="ctrTitle" idx="4"/>
          </p:nvPr>
        </p:nvSpPr>
        <p:spPr>
          <a:xfrm>
            <a:off x="998325" y="644550"/>
            <a:ext cx="7833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NOW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5" name="Google Shape;405;p28"/>
          <p:cNvSpPr txBox="1">
            <a:spLocks noGrp="1"/>
          </p:cNvSpPr>
          <p:nvPr>
            <p:ph type="ctrTitle"/>
          </p:nvPr>
        </p:nvSpPr>
        <p:spPr>
          <a:xfrm>
            <a:off x="1557931" y="2087899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POOR DESIGN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6" name="Google Shape;406;p28"/>
          <p:cNvSpPr txBox="1">
            <a:spLocks noGrp="1"/>
          </p:cNvSpPr>
          <p:nvPr>
            <p:ph type="ctrTitle" idx="2"/>
          </p:nvPr>
        </p:nvSpPr>
        <p:spPr>
          <a:xfrm>
            <a:off x="1557931" y="3490586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LACK OF ADAPTABILITY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7" name="Google Shape;407;p28"/>
          <p:cNvSpPr txBox="1">
            <a:spLocks noGrp="1"/>
          </p:cNvSpPr>
          <p:nvPr>
            <p:ph type="ctrTitle" idx="3"/>
          </p:nvPr>
        </p:nvSpPr>
        <p:spPr>
          <a:xfrm>
            <a:off x="1557931" y="2789242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PROGRAMMING MISTAKES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408" name="Google Shape;408;p28"/>
          <p:cNvCxnSpPr/>
          <p:nvPr/>
        </p:nvCxnSpPr>
        <p:spPr>
          <a:xfrm>
            <a:off x="0" y="1197575"/>
            <a:ext cx="3340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9" name="Google Shape;409;p28"/>
          <p:cNvSpPr/>
          <p:nvPr/>
        </p:nvSpPr>
        <p:spPr>
          <a:xfrm>
            <a:off x="819925" y="1880738"/>
            <a:ext cx="423900" cy="4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410" name="Google Shape;410;p28"/>
          <p:cNvSpPr/>
          <p:nvPr/>
        </p:nvSpPr>
        <p:spPr>
          <a:xfrm>
            <a:off x="819925" y="2582088"/>
            <a:ext cx="423900" cy="4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411" name="Google Shape;411;p28"/>
          <p:cNvSpPr/>
          <p:nvPr/>
        </p:nvSpPr>
        <p:spPr>
          <a:xfrm>
            <a:off x="933213" y="1994550"/>
            <a:ext cx="197329" cy="196282"/>
          </a:xfrm>
          <a:custGeom>
            <a:avLst/>
            <a:gdLst/>
            <a:ahLst/>
            <a:cxnLst/>
            <a:rect l="l" t="t" r="r" b="b"/>
            <a:pathLst>
              <a:path w="86076" h="85619" extrusionOk="0">
                <a:moveTo>
                  <a:pt x="69905" y="0"/>
                </a:moveTo>
                <a:cubicBezTo>
                  <a:pt x="68694" y="0"/>
                  <a:pt x="67486" y="477"/>
                  <a:pt x="66581" y="1432"/>
                </a:cubicBezTo>
                <a:lnTo>
                  <a:pt x="58027" y="9986"/>
                </a:lnTo>
                <a:lnTo>
                  <a:pt x="76090" y="28069"/>
                </a:lnTo>
                <a:lnTo>
                  <a:pt x="84186" y="19037"/>
                </a:lnTo>
                <a:cubicBezTo>
                  <a:pt x="86076" y="17227"/>
                  <a:pt x="86076" y="14184"/>
                  <a:pt x="84186" y="12373"/>
                </a:cubicBezTo>
                <a:lnTo>
                  <a:pt x="73245" y="1432"/>
                </a:lnTo>
                <a:cubicBezTo>
                  <a:pt x="72330" y="477"/>
                  <a:pt x="71116" y="0"/>
                  <a:pt x="69905" y="0"/>
                </a:cubicBezTo>
                <a:close/>
                <a:moveTo>
                  <a:pt x="52318" y="14760"/>
                </a:moveTo>
                <a:lnTo>
                  <a:pt x="0" y="67536"/>
                </a:lnTo>
                <a:lnTo>
                  <a:pt x="0" y="85618"/>
                </a:lnTo>
                <a:lnTo>
                  <a:pt x="18083" y="85618"/>
                </a:lnTo>
                <a:lnTo>
                  <a:pt x="70380" y="32823"/>
                </a:lnTo>
                <a:lnTo>
                  <a:pt x="52318" y="1476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412" name="Google Shape;412;p28"/>
          <p:cNvSpPr/>
          <p:nvPr/>
        </p:nvSpPr>
        <p:spPr>
          <a:xfrm>
            <a:off x="819925" y="3283438"/>
            <a:ext cx="423900" cy="4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grpSp>
        <p:nvGrpSpPr>
          <p:cNvPr id="413" name="Google Shape;413;p28"/>
          <p:cNvGrpSpPr/>
          <p:nvPr/>
        </p:nvGrpSpPr>
        <p:grpSpPr>
          <a:xfrm rot="10800000" flipH="1">
            <a:off x="880550" y="2712182"/>
            <a:ext cx="302125" cy="163726"/>
            <a:chOff x="1319675" y="779200"/>
            <a:chExt cx="2343875" cy="1270175"/>
          </a:xfrm>
        </p:grpSpPr>
        <p:sp>
          <p:nvSpPr>
            <p:cNvPr id="414" name="Google Shape;414;p28"/>
            <p:cNvSpPr/>
            <p:nvPr/>
          </p:nvSpPr>
          <p:spPr>
            <a:xfrm>
              <a:off x="1319675" y="915950"/>
              <a:ext cx="717150" cy="996650"/>
            </a:xfrm>
            <a:custGeom>
              <a:avLst/>
              <a:gdLst/>
              <a:ahLst/>
              <a:cxnLst/>
              <a:rect l="l" t="t" r="r" b="b"/>
              <a:pathLst>
                <a:path w="28686" h="39866" extrusionOk="0">
                  <a:moveTo>
                    <a:pt x="28685" y="1"/>
                  </a:moveTo>
                  <a:lnTo>
                    <a:pt x="0" y="15557"/>
                  </a:lnTo>
                  <a:lnTo>
                    <a:pt x="0" y="24230"/>
                  </a:lnTo>
                  <a:lnTo>
                    <a:pt x="28685" y="39866"/>
                  </a:lnTo>
                  <a:lnTo>
                    <a:pt x="28685" y="29740"/>
                  </a:lnTo>
                  <a:lnTo>
                    <a:pt x="8713" y="19774"/>
                  </a:lnTo>
                  <a:lnTo>
                    <a:pt x="28685" y="10186"/>
                  </a:lnTo>
                  <a:lnTo>
                    <a:pt x="286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5" name="Google Shape;415;p28"/>
            <p:cNvSpPr/>
            <p:nvPr/>
          </p:nvSpPr>
          <p:spPr>
            <a:xfrm>
              <a:off x="2159125" y="779200"/>
              <a:ext cx="626150" cy="1270175"/>
            </a:xfrm>
            <a:custGeom>
              <a:avLst/>
              <a:gdLst/>
              <a:ahLst/>
              <a:cxnLst/>
              <a:rect l="l" t="t" r="r" b="b"/>
              <a:pathLst>
                <a:path w="25046" h="50807" extrusionOk="0">
                  <a:moveTo>
                    <a:pt x="19038" y="0"/>
                  </a:moveTo>
                  <a:lnTo>
                    <a:pt x="1" y="50806"/>
                  </a:lnTo>
                  <a:lnTo>
                    <a:pt x="5969" y="50806"/>
                  </a:lnTo>
                  <a:lnTo>
                    <a:pt x="25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6" name="Google Shape;416;p28"/>
            <p:cNvSpPr/>
            <p:nvPr/>
          </p:nvSpPr>
          <p:spPr>
            <a:xfrm>
              <a:off x="2945900" y="915950"/>
              <a:ext cx="717650" cy="996650"/>
            </a:xfrm>
            <a:custGeom>
              <a:avLst/>
              <a:gdLst/>
              <a:ahLst/>
              <a:cxnLst/>
              <a:rect l="l" t="t" r="r" b="b"/>
              <a:pathLst>
                <a:path w="28706" h="39866" extrusionOk="0">
                  <a:moveTo>
                    <a:pt x="0" y="1"/>
                  </a:moveTo>
                  <a:lnTo>
                    <a:pt x="0" y="10047"/>
                  </a:lnTo>
                  <a:lnTo>
                    <a:pt x="19992" y="19854"/>
                  </a:lnTo>
                  <a:lnTo>
                    <a:pt x="0" y="29740"/>
                  </a:lnTo>
                  <a:lnTo>
                    <a:pt x="0" y="39866"/>
                  </a:lnTo>
                  <a:lnTo>
                    <a:pt x="28705" y="24190"/>
                  </a:lnTo>
                  <a:lnTo>
                    <a:pt x="28705" y="1557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17" name="Google Shape;417;p28"/>
          <p:cNvGrpSpPr/>
          <p:nvPr/>
        </p:nvGrpSpPr>
        <p:grpSpPr>
          <a:xfrm>
            <a:off x="898731" y="3413525"/>
            <a:ext cx="265768" cy="163730"/>
            <a:chOff x="1319675" y="2389025"/>
            <a:chExt cx="2224000" cy="1370125"/>
          </a:xfrm>
        </p:grpSpPr>
        <p:sp>
          <p:nvSpPr>
            <p:cNvPr id="418" name="Google Shape;418;p28"/>
            <p:cNvSpPr/>
            <p:nvPr/>
          </p:nvSpPr>
          <p:spPr>
            <a:xfrm>
              <a:off x="1319675" y="2389025"/>
              <a:ext cx="1396475" cy="1369625"/>
            </a:xfrm>
            <a:custGeom>
              <a:avLst/>
              <a:gdLst/>
              <a:ahLst/>
              <a:cxnLst/>
              <a:rect l="l" t="t" r="r" b="b"/>
              <a:pathLst>
                <a:path w="55859" h="54785" extrusionOk="0">
                  <a:moveTo>
                    <a:pt x="49871" y="5988"/>
                  </a:moveTo>
                  <a:lnTo>
                    <a:pt x="49871" y="35509"/>
                  </a:lnTo>
                  <a:lnTo>
                    <a:pt x="5968" y="35509"/>
                  </a:lnTo>
                  <a:lnTo>
                    <a:pt x="5968" y="5988"/>
                  </a:lnTo>
                  <a:close/>
                  <a:moveTo>
                    <a:pt x="5570" y="0"/>
                  </a:moveTo>
                  <a:cubicBezTo>
                    <a:pt x="2487" y="0"/>
                    <a:pt x="0" y="2507"/>
                    <a:pt x="0" y="5570"/>
                  </a:cubicBezTo>
                  <a:lnTo>
                    <a:pt x="0" y="35906"/>
                  </a:lnTo>
                  <a:cubicBezTo>
                    <a:pt x="0" y="38990"/>
                    <a:pt x="2487" y="41476"/>
                    <a:pt x="5570" y="41476"/>
                  </a:cubicBezTo>
                  <a:lnTo>
                    <a:pt x="20549" y="41476"/>
                  </a:lnTo>
                  <a:lnTo>
                    <a:pt x="20549" y="48817"/>
                  </a:lnTo>
                  <a:lnTo>
                    <a:pt x="18182" y="48817"/>
                  </a:lnTo>
                  <a:cubicBezTo>
                    <a:pt x="16531" y="48817"/>
                    <a:pt x="15198" y="50150"/>
                    <a:pt x="15198" y="51801"/>
                  </a:cubicBezTo>
                  <a:cubicBezTo>
                    <a:pt x="15198" y="53452"/>
                    <a:pt x="16531" y="54785"/>
                    <a:pt x="18182" y="54785"/>
                  </a:cubicBezTo>
                  <a:lnTo>
                    <a:pt x="37657" y="54785"/>
                  </a:lnTo>
                  <a:cubicBezTo>
                    <a:pt x="39308" y="54785"/>
                    <a:pt x="40641" y="53452"/>
                    <a:pt x="40641" y="51801"/>
                  </a:cubicBezTo>
                  <a:cubicBezTo>
                    <a:pt x="40641" y="50150"/>
                    <a:pt x="39308" y="48817"/>
                    <a:pt x="37657" y="48817"/>
                  </a:cubicBezTo>
                  <a:lnTo>
                    <a:pt x="35290" y="48817"/>
                  </a:lnTo>
                  <a:lnTo>
                    <a:pt x="35290" y="41496"/>
                  </a:lnTo>
                  <a:lnTo>
                    <a:pt x="50289" y="41496"/>
                  </a:lnTo>
                  <a:cubicBezTo>
                    <a:pt x="53352" y="41476"/>
                    <a:pt x="55839" y="38990"/>
                    <a:pt x="55839" y="35926"/>
                  </a:cubicBezTo>
                  <a:lnTo>
                    <a:pt x="55839" y="5590"/>
                  </a:lnTo>
                  <a:cubicBezTo>
                    <a:pt x="55859" y="2507"/>
                    <a:pt x="53352" y="0"/>
                    <a:pt x="50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9" name="Google Shape;419;p28"/>
            <p:cNvSpPr/>
            <p:nvPr/>
          </p:nvSpPr>
          <p:spPr>
            <a:xfrm>
              <a:off x="2902125" y="2587450"/>
              <a:ext cx="641550" cy="1171700"/>
            </a:xfrm>
            <a:custGeom>
              <a:avLst/>
              <a:gdLst/>
              <a:ahLst/>
              <a:cxnLst/>
              <a:rect l="l" t="t" r="r" b="b"/>
              <a:pathLst>
                <a:path w="25662" h="46868" extrusionOk="0">
                  <a:moveTo>
                    <a:pt x="19615" y="4954"/>
                  </a:moveTo>
                  <a:cubicBezTo>
                    <a:pt x="20550" y="4954"/>
                    <a:pt x="21305" y="5709"/>
                    <a:pt x="21305" y="6644"/>
                  </a:cubicBezTo>
                  <a:lnTo>
                    <a:pt x="21305" y="10623"/>
                  </a:lnTo>
                  <a:cubicBezTo>
                    <a:pt x="21286" y="11558"/>
                    <a:pt x="20550" y="12314"/>
                    <a:pt x="19615" y="12314"/>
                  </a:cubicBezTo>
                  <a:lnTo>
                    <a:pt x="6048" y="12314"/>
                  </a:lnTo>
                  <a:cubicBezTo>
                    <a:pt x="5113" y="12314"/>
                    <a:pt x="4357" y="11558"/>
                    <a:pt x="4357" y="10623"/>
                  </a:cubicBezTo>
                  <a:lnTo>
                    <a:pt x="4357" y="6644"/>
                  </a:lnTo>
                  <a:cubicBezTo>
                    <a:pt x="4357" y="5709"/>
                    <a:pt x="5113" y="4954"/>
                    <a:pt x="6048" y="4954"/>
                  </a:cubicBezTo>
                  <a:close/>
                  <a:moveTo>
                    <a:pt x="19615" y="16173"/>
                  </a:moveTo>
                  <a:cubicBezTo>
                    <a:pt x="20550" y="16173"/>
                    <a:pt x="21305" y="16929"/>
                    <a:pt x="21305" y="17864"/>
                  </a:cubicBezTo>
                  <a:lnTo>
                    <a:pt x="21305" y="21842"/>
                  </a:lnTo>
                  <a:cubicBezTo>
                    <a:pt x="21286" y="22777"/>
                    <a:pt x="20550" y="23513"/>
                    <a:pt x="19615" y="23513"/>
                  </a:cubicBezTo>
                  <a:lnTo>
                    <a:pt x="6048" y="23513"/>
                  </a:lnTo>
                  <a:cubicBezTo>
                    <a:pt x="5113" y="23513"/>
                    <a:pt x="4357" y="22777"/>
                    <a:pt x="4357" y="21842"/>
                  </a:cubicBezTo>
                  <a:lnTo>
                    <a:pt x="4357" y="17864"/>
                  </a:lnTo>
                  <a:cubicBezTo>
                    <a:pt x="4357" y="16929"/>
                    <a:pt x="5113" y="16173"/>
                    <a:pt x="6048" y="16173"/>
                  </a:cubicBezTo>
                  <a:close/>
                  <a:moveTo>
                    <a:pt x="12807" y="29617"/>
                  </a:moveTo>
                  <a:cubicBezTo>
                    <a:pt x="14016" y="29617"/>
                    <a:pt x="15179" y="30556"/>
                    <a:pt x="15179" y="31968"/>
                  </a:cubicBezTo>
                  <a:cubicBezTo>
                    <a:pt x="15179" y="33281"/>
                    <a:pt x="14124" y="34335"/>
                    <a:pt x="12831" y="34335"/>
                  </a:cubicBezTo>
                  <a:cubicBezTo>
                    <a:pt x="10723" y="34335"/>
                    <a:pt x="9668" y="31789"/>
                    <a:pt x="11160" y="30317"/>
                  </a:cubicBezTo>
                  <a:cubicBezTo>
                    <a:pt x="11637" y="29833"/>
                    <a:pt x="12227" y="29617"/>
                    <a:pt x="12807" y="29617"/>
                  </a:cubicBezTo>
                  <a:close/>
                  <a:moveTo>
                    <a:pt x="3104" y="0"/>
                  </a:moveTo>
                  <a:cubicBezTo>
                    <a:pt x="1393" y="0"/>
                    <a:pt x="0" y="1393"/>
                    <a:pt x="0" y="3104"/>
                  </a:cubicBezTo>
                  <a:lnTo>
                    <a:pt x="0" y="43764"/>
                  </a:lnTo>
                  <a:cubicBezTo>
                    <a:pt x="0" y="45475"/>
                    <a:pt x="1393" y="46868"/>
                    <a:pt x="3104" y="46868"/>
                  </a:cubicBezTo>
                  <a:lnTo>
                    <a:pt x="22559" y="46868"/>
                  </a:lnTo>
                  <a:cubicBezTo>
                    <a:pt x="24270" y="46868"/>
                    <a:pt x="25662" y="45475"/>
                    <a:pt x="25662" y="43764"/>
                  </a:cubicBezTo>
                  <a:lnTo>
                    <a:pt x="25662" y="3104"/>
                  </a:lnTo>
                  <a:cubicBezTo>
                    <a:pt x="25662" y="1393"/>
                    <a:pt x="24270" y="0"/>
                    <a:pt x="22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420" name="Google Shape;420;p28"/>
          <p:cNvSpPr/>
          <p:nvPr/>
        </p:nvSpPr>
        <p:spPr>
          <a:xfrm>
            <a:off x="4876837" y="2409598"/>
            <a:ext cx="2681532" cy="1732190"/>
          </a:xfrm>
          <a:custGeom>
            <a:avLst/>
            <a:gdLst/>
            <a:ahLst/>
            <a:cxnLst/>
            <a:rect l="l" t="t" r="r" b="b"/>
            <a:pathLst>
              <a:path w="176649" h="114110" extrusionOk="0">
                <a:moveTo>
                  <a:pt x="5275" y="0"/>
                </a:moveTo>
                <a:cubicBezTo>
                  <a:pt x="2345" y="0"/>
                  <a:pt x="1" y="2344"/>
                  <a:pt x="1" y="5274"/>
                </a:cubicBezTo>
                <a:lnTo>
                  <a:pt x="1" y="108835"/>
                </a:lnTo>
                <a:cubicBezTo>
                  <a:pt x="1" y="111766"/>
                  <a:pt x="2345" y="114110"/>
                  <a:pt x="5275" y="114110"/>
                </a:cubicBezTo>
                <a:lnTo>
                  <a:pt x="171374" y="114110"/>
                </a:lnTo>
                <a:cubicBezTo>
                  <a:pt x="174304" y="114110"/>
                  <a:pt x="176648" y="111766"/>
                  <a:pt x="176648" y="108835"/>
                </a:cubicBezTo>
                <a:lnTo>
                  <a:pt x="176648" y="5274"/>
                </a:lnTo>
                <a:cubicBezTo>
                  <a:pt x="176648" y="2344"/>
                  <a:pt x="174304" y="0"/>
                  <a:pt x="1713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5005199" y="2541755"/>
            <a:ext cx="2424808" cy="1467860"/>
          </a:xfrm>
          <a:custGeom>
            <a:avLst/>
            <a:gdLst/>
            <a:ahLst/>
            <a:cxnLst/>
            <a:rect l="l" t="t" r="r" b="b"/>
            <a:pathLst>
              <a:path w="159737" h="96697" extrusionOk="0">
                <a:moveTo>
                  <a:pt x="0" y="1"/>
                </a:moveTo>
                <a:lnTo>
                  <a:pt x="0" y="96697"/>
                </a:lnTo>
                <a:lnTo>
                  <a:pt x="159737" y="96697"/>
                </a:lnTo>
                <a:lnTo>
                  <a:pt x="15973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91A51"/>
              </a:solidFill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4636011" y="4136703"/>
            <a:ext cx="3163178" cy="83900"/>
          </a:xfrm>
          <a:custGeom>
            <a:avLst/>
            <a:gdLst/>
            <a:ahLst/>
            <a:cxnLst/>
            <a:rect l="l" t="t" r="r" b="b"/>
            <a:pathLst>
              <a:path w="208378" h="5527" extrusionOk="0">
                <a:moveTo>
                  <a:pt x="0" y="1"/>
                </a:moveTo>
                <a:lnTo>
                  <a:pt x="0" y="5526"/>
                </a:lnTo>
                <a:lnTo>
                  <a:pt x="208377" y="5526"/>
                </a:lnTo>
                <a:lnTo>
                  <a:pt x="20837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8FFD5"/>
              </a:solidFill>
            </a:endParaRPr>
          </a:p>
        </p:txBody>
      </p:sp>
      <p:sp>
        <p:nvSpPr>
          <p:cNvPr id="423" name="Google Shape;423;p28"/>
          <p:cNvSpPr/>
          <p:nvPr/>
        </p:nvSpPr>
        <p:spPr>
          <a:xfrm>
            <a:off x="5005199" y="2541755"/>
            <a:ext cx="2424808" cy="141083"/>
          </a:xfrm>
          <a:custGeom>
            <a:avLst/>
            <a:gdLst/>
            <a:ahLst/>
            <a:cxnLst/>
            <a:rect l="l" t="t" r="r" b="b"/>
            <a:pathLst>
              <a:path w="159737" h="9294" extrusionOk="0">
                <a:moveTo>
                  <a:pt x="0" y="1"/>
                </a:moveTo>
                <a:lnTo>
                  <a:pt x="0" y="9294"/>
                </a:lnTo>
                <a:lnTo>
                  <a:pt x="159737" y="9294"/>
                </a:lnTo>
                <a:lnTo>
                  <a:pt x="15973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5143716" y="2742556"/>
            <a:ext cx="1029417" cy="521069"/>
          </a:xfrm>
          <a:custGeom>
            <a:avLst/>
            <a:gdLst/>
            <a:ahLst/>
            <a:cxnLst/>
            <a:rect l="l" t="t" r="r" b="b"/>
            <a:pathLst>
              <a:path w="67814" h="34326" extrusionOk="0">
                <a:moveTo>
                  <a:pt x="1" y="1"/>
                </a:moveTo>
                <a:lnTo>
                  <a:pt x="1" y="34326"/>
                </a:lnTo>
                <a:lnTo>
                  <a:pt x="67813" y="34326"/>
                </a:lnTo>
                <a:lnTo>
                  <a:pt x="6781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5221240" y="2834061"/>
            <a:ext cx="297407" cy="297391"/>
          </a:xfrm>
          <a:custGeom>
            <a:avLst/>
            <a:gdLst/>
            <a:ahLst/>
            <a:cxnLst/>
            <a:rect l="l" t="t" r="r" b="b"/>
            <a:pathLst>
              <a:path w="19592" h="19591" extrusionOk="0">
                <a:moveTo>
                  <a:pt x="1" y="0"/>
                </a:moveTo>
                <a:lnTo>
                  <a:pt x="1" y="19591"/>
                </a:lnTo>
                <a:lnTo>
                  <a:pt x="19591" y="19591"/>
                </a:lnTo>
                <a:lnTo>
                  <a:pt x="1959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500826" y="3535575"/>
            <a:ext cx="908690" cy="329163"/>
          </a:xfrm>
          <a:custGeom>
            <a:avLst/>
            <a:gdLst/>
            <a:ahLst/>
            <a:cxnLst/>
            <a:rect l="l" t="t" r="r" b="b"/>
            <a:pathLst>
              <a:path w="59861" h="21684" extrusionOk="0">
                <a:moveTo>
                  <a:pt x="1" y="1"/>
                </a:moveTo>
                <a:lnTo>
                  <a:pt x="1" y="21684"/>
                </a:lnTo>
                <a:lnTo>
                  <a:pt x="59860" y="21684"/>
                </a:lnTo>
                <a:lnTo>
                  <a:pt x="5986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5560559" y="3610549"/>
            <a:ext cx="679927" cy="53403"/>
          </a:xfrm>
          <a:custGeom>
            <a:avLst/>
            <a:gdLst/>
            <a:ahLst/>
            <a:cxnLst/>
            <a:rect l="l" t="t" r="r" b="b"/>
            <a:pathLst>
              <a:path w="44791" h="3518" extrusionOk="0">
                <a:moveTo>
                  <a:pt x="1" y="1"/>
                </a:moveTo>
                <a:lnTo>
                  <a:pt x="1" y="3517"/>
                </a:lnTo>
                <a:lnTo>
                  <a:pt x="44791" y="3517"/>
                </a:lnTo>
                <a:lnTo>
                  <a:pt x="44791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428" name="Google Shape;428;p28"/>
          <p:cNvSpPr/>
          <p:nvPr/>
        </p:nvSpPr>
        <p:spPr>
          <a:xfrm>
            <a:off x="5560559" y="3710949"/>
            <a:ext cx="526154" cy="52128"/>
          </a:xfrm>
          <a:custGeom>
            <a:avLst/>
            <a:gdLst/>
            <a:ahLst/>
            <a:cxnLst/>
            <a:rect l="l" t="t" r="r" b="b"/>
            <a:pathLst>
              <a:path w="34661" h="3434" extrusionOk="0">
                <a:moveTo>
                  <a:pt x="1" y="1"/>
                </a:moveTo>
                <a:lnTo>
                  <a:pt x="1" y="3433"/>
                </a:lnTo>
                <a:lnTo>
                  <a:pt x="34661" y="3433"/>
                </a:lnTo>
                <a:lnTo>
                  <a:pt x="34661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429" name="Google Shape;429;p28"/>
          <p:cNvSpPr/>
          <p:nvPr/>
        </p:nvSpPr>
        <p:spPr>
          <a:xfrm>
            <a:off x="5180573" y="3535575"/>
            <a:ext cx="322818" cy="329163"/>
          </a:xfrm>
          <a:custGeom>
            <a:avLst/>
            <a:gdLst/>
            <a:ahLst/>
            <a:cxnLst/>
            <a:rect l="l" t="t" r="r" b="b"/>
            <a:pathLst>
              <a:path w="21266" h="21684" extrusionOk="0">
                <a:moveTo>
                  <a:pt x="1" y="1"/>
                </a:moveTo>
                <a:lnTo>
                  <a:pt x="1" y="21684"/>
                </a:lnTo>
                <a:lnTo>
                  <a:pt x="21265" y="21684"/>
                </a:lnTo>
                <a:lnTo>
                  <a:pt x="2126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5242842" y="3644719"/>
            <a:ext cx="218729" cy="109463"/>
          </a:xfrm>
          <a:custGeom>
            <a:avLst/>
            <a:gdLst/>
            <a:ahLst/>
            <a:cxnLst/>
            <a:rect l="l" t="t" r="r" b="b"/>
            <a:pathLst>
              <a:path w="14409" h="7211" extrusionOk="0">
                <a:moveTo>
                  <a:pt x="13060" y="1"/>
                </a:moveTo>
                <a:cubicBezTo>
                  <a:pt x="12832" y="1"/>
                  <a:pt x="12594" y="102"/>
                  <a:pt x="12391" y="345"/>
                </a:cubicBezTo>
                <a:lnTo>
                  <a:pt x="6950" y="5117"/>
                </a:lnTo>
                <a:lnTo>
                  <a:pt x="1592" y="345"/>
                </a:lnTo>
                <a:cubicBezTo>
                  <a:pt x="1424" y="178"/>
                  <a:pt x="1194" y="94"/>
                  <a:pt x="964" y="94"/>
                </a:cubicBezTo>
                <a:cubicBezTo>
                  <a:pt x="734" y="94"/>
                  <a:pt x="503" y="178"/>
                  <a:pt x="336" y="345"/>
                </a:cubicBezTo>
                <a:cubicBezTo>
                  <a:pt x="1" y="764"/>
                  <a:pt x="1" y="1266"/>
                  <a:pt x="336" y="1601"/>
                </a:cubicBezTo>
                <a:lnTo>
                  <a:pt x="6364" y="6959"/>
                </a:lnTo>
                <a:cubicBezTo>
                  <a:pt x="6531" y="7127"/>
                  <a:pt x="6761" y="7210"/>
                  <a:pt x="6992" y="7210"/>
                </a:cubicBezTo>
                <a:cubicBezTo>
                  <a:pt x="7222" y="7210"/>
                  <a:pt x="7452" y="7127"/>
                  <a:pt x="7619" y="6959"/>
                </a:cubicBezTo>
                <a:lnTo>
                  <a:pt x="13647" y="1685"/>
                </a:lnTo>
                <a:cubicBezTo>
                  <a:pt x="14408" y="987"/>
                  <a:pt x="13776" y="1"/>
                  <a:pt x="1306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5683836" y="3292847"/>
            <a:ext cx="704079" cy="155049"/>
          </a:xfrm>
          <a:custGeom>
            <a:avLst/>
            <a:gdLst/>
            <a:ahLst/>
            <a:cxnLst/>
            <a:rect l="l" t="t" r="r" b="b"/>
            <a:pathLst>
              <a:path w="46382" h="10214" extrusionOk="0">
                <a:moveTo>
                  <a:pt x="1" y="0"/>
                </a:moveTo>
                <a:lnTo>
                  <a:pt x="1" y="10214"/>
                </a:lnTo>
                <a:lnTo>
                  <a:pt x="46381" y="10214"/>
                </a:lnTo>
                <a:lnTo>
                  <a:pt x="463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5683836" y="3100941"/>
            <a:ext cx="704079" cy="155064"/>
          </a:xfrm>
          <a:custGeom>
            <a:avLst/>
            <a:gdLst/>
            <a:ahLst/>
            <a:cxnLst/>
            <a:rect l="l" t="t" r="r" b="b"/>
            <a:pathLst>
              <a:path w="46382" h="10215" extrusionOk="0">
                <a:moveTo>
                  <a:pt x="1" y="0"/>
                </a:moveTo>
                <a:lnTo>
                  <a:pt x="1" y="10214"/>
                </a:lnTo>
                <a:lnTo>
                  <a:pt x="46381" y="10214"/>
                </a:lnTo>
                <a:lnTo>
                  <a:pt x="4638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6387899" y="3102216"/>
            <a:ext cx="155049" cy="155049"/>
          </a:xfrm>
          <a:custGeom>
            <a:avLst/>
            <a:gdLst/>
            <a:ahLst/>
            <a:cxnLst/>
            <a:rect l="l" t="t" r="r" b="b"/>
            <a:pathLst>
              <a:path w="10214" h="10214" extrusionOk="0">
                <a:moveTo>
                  <a:pt x="0" y="0"/>
                </a:moveTo>
                <a:lnTo>
                  <a:pt x="0" y="10214"/>
                </a:lnTo>
                <a:lnTo>
                  <a:pt x="10214" y="10214"/>
                </a:lnTo>
                <a:lnTo>
                  <a:pt x="10214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48FF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6579790" y="3182275"/>
            <a:ext cx="744746" cy="714234"/>
          </a:xfrm>
          <a:custGeom>
            <a:avLst/>
            <a:gdLst/>
            <a:ahLst/>
            <a:cxnLst/>
            <a:rect l="l" t="t" r="r" b="b"/>
            <a:pathLst>
              <a:path w="49061" h="47051" extrusionOk="0">
                <a:moveTo>
                  <a:pt x="1" y="1"/>
                </a:moveTo>
                <a:lnTo>
                  <a:pt x="1" y="47051"/>
                </a:lnTo>
                <a:lnTo>
                  <a:pt x="49060" y="47051"/>
                </a:lnTo>
                <a:lnTo>
                  <a:pt x="4906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8"/>
          <p:cNvSpPr/>
          <p:nvPr/>
        </p:nvSpPr>
        <p:spPr>
          <a:xfrm>
            <a:off x="6668745" y="3215322"/>
            <a:ext cx="728230" cy="623427"/>
          </a:xfrm>
          <a:custGeom>
            <a:avLst/>
            <a:gdLst/>
            <a:ahLst/>
            <a:cxnLst/>
            <a:rect l="l" t="t" r="r" b="b"/>
            <a:pathLst>
              <a:path w="47973" h="41069" extrusionOk="0">
                <a:moveTo>
                  <a:pt x="20698" y="2821"/>
                </a:moveTo>
                <a:cubicBezTo>
                  <a:pt x="25039" y="2821"/>
                  <a:pt x="29467" y="4434"/>
                  <a:pt x="33070" y="8037"/>
                </a:cubicBezTo>
                <a:cubicBezTo>
                  <a:pt x="44121" y="19172"/>
                  <a:pt x="36251" y="38176"/>
                  <a:pt x="20512" y="38176"/>
                </a:cubicBezTo>
                <a:cubicBezTo>
                  <a:pt x="10801" y="38176"/>
                  <a:pt x="2931" y="30223"/>
                  <a:pt x="2931" y="20512"/>
                </a:cubicBezTo>
                <a:cubicBezTo>
                  <a:pt x="2931" y="9866"/>
                  <a:pt x="11625" y="2821"/>
                  <a:pt x="20698" y="2821"/>
                </a:cubicBezTo>
                <a:close/>
                <a:moveTo>
                  <a:pt x="20512" y="0"/>
                </a:moveTo>
                <a:cubicBezTo>
                  <a:pt x="9210" y="0"/>
                  <a:pt x="1" y="9126"/>
                  <a:pt x="1" y="20512"/>
                </a:cubicBezTo>
                <a:cubicBezTo>
                  <a:pt x="1" y="32859"/>
                  <a:pt x="10118" y="41068"/>
                  <a:pt x="20681" y="41068"/>
                </a:cubicBezTo>
                <a:cubicBezTo>
                  <a:pt x="25730" y="41068"/>
                  <a:pt x="30882" y="39192"/>
                  <a:pt x="35079" y="34995"/>
                </a:cubicBezTo>
                <a:cubicBezTo>
                  <a:pt x="47972" y="22102"/>
                  <a:pt x="38847" y="0"/>
                  <a:pt x="20512" y="0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436" name="Google Shape;436;p28"/>
          <p:cNvSpPr/>
          <p:nvPr/>
        </p:nvSpPr>
        <p:spPr>
          <a:xfrm>
            <a:off x="6905128" y="3364010"/>
            <a:ext cx="186835" cy="328040"/>
          </a:xfrm>
          <a:custGeom>
            <a:avLst/>
            <a:gdLst/>
            <a:ahLst/>
            <a:cxnLst/>
            <a:rect l="l" t="t" r="r" b="b"/>
            <a:pathLst>
              <a:path w="12308" h="21610" extrusionOk="0">
                <a:moveTo>
                  <a:pt x="1508" y="0"/>
                </a:moveTo>
                <a:cubicBezTo>
                  <a:pt x="671" y="0"/>
                  <a:pt x="1" y="670"/>
                  <a:pt x="1" y="1507"/>
                </a:cubicBezTo>
                <a:lnTo>
                  <a:pt x="84" y="1507"/>
                </a:lnTo>
                <a:lnTo>
                  <a:pt x="84" y="20177"/>
                </a:lnTo>
                <a:cubicBezTo>
                  <a:pt x="28" y="21028"/>
                  <a:pt x="740" y="21610"/>
                  <a:pt x="1492" y="21610"/>
                </a:cubicBezTo>
                <a:cubicBezTo>
                  <a:pt x="1849" y="21610"/>
                  <a:pt x="2216" y="21478"/>
                  <a:pt x="2512" y="21181"/>
                </a:cubicBezTo>
                <a:lnTo>
                  <a:pt x="11889" y="11889"/>
                </a:lnTo>
                <a:cubicBezTo>
                  <a:pt x="12140" y="11554"/>
                  <a:pt x="12307" y="11219"/>
                  <a:pt x="12307" y="10800"/>
                </a:cubicBezTo>
                <a:cubicBezTo>
                  <a:pt x="12307" y="10465"/>
                  <a:pt x="12140" y="10047"/>
                  <a:pt x="11889" y="9796"/>
                </a:cubicBezTo>
                <a:lnTo>
                  <a:pt x="2512" y="419"/>
                </a:lnTo>
                <a:cubicBezTo>
                  <a:pt x="2261" y="168"/>
                  <a:pt x="1843" y="0"/>
                  <a:pt x="1508" y="0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437" name="Google Shape;437;p28"/>
          <p:cNvSpPr/>
          <p:nvPr/>
        </p:nvSpPr>
        <p:spPr>
          <a:xfrm>
            <a:off x="6858115" y="1367491"/>
            <a:ext cx="1476741" cy="1959677"/>
          </a:xfrm>
          <a:custGeom>
            <a:avLst/>
            <a:gdLst/>
            <a:ahLst/>
            <a:cxnLst/>
            <a:rect l="l" t="t" r="r" b="b"/>
            <a:pathLst>
              <a:path w="97282" h="129096" extrusionOk="0">
                <a:moveTo>
                  <a:pt x="7702" y="0"/>
                </a:moveTo>
                <a:cubicBezTo>
                  <a:pt x="3433" y="84"/>
                  <a:pt x="0" y="3684"/>
                  <a:pt x="84" y="7953"/>
                </a:cubicBezTo>
                <a:lnTo>
                  <a:pt x="84" y="120807"/>
                </a:lnTo>
                <a:cubicBezTo>
                  <a:pt x="84" y="125161"/>
                  <a:pt x="3349" y="129096"/>
                  <a:pt x="7702" y="129096"/>
                </a:cubicBezTo>
                <a:lnTo>
                  <a:pt x="89161" y="129096"/>
                </a:lnTo>
                <a:cubicBezTo>
                  <a:pt x="93682" y="128928"/>
                  <a:pt x="97198" y="125244"/>
                  <a:pt x="97282" y="120807"/>
                </a:cubicBezTo>
                <a:lnTo>
                  <a:pt x="97282" y="7953"/>
                </a:lnTo>
                <a:cubicBezTo>
                  <a:pt x="97198" y="3600"/>
                  <a:pt x="93598" y="0"/>
                  <a:pt x="891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8"/>
          <p:cNvSpPr/>
          <p:nvPr/>
        </p:nvSpPr>
        <p:spPr>
          <a:xfrm>
            <a:off x="6976307" y="1511094"/>
            <a:ext cx="1241633" cy="1500907"/>
          </a:xfrm>
          <a:custGeom>
            <a:avLst/>
            <a:gdLst/>
            <a:ahLst/>
            <a:cxnLst/>
            <a:rect l="l" t="t" r="r" b="b"/>
            <a:pathLst>
              <a:path w="81794" h="98874" extrusionOk="0">
                <a:moveTo>
                  <a:pt x="0" y="0"/>
                </a:moveTo>
                <a:lnTo>
                  <a:pt x="0" y="98873"/>
                </a:lnTo>
                <a:lnTo>
                  <a:pt x="81794" y="98873"/>
                </a:lnTo>
                <a:lnTo>
                  <a:pt x="81794" y="0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8"/>
          <p:cNvSpPr/>
          <p:nvPr/>
        </p:nvSpPr>
        <p:spPr>
          <a:xfrm>
            <a:off x="7513876" y="3086960"/>
            <a:ext cx="185560" cy="159086"/>
          </a:xfrm>
          <a:custGeom>
            <a:avLst/>
            <a:gdLst/>
            <a:ahLst/>
            <a:cxnLst/>
            <a:rect l="l" t="t" r="r" b="b"/>
            <a:pathLst>
              <a:path w="12224" h="10480" extrusionOk="0">
                <a:moveTo>
                  <a:pt x="5275" y="1"/>
                </a:moveTo>
                <a:cubicBezTo>
                  <a:pt x="2344" y="1"/>
                  <a:pt x="0" y="2345"/>
                  <a:pt x="0" y="5275"/>
                </a:cubicBezTo>
                <a:cubicBezTo>
                  <a:pt x="0" y="8397"/>
                  <a:pt x="2579" y="10480"/>
                  <a:pt x="5283" y="10480"/>
                </a:cubicBezTo>
                <a:cubicBezTo>
                  <a:pt x="6567" y="10480"/>
                  <a:pt x="7880" y="10010"/>
                  <a:pt x="8958" y="8959"/>
                </a:cubicBezTo>
                <a:cubicBezTo>
                  <a:pt x="12223" y="5693"/>
                  <a:pt x="9879" y="1"/>
                  <a:pt x="5275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8"/>
          <p:cNvSpPr/>
          <p:nvPr/>
        </p:nvSpPr>
        <p:spPr>
          <a:xfrm>
            <a:off x="7577419" y="1730946"/>
            <a:ext cx="584612" cy="583352"/>
          </a:xfrm>
          <a:custGeom>
            <a:avLst/>
            <a:gdLst/>
            <a:ahLst/>
            <a:cxnLst/>
            <a:rect l="l" t="t" r="r" b="b"/>
            <a:pathLst>
              <a:path w="38512" h="38429" extrusionOk="0">
                <a:moveTo>
                  <a:pt x="19339" y="14484"/>
                </a:moveTo>
                <a:cubicBezTo>
                  <a:pt x="16577" y="14484"/>
                  <a:pt x="14316" y="16745"/>
                  <a:pt x="14316" y="19507"/>
                </a:cubicBezTo>
                <a:cubicBezTo>
                  <a:pt x="14316" y="22569"/>
                  <a:pt x="16812" y="24594"/>
                  <a:pt x="19411" y="24594"/>
                </a:cubicBezTo>
                <a:cubicBezTo>
                  <a:pt x="20650" y="24594"/>
                  <a:pt x="21913" y="24134"/>
                  <a:pt x="22939" y="23107"/>
                </a:cubicBezTo>
                <a:cubicBezTo>
                  <a:pt x="26037" y="19926"/>
                  <a:pt x="23860" y="14484"/>
                  <a:pt x="19339" y="14484"/>
                </a:cubicBezTo>
                <a:close/>
                <a:moveTo>
                  <a:pt x="19256" y="9629"/>
                </a:moveTo>
                <a:cubicBezTo>
                  <a:pt x="25786" y="9629"/>
                  <a:pt x="30390" y="16075"/>
                  <a:pt x="28381" y="22354"/>
                </a:cubicBezTo>
                <a:cubicBezTo>
                  <a:pt x="27062" y="26229"/>
                  <a:pt x="23469" y="28886"/>
                  <a:pt x="19363" y="28886"/>
                </a:cubicBezTo>
                <a:cubicBezTo>
                  <a:pt x="19299" y="28886"/>
                  <a:pt x="19236" y="28885"/>
                  <a:pt x="19172" y="28884"/>
                </a:cubicBezTo>
                <a:cubicBezTo>
                  <a:pt x="12558" y="28884"/>
                  <a:pt x="7954" y="22438"/>
                  <a:pt x="10047" y="16159"/>
                </a:cubicBezTo>
                <a:cubicBezTo>
                  <a:pt x="11386" y="12224"/>
                  <a:pt x="15070" y="9629"/>
                  <a:pt x="19256" y="9629"/>
                </a:cubicBezTo>
                <a:close/>
                <a:moveTo>
                  <a:pt x="16242" y="1"/>
                </a:moveTo>
                <a:lnTo>
                  <a:pt x="16242" y="2847"/>
                </a:lnTo>
                <a:cubicBezTo>
                  <a:pt x="13898" y="3266"/>
                  <a:pt x="11721" y="4187"/>
                  <a:pt x="9879" y="5526"/>
                </a:cubicBezTo>
                <a:lnTo>
                  <a:pt x="7786" y="3517"/>
                </a:lnTo>
                <a:lnTo>
                  <a:pt x="3433" y="7787"/>
                </a:lnTo>
                <a:lnTo>
                  <a:pt x="5526" y="9796"/>
                </a:lnTo>
                <a:cubicBezTo>
                  <a:pt x="4186" y="11722"/>
                  <a:pt x="3265" y="13898"/>
                  <a:pt x="2847" y="16159"/>
                </a:cubicBezTo>
                <a:lnTo>
                  <a:pt x="0" y="16159"/>
                </a:lnTo>
                <a:lnTo>
                  <a:pt x="0" y="22270"/>
                </a:lnTo>
                <a:lnTo>
                  <a:pt x="2847" y="22270"/>
                </a:lnTo>
                <a:cubicBezTo>
                  <a:pt x="3265" y="24531"/>
                  <a:pt x="4186" y="26707"/>
                  <a:pt x="5526" y="28633"/>
                </a:cubicBezTo>
                <a:lnTo>
                  <a:pt x="3433" y="30642"/>
                </a:lnTo>
                <a:lnTo>
                  <a:pt x="7786" y="34912"/>
                </a:lnTo>
                <a:lnTo>
                  <a:pt x="9879" y="32903"/>
                </a:lnTo>
                <a:cubicBezTo>
                  <a:pt x="11721" y="34242"/>
                  <a:pt x="13898" y="35163"/>
                  <a:pt x="16242" y="35582"/>
                </a:cubicBezTo>
                <a:lnTo>
                  <a:pt x="16242" y="38428"/>
                </a:lnTo>
                <a:lnTo>
                  <a:pt x="22270" y="38428"/>
                </a:lnTo>
                <a:lnTo>
                  <a:pt x="22270" y="35582"/>
                </a:lnTo>
                <a:cubicBezTo>
                  <a:pt x="24614" y="35163"/>
                  <a:pt x="26790" y="34242"/>
                  <a:pt x="28716" y="32903"/>
                </a:cubicBezTo>
                <a:lnTo>
                  <a:pt x="30809" y="34996"/>
                </a:lnTo>
                <a:lnTo>
                  <a:pt x="35079" y="30642"/>
                </a:lnTo>
                <a:lnTo>
                  <a:pt x="33069" y="28633"/>
                </a:lnTo>
                <a:cubicBezTo>
                  <a:pt x="34325" y="26707"/>
                  <a:pt x="35246" y="24531"/>
                  <a:pt x="35665" y="22270"/>
                </a:cubicBezTo>
                <a:lnTo>
                  <a:pt x="38511" y="22270"/>
                </a:lnTo>
                <a:lnTo>
                  <a:pt x="38511" y="16242"/>
                </a:lnTo>
                <a:lnTo>
                  <a:pt x="35665" y="16242"/>
                </a:lnTo>
                <a:cubicBezTo>
                  <a:pt x="35246" y="13898"/>
                  <a:pt x="34325" y="11722"/>
                  <a:pt x="33069" y="9796"/>
                </a:cubicBezTo>
                <a:lnTo>
                  <a:pt x="35079" y="7787"/>
                </a:lnTo>
                <a:lnTo>
                  <a:pt x="30809" y="3517"/>
                </a:lnTo>
                <a:lnTo>
                  <a:pt x="28716" y="5526"/>
                </a:lnTo>
                <a:cubicBezTo>
                  <a:pt x="26790" y="4187"/>
                  <a:pt x="24614" y="3350"/>
                  <a:pt x="22270" y="2847"/>
                </a:cubicBezTo>
                <a:lnTo>
                  <a:pt x="222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8"/>
          <p:cNvSpPr/>
          <p:nvPr/>
        </p:nvSpPr>
        <p:spPr>
          <a:xfrm>
            <a:off x="7107204" y="1832622"/>
            <a:ext cx="432099" cy="430839"/>
          </a:xfrm>
          <a:custGeom>
            <a:avLst/>
            <a:gdLst/>
            <a:ahLst/>
            <a:cxnLst/>
            <a:rect l="l" t="t" r="r" b="b"/>
            <a:pathLst>
              <a:path w="28465" h="28382" extrusionOk="0">
                <a:moveTo>
                  <a:pt x="14316" y="10633"/>
                </a:moveTo>
                <a:cubicBezTo>
                  <a:pt x="12307" y="10633"/>
                  <a:pt x="10632" y="12307"/>
                  <a:pt x="10632" y="14400"/>
                </a:cubicBezTo>
                <a:cubicBezTo>
                  <a:pt x="10632" y="16628"/>
                  <a:pt x="12504" y="18154"/>
                  <a:pt x="14437" y="18154"/>
                </a:cubicBezTo>
                <a:cubicBezTo>
                  <a:pt x="15337" y="18154"/>
                  <a:pt x="16251" y="17824"/>
                  <a:pt x="16995" y="17079"/>
                </a:cubicBezTo>
                <a:cubicBezTo>
                  <a:pt x="19339" y="14651"/>
                  <a:pt x="17665" y="10633"/>
                  <a:pt x="14316" y="10633"/>
                </a:cubicBezTo>
                <a:close/>
                <a:moveTo>
                  <a:pt x="14232" y="7033"/>
                </a:moveTo>
                <a:cubicBezTo>
                  <a:pt x="19088" y="7033"/>
                  <a:pt x="22521" y="11805"/>
                  <a:pt x="21014" y="16493"/>
                </a:cubicBezTo>
                <a:cubicBezTo>
                  <a:pt x="20093" y="19340"/>
                  <a:pt x="17330" y="21349"/>
                  <a:pt x="14232" y="21349"/>
                </a:cubicBezTo>
                <a:cubicBezTo>
                  <a:pt x="9377" y="21265"/>
                  <a:pt x="5944" y="16493"/>
                  <a:pt x="7535" y="11889"/>
                </a:cubicBezTo>
                <a:lnTo>
                  <a:pt x="7451" y="11889"/>
                </a:lnTo>
                <a:cubicBezTo>
                  <a:pt x="8372" y="8958"/>
                  <a:pt x="11135" y="7033"/>
                  <a:pt x="14232" y="7033"/>
                </a:cubicBezTo>
                <a:close/>
                <a:moveTo>
                  <a:pt x="11972" y="0"/>
                </a:moveTo>
                <a:lnTo>
                  <a:pt x="11972" y="2093"/>
                </a:lnTo>
                <a:cubicBezTo>
                  <a:pt x="10298" y="2428"/>
                  <a:pt x="8707" y="3098"/>
                  <a:pt x="7284" y="4103"/>
                </a:cubicBezTo>
                <a:lnTo>
                  <a:pt x="5777" y="2596"/>
                </a:lnTo>
                <a:lnTo>
                  <a:pt x="2595" y="5693"/>
                </a:lnTo>
                <a:lnTo>
                  <a:pt x="4102" y="7200"/>
                </a:lnTo>
                <a:cubicBezTo>
                  <a:pt x="3098" y="8623"/>
                  <a:pt x="2428" y="10214"/>
                  <a:pt x="2177" y="11972"/>
                </a:cubicBezTo>
                <a:lnTo>
                  <a:pt x="2093" y="11889"/>
                </a:lnTo>
                <a:lnTo>
                  <a:pt x="0" y="11889"/>
                </a:lnTo>
                <a:lnTo>
                  <a:pt x="0" y="16493"/>
                </a:lnTo>
                <a:lnTo>
                  <a:pt x="2093" y="16493"/>
                </a:lnTo>
                <a:cubicBezTo>
                  <a:pt x="2428" y="18167"/>
                  <a:pt x="3098" y="19758"/>
                  <a:pt x="4102" y="21181"/>
                </a:cubicBezTo>
                <a:lnTo>
                  <a:pt x="2595" y="22688"/>
                </a:lnTo>
                <a:lnTo>
                  <a:pt x="5693" y="25786"/>
                </a:lnTo>
                <a:lnTo>
                  <a:pt x="7200" y="24363"/>
                </a:lnTo>
                <a:cubicBezTo>
                  <a:pt x="8623" y="25284"/>
                  <a:pt x="10214" y="25953"/>
                  <a:pt x="11972" y="26288"/>
                </a:cubicBezTo>
                <a:lnTo>
                  <a:pt x="11972" y="28381"/>
                </a:lnTo>
                <a:lnTo>
                  <a:pt x="16493" y="28381"/>
                </a:lnTo>
                <a:lnTo>
                  <a:pt x="16493" y="26288"/>
                </a:lnTo>
                <a:cubicBezTo>
                  <a:pt x="18167" y="25953"/>
                  <a:pt x="19758" y="25284"/>
                  <a:pt x="21181" y="24363"/>
                </a:cubicBezTo>
                <a:lnTo>
                  <a:pt x="22772" y="25870"/>
                </a:lnTo>
                <a:lnTo>
                  <a:pt x="25869" y="22772"/>
                </a:lnTo>
                <a:lnTo>
                  <a:pt x="24362" y="21265"/>
                </a:lnTo>
                <a:cubicBezTo>
                  <a:pt x="25367" y="19758"/>
                  <a:pt x="26037" y="18167"/>
                  <a:pt x="26372" y="16493"/>
                </a:cubicBezTo>
                <a:lnTo>
                  <a:pt x="28465" y="16493"/>
                </a:lnTo>
                <a:lnTo>
                  <a:pt x="28465" y="11972"/>
                </a:lnTo>
                <a:lnTo>
                  <a:pt x="26372" y="11972"/>
                </a:lnTo>
                <a:cubicBezTo>
                  <a:pt x="26037" y="10214"/>
                  <a:pt x="25367" y="8623"/>
                  <a:pt x="24362" y="7200"/>
                </a:cubicBezTo>
                <a:lnTo>
                  <a:pt x="25869" y="5693"/>
                </a:lnTo>
                <a:lnTo>
                  <a:pt x="22772" y="2596"/>
                </a:lnTo>
                <a:lnTo>
                  <a:pt x="21265" y="4103"/>
                </a:lnTo>
                <a:cubicBezTo>
                  <a:pt x="19842" y="3098"/>
                  <a:pt x="18167" y="2428"/>
                  <a:pt x="16493" y="2093"/>
                </a:cubicBezTo>
                <a:lnTo>
                  <a:pt x="164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8"/>
          <p:cNvSpPr/>
          <p:nvPr/>
        </p:nvSpPr>
        <p:spPr>
          <a:xfrm>
            <a:off x="7225395" y="2240569"/>
            <a:ext cx="636710" cy="635450"/>
          </a:xfrm>
          <a:custGeom>
            <a:avLst/>
            <a:gdLst/>
            <a:ahLst/>
            <a:cxnLst/>
            <a:rect l="l" t="t" r="r" b="b"/>
            <a:pathLst>
              <a:path w="41944" h="41861" extrusionOk="0">
                <a:moveTo>
                  <a:pt x="21243" y="15752"/>
                </a:moveTo>
                <a:cubicBezTo>
                  <a:pt x="20950" y="15752"/>
                  <a:pt x="20650" y="15775"/>
                  <a:pt x="20344" y="15823"/>
                </a:cubicBezTo>
                <a:cubicBezTo>
                  <a:pt x="17414" y="16242"/>
                  <a:pt x="15321" y="19005"/>
                  <a:pt x="15823" y="22019"/>
                </a:cubicBezTo>
                <a:cubicBezTo>
                  <a:pt x="16280" y="24914"/>
                  <a:pt x="18709" y="26576"/>
                  <a:pt x="21185" y="26576"/>
                </a:cubicBezTo>
                <a:cubicBezTo>
                  <a:pt x="22790" y="26576"/>
                  <a:pt x="24415" y="25877"/>
                  <a:pt x="25534" y="24363"/>
                </a:cubicBezTo>
                <a:cubicBezTo>
                  <a:pt x="28198" y="20680"/>
                  <a:pt x="25510" y="15752"/>
                  <a:pt x="21243" y="15752"/>
                </a:cubicBezTo>
                <a:close/>
                <a:moveTo>
                  <a:pt x="21052" y="10506"/>
                </a:moveTo>
                <a:cubicBezTo>
                  <a:pt x="27354" y="10506"/>
                  <a:pt x="32385" y="16206"/>
                  <a:pt x="31227" y="22688"/>
                </a:cubicBezTo>
                <a:cubicBezTo>
                  <a:pt x="30474" y="27125"/>
                  <a:pt x="26958" y="30474"/>
                  <a:pt x="22604" y="31144"/>
                </a:cubicBezTo>
                <a:cubicBezTo>
                  <a:pt x="22054" y="31229"/>
                  <a:pt x="21510" y="31270"/>
                  <a:pt x="20975" y="31270"/>
                </a:cubicBezTo>
                <a:cubicBezTo>
                  <a:pt x="14673" y="31270"/>
                  <a:pt x="9642" y="25571"/>
                  <a:pt x="10800" y="19088"/>
                </a:cubicBezTo>
                <a:cubicBezTo>
                  <a:pt x="11470" y="14735"/>
                  <a:pt x="14986" y="11302"/>
                  <a:pt x="19423" y="10633"/>
                </a:cubicBezTo>
                <a:cubicBezTo>
                  <a:pt x="19973" y="10548"/>
                  <a:pt x="20517" y="10506"/>
                  <a:pt x="21052" y="10506"/>
                </a:cubicBezTo>
                <a:close/>
                <a:moveTo>
                  <a:pt x="21097" y="0"/>
                </a:moveTo>
                <a:lnTo>
                  <a:pt x="17916" y="503"/>
                </a:lnTo>
                <a:lnTo>
                  <a:pt x="14651" y="1005"/>
                </a:lnTo>
                <a:lnTo>
                  <a:pt x="15153" y="4019"/>
                </a:lnTo>
                <a:cubicBezTo>
                  <a:pt x="12725" y="4856"/>
                  <a:pt x="10632" y="6196"/>
                  <a:pt x="8791" y="7870"/>
                </a:cubicBezTo>
                <a:lnTo>
                  <a:pt x="6279" y="6112"/>
                </a:lnTo>
                <a:lnTo>
                  <a:pt x="2428" y="11302"/>
                </a:lnTo>
                <a:lnTo>
                  <a:pt x="4856" y="13144"/>
                </a:lnTo>
                <a:cubicBezTo>
                  <a:pt x="3767" y="15405"/>
                  <a:pt x="3181" y="17833"/>
                  <a:pt x="3098" y="20344"/>
                </a:cubicBezTo>
                <a:lnTo>
                  <a:pt x="0" y="20846"/>
                </a:lnTo>
                <a:lnTo>
                  <a:pt x="1005" y="27293"/>
                </a:lnTo>
                <a:lnTo>
                  <a:pt x="4102" y="26791"/>
                </a:lnTo>
                <a:cubicBezTo>
                  <a:pt x="4939" y="29135"/>
                  <a:pt x="6195" y="31311"/>
                  <a:pt x="7953" y="33153"/>
                </a:cubicBezTo>
                <a:lnTo>
                  <a:pt x="6112" y="35665"/>
                </a:lnTo>
                <a:lnTo>
                  <a:pt x="11386" y="39516"/>
                </a:lnTo>
                <a:lnTo>
                  <a:pt x="13144" y="37004"/>
                </a:lnTo>
                <a:cubicBezTo>
                  <a:pt x="15404" y="38093"/>
                  <a:pt x="17916" y="38679"/>
                  <a:pt x="20428" y="38762"/>
                </a:cubicBezTo>
                <a:lnTo>
                  <a:pt x="20930" y="41860"/>
                </a:lnTo>
                <a:lnTo>
                  <a:pt x="24195" y="41358"/>
                </a:lnTo>
                <a:lnTo>
                  <a:pt x="27376" y="40855"/>
                </a:lnTo>
                <a:lnTo>
                  <a:pt x="26958" y="37842"/>
                </a:lnTo>
                <a:cubicBezTo>
                  <a:pt x="29302" y="37004"/>
                  <a:pt x="31478" y="35665"/>
                  <a:pt x="33237" y="33990"/>
                </a:cubicBezTo>
                <a:lnTo>
                  <a:pt x="35748" y="35832"/>
                </a:lnTo>
                <a:lnTo>
                  <a:pt x="39599" y="30558"/>
                </a:lnTo>
                <a:lnTo>
                  <a:pt x="37088" y="28716"/>
                </a:lnTo>
                <a:cubicBezTo>
                  <a:pt x="38176" y="26456"/>
                  <a:pt x="38846" y="24028"/>
                  <a:pt x="38929" y="21516"/>
                </a:cubicBezTo>
                <a:lnTo>
                  <a:pt x="41943" y="21014"/>
                </a:lnTo>
                <a:lnTo>
                  <a:pt x="40939" y="14568"/>
                </a:lnTo>
                <a:lnTo>
                  <a:pt x="37925" y="15070"/>
                </a:lnTo>
                <a:cubicBezTo>
                  <a:pt x="37088" y="12642"/>
                  <a:pt x="35748" y="10549"/>
                  <a:pt x="34074" y="8707"/>
                </a:cubicBezTo>
                <a:lnTo>
                  <a:pt x="35916" y="6196"/>
                </a:lnTo>
                <a:lnTo>
                  <a:pt x="30641" y="2344"/>
                </a:lnTo>
                <a:lnTo>
                  <a:pt x="28799" y="4856"/>
                </a:lnTo>
                <a:cubicBezTo>
                  <a:pt x="26539" y="3684"/>
                  <a:pt x="24111" y="3098"/>
                  <a:pt x="21600" y="3014"/>
                </a:cubicBezTo>
                <a:lnTo>
                  <a:pt x="2109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9"/>
          <p:cNvSpPr/>
          <p:nvPr/>
        </p:nvSpPr>
        <p:spPr>
          <a:xfrm rot="10800000">
            <a:off x="5511050" y="1902938"/>
            <a:ext cx="2326500" cy="381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9"/>
          <p:cNvSpPr/>
          <p:nvPr/>
        </p:nvSpPr>
        <p:spPr>
          <a:xfrm rot="10800000">
            <a:off x="5511050" y="2606325"/>
            <a:ext cx="2326500" cy="381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29"/>
          <p:cNvSpPr/>
          <p:nvPr/>
        </p:nvSpPr>
        <p:spPr>
          <a:xfrm rot="10800000">
            <a:off x="5511050" y="3309688"/>
            <a:ext cx="2326500" cy="38100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29"/>
          <p:cNvSpPr txBox="1">
            <a:spLocks noGrp="1"/>
          </p:cNvSpPr>
          <p:nvPr>
            <p:ph type="ctrTitle" idx="4"/>
          </p:nvPr>
        </p:nvSpPr>
        <p:spPr>
          <a:xfrm>
            <a:off x="256200" y="637927"/>
            <a:ext cx="7833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FUTURE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51" name="Google Shape;451;p29"/>
          <p:cNvSpPr/>
          <p:nvPr/>
        </p:nvSpPr>
        <p:spPr>
          <a:xfrm>
            <a:off x="7903950" y="1849475"/>
            <a:ext cx="423900" cy="4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29"/>
          <p:cNvSpPr/>
          <p:nvPr/>
        </p:nvSpPr>
        <p:spPr>
          <a:xfrm>
            <a:off x="7903950" y="2550825"/>
            <a:ext cx="423900" cy="4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9"/>
          <p:cNvSpPr/>
          <p:nvPr/>
        </p:nvSpPr>
        <p:spPr>
          <a:xfrm>
            <a:off x="8021111" y="2667988"/>
            <a:ext cx="189568" cy="189570"/>
          </a:xfrm>
          <a:custGeom>
            <a:avLst/>
            <a:gdLst/>
            <a:ahLst/>
            <a:cxnLst/>
            <a:rect l="l" t="t" r="r" b="b"/>
            <a:pathLst>
              <a:path w="92472" h="92473" extrusionOk="0">
                <a:moveTo>
                  <a:pt x="67996" y="0"/>
                </a:moveTo>
                <a:cubicBezTo>
                  <a:pt x="66508" y="0"/>
                  <a:pt x="65294" y="1200"/>
                  <a:pt x="65294" y="2702"/>
                </a:cubicBezTo>
                <a:lnTo>
                  <a:pt x="65294" y="21760"/>
                </a:lnTo>
                <a:lnTo>
                  <a:pt x="46236" y="21760"/>
                </a:lnTo>
                <a:cubicBezTo>
                  <a:pt x="44733" y="21760"/>
                  <a:pt x="43534" y="22974"/>
                  <a:pt x="43534" y="24462"/>
                </a:cubicBezTo>
                <a:lnTo>
                  <a:pt x="43534" y="43520"/>
                </a:lnTo>
                <a:lnTo>
                  <a:pt x="24476" y="43520"/>
                </a:lnTo>
                <a:cubicBezTo>
                  <a:pt x="22974" y="43520"/>
                  <a:pt x="21760" y="44734"/>
                  <a:pt x="21760" y="46236"/>
                </a:cubicBezTo>
                <a:lnTo>
                  <a:pt x="21760" y="65280"/>
                </a:lnTo>
                <a:lnTo>
                  <a:pt x="2717" y="65280"/>
                </a:lnTo>
                <a:cubicBezTo>
                  <a:pt x="1214" y="65280"/>
                  <a:pt x="0" y="66493"/>
                  <a:pt x="0" y="67996"/>
                </a:cubicBezTo>
                <a:lnTo>
                  <a:pt x="0" y="89756"/>
                </a:lnTo>
                <a:cubicBezTo>
                  <a:pt x="0" y="91259"/>
                  <a:pt x="1214" y="92472"/>
                  <a:pt x="2717" y="92472"/>
                </a:cubicBezTo>
                <a:lnTo>
                  <a:pt x="89770" y="92472"/>
                </a:lnTo>
                <a:cubicBezTo>
                  <a:pt x="91258" y="92472"/>
                  <a:pt x="92472" y="91259"/>
                  <a:pt x="92472" y="89756"/>
                </a:cubicBezTo>
                <a:lnTo>
                  <a:pt x="92472" y="2702"/>
                </a:lnTo>
                <a:cubicBezTo>
                  <a:pt x="92472" y="1200"/>
                  <a:pt x="91258" y="0"/>
                  <a:pt x="89770" y="0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9"/>
          <p:cNvSpPr/>
          <p:nvPr/>
        </p:nvSpPr>
        <p:spPr>
          <a:xfrm>
            <a:off x="8009275" y="1985963"/>
            <a:ext cx="213239" cy="196180"/>
          </a:xfrm>
          <a:custGeom>
            <a:avLst/>
            <a:gdLst/>
            <a:ahLst/>
            <a:cxnLst/>
            <a:rect l="l" t="t" r="r" b="b"/>
            <a:pathLst>
              <a:path w="92112" h="84743" extrusionOk="0">
                <a:moveTo>
                  <a:pt x="25329" y="1"/>
                </a:moveTo>
                <a:cubicBezTo>
                  <a:pt x="11054" y="1"/>
                  <a:pt x="1" y="11069"/>
                  <a:pt x="1" y="25330"/>
                </a:cubicBezTo>
                <a:cubicBezTo>
                  <a:pt x="1" y="42827"/>
                  <a:pt x="15649" y="57117"/>
                  <a:pt x="39605" y="78299"/>
                </a:cubicBezTo>
                <a:lnTo>
                  <a:pt x="46049" y="84743"/>
                </a:lnTo>
                <a:lnTo>
                  <a:pt x="52493" y="78299"/>
                </a:lnTo>
                <a:cubicBezTo>
                  <a:pt x="76449" y="57131"/>
                  <a:pt x="92111" y="42841"/>
                  <a:pt x="92111" y="25344"/>
                </a:cubicBezTo>
                <a:cubicBezTo>
                  <a:pt x="92111" y="11069"/>
                  <a:pt x="81043" y="15"/>
                  <a:pt x="66768" y="15"/>
                </a:cubicBezTo>
                <a:cubicBezTo>
                  <a:pt x="58951" y="15"/>
                  <a:pt x="51106" y="3700"/>
                  <a:pt x="46049" y="9682"/>
                </a:cubicBezTo>
                <a:cubicBezTo>
                  <a:pt x="40992" y="3685"/>
                  <a:pt x="33160" y="1"/>
                  <a:pt x="25329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52643"/>
              </a:solidFill>
            </a:endParaRPr>
          </a:p>
        </p:txBody>
      </p:sp>
      <p:sp>
        <p:nvSpPr>
          <p:cNvPr id="455" name="Google Shape;455;p29"/>
          <p:cNvSpPr/>
          <p:nvPr/>
        </p:nvSpPr>
        <p:spPr>
          <a:xfrm>
            <a:off x="7903950" y="3252175"/>
            <a:ext cx="423900" cy="423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6" name="Google Shape;456;p29"/>
          <p:cNvGrpSpPr/>
          <p:nvPr/>
        </p:nvGrpSpPr>
        <p:grpSpPr>
          <a:xfrm>
            <a:off x="7983117" y="3343406"/>
            <a:ext cx="265543" cy="269920"/>
            <a:chOff x="4151375" y="238125"/>
            <a:chExt cx="2141475" cy="2176775"/>
          </a:xfrm>
        </p:grpSpPr>
        <p:sp>
          <p:nvSpPr>
            <p:cNvPr id="457" name="Google Shape;457;p29"/>
            <p:cNvSpPr/>
            <p:nvPr/>
          </p:nvSpPr>
          <p:spPr>
            <a:xfrm>
              <a:off x="4151375" y="399250"/>
              <a:ext cx="2141475" cy="2015650"/>
            </a:xfrm>
            <a:custGeom>
              <a:avLst/>
              <a:gdLst/>
              <a:ahLst/>
              <a:cxnLst/>
              <a:rect l="l" t="t" r="r" b="b"/>
              <a:pathLst>
                <a:path w="85659" h="80626" extrusionOk="0">
                  <a:moveTo>
                    <a:pt x="7003" y="0"/>
                  </a:moveTo>
                  <a:cubicBezTo>
                    <a:pt x="3144" y="0"/>
                    <a:pt x="1" y="3123"/>
                    <a:pt x="1" y="7002"/>
                  </a:cubicBezTo>
                  <a:lnTo>
                    <a:pt x="1" y="55620"/>
                  </a:lnTo>
                  <a:cubicBezTo>
                    <a:pt x="1" y="59499"/>
                    <a:pt x="3144" y="62623"/>
                    <a:pt x="7003" y="62623"/>
                  </a:cubicBezTo>
                  <a:lnTo>
                    <a:pt x="31033" y="62623"/>
                  </a:lnTo>
                  <a:lnTo>
                    <a:pt x="31033" y="72012"/>
                  </a:lnTo>
                  <a:lnTo>
                    <a:pt x="27234" y="72012"/>
                  </a:lnTo>
                  <a:cubicBezTo>
                    <a:pt x="24887" y="72072"/>
                    <a:pt x="23017" y="73981"/>
                    <a:pt x="23017" y="76309"/>
                  </a:cubicBezTo>
                  <a:cubicBezTo>
                    <a:pt x="23017" y="78656"/>
                    <a:pt x="24887" y="80566"/>
                    <a:pt x="27234" y="80625"/>
                  </a:cubicBezTo>
                  <a:lnTo>
                    <a:pt x="58426" y="80625"/>
                  </a:lnTo>
                  <a:cubicBezTo>
                    <a:pt x="60773" y="80566"/>
                    <a:pt x="62643" y="78656"/>
                    <a:pt x="62643" y="76309"/>
                  </a:cubicBezTo>
                  <a:cubicBezTo>
                    <a:pt x="62643" y="73981"/>
                    <a:pt x="60773" y="72072"/>
                    <a:pt x="58426" y="72012"/>
                  </a:cubicBezTo>
                  <a:lnTo>
                    <a:pt x="54646" y="72012"/>
                  </a:lnTo>
                  <a:lnTo>
                    <a:pt x="54646" y="62623"/>
                  </a:lnTo>
                  <a:lnTo>
                    <a:pt x="78656" y="62623"/>
                  </a:lnTo>
                  <a:cubicBezTo>
                    <a:pt x="82535" y="62623"/>
                    <a:pt x="85659" y="59499"/>
                    <a:pt x="85659" y="55620"/>
                  </a:cubicBezTo>
                  <a:lnTo>
                    <a:pt x="85659" y="7002"/>
                  </a:lnTo>
                  <a:cubicBezTo>
                    <a:pt x="85659" y="3123"/>
                    <a:pt x="82535" y="0"/>
                    <a:pt x="78656" y="0"/>
                  </a:cubicBezTo>
                  <a:lnTo>
                    <a:pt x="65925" y="0"/>
                  </a:lnTo>
                  <a:lnTo>
                    <a:pt x="65925" y="5749"/>
                  </a:lnTo>
                  <a:lnTo>
                    <a:pt x="78656" y="5749"/>
                  </a:lnTo>
                  <a:cubicBezTo>
                    <a:pt x="79353" y="5749"/>
                    <a:pt x="79930" y="6306"/>
                    <a:pt x="79930" y="7002"/>
                  </a:cubicBezTo>
                  <a:lnTo>
                    <a:pt x="79930" y="55620"/>
                  </a:lnTo>
                  <a:cubicBezTo>
                    <a:pt x="79930" y="56317"/>
                    <a:pt x="79353" y="56893"/>
                    <a:pt x="78656" y="56893"/>
                  </a:cubicBezTo>
                  <a:lnTo>
                    <a:pt x="7003" y="56893"/>
                  </a:lnTo>
                  <a:cubicBezTo>
                    <a:pt x="6307" y="56893"/>
                    <a:pt x="5750" y="56317"/>
                    <a:pt x="5750" y="55620"/>
                  </a:cubicBezTo>
                  <a:lnTo>
                    <a:pt x="5750" y="7002"/>
                  </a:lnTo>
                  <a:cubicBezTo>
                    <a:pt x="5750" y="6306"/>
                    <a:pt x="6307" y="5749"/>
                    <a:pt x="7003" y="5749"/>
                  </a:cubicBezTo>
                  <a:lnTo>
                    <a:pt x="19734" y="5749"/>
                  </a:lnTo>
                  <a:lnTo>
                    <a:pt x="19734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4788450" y="238125"/>
              <a:ext cx="867350" cy="1403950"/>
            </a:xfrm>
            <a:custGeom>
              <a:avLst/>
              <a:gdLst/>
              <a:ahLst/>
              <a:cxnLst/>
              <a:rect l="l" t="t" r="r" b="b"/>
              <a:pathLst>
                <a:path w="34694" h="56158" extrusionOk="0">
                  <a:moveTo>
                    <a:pt x="28964" y="5749"/>
                  </a:moveTo>
                  <a:lnTo>
                    <a:pt x="28964" y="45873"/>
                  </a:lnTo>
                  <a:lnTo>
                    <a:pt x="5729" y="45873"/>
                  </a:lnTo>
                  <a:lnTo>
                    <a:pt x="5729" y="5749"/>
                  </a:lnTo>
                  <a:close/>
                  <a:moveTo>
                    <a:pt x="17360" y="48060"/>
                  </a:moveTo>
                  <a:cubicBezTo>
                    <a:pt x="18003" y="48060"/>
                    <a:pt x="18661" y="48301"/>
                    <a:pt x="19197" y="48837"/>
                  </a:cubicBezTo>
                  <a:cubicBezTo>
                    <a:pt x="20848" y="50468"/>
                    <a:pt x="19674" y="53293"/>
                    <a:pt x="17347" y="53293"/>
                  </a:cubicBezTo>
                  <a:cubicBezTo>
                    <a:pt x="15895" y="53293"/>
                    <a:pt x="14741" y="52119"/>
                    <a:pt x="14741" y="50687"/>
                  </a:cubicBezTo>
                  <a:cubicBezTo>
                    <a:pt x="14741" y="49101"/>
                    <a:pt x="16020" y="48060"/>
                    <a:pt x="17360" y="48060"/>
                  </a:cubicBezTo>
                  <a:close/>
                  <a:moveTo>
                    <a:pt x="5351" y="0"/>
                  </a:moveTo>
                  <a:cubicBezTo>
                    <a:pt x="2387" y="0"/>
                    <a:pt x="0" y="2407"/>
                    <a:pt x="0" y="5351"/>
                  </a:cubicBezTo>
                  <a:lnTo>
                    <a:pt x="0" y="50806"/>
                  </a:lnTo>
                  <a:cubicBezTo>
                    <a:pt x="0" y="53770"/>
                    <a:pt x="2387" y="56157"/>
                    <a:pt x="5351" y="56157"/>
                  </a:cubicBezTo>
                  <a:lnTo>
                    <a:pt x="29342" y="56157"/>
                  </a:lnTo>
                  <a:cubicBezTo>
                    <a:pt x="32306" y="56157"/>
                    <a:pt x="34693" y="53770"/>
                    <a:pt x="34693" y="50806"/>
                  </a:cubicBezTo>
                  <a:lnTo>
                    <a:pt x="34693" y="5351"/>
                  </a:lnTo>
                  <a:cubicBezTo>
                    <a:pt x="34693" y="2407"/>
                    <a:pt x="32306" y="0"/>
                    <a:pt x="29342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9" name="Google Shape;459;p29"/>
          <p:cNvCxnSpPr/>
          <p:nvPr/>
        </p:nvCxnSpPr>
        <p:spPr>
          <a:xfrm>
            <a:off x="5882725" y="1195336"/>
            <a:ext cx="3340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0" name="Google Shape;460;p29"/>
          <p:cNvSpPr/>
          <p:nvPr/>
        </p:nvSpPr>
        <p:spPr>
          <a:xfrm>
            <a:off x="2634654" y="3249946"/>
            <a:ext cx="621066" cy="619705"/>
          </a:xfrm>
          <a:custGeom>
            <a:avLst/>
            <a:gdLst/>
            <a:ahLst/>
            <a:cxnLst/>
            <a:rect l="l" t="t" r="r" b="b"/>
            <a:pathLst>
              <a:path w="41529" h="41438" extrusionOk="0">
                <a:moveTo>
                  <a:pt x="3025" y="1"/>
                </a:moveTo>
                <a:lnTo>
                  <a:pt x="0" y="41438"/>
                </a:lnTo>
                <a:lnTo>
                  <a:pt x="41529" y="41438"/>
                </a:lnTo>
                <a:lnTo>
                  <a:pt x="38504" y="1"/>
                </a:lnTo>
                <a:close/>
              </a:path>
            </a:pathLst>
          </a:custGeom>
          <a:solidFill>
            <a:srgbClr val="1612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9"/>
          <p:cNvSpPr/>
          <p:nvPr/>
        </p:nvSpPr>
        <p:spPr>
          <a:xfrm>
            <a:off x="2492071" y="3754486"/>
            <a:ext cx="906228" cy="115168"/>
          </a:xfrm>
          <a:custGeom>
            <a:avLst/>
            <a:gdLst/>
            <a:ahLst/>
            <a:cxnLst/>
            <a:rect l="l" t="t" r="r" b="b"/>
            <a:pathLst>
              <a:path w="60597" h="7701" extrusionOk="0">
                <a:moveTo>
                  <a:pt x="0" y="0"/>
                </a:moveTo>
                <a:lnTo>
                  <a:pt x="0" y="7701"/>
                </a:lnTo>
                <a:lnTo>
                  <a:pt x="60597" y="7701"/>
                </a:lnTo>
                <a:lnTo>
                  <a:pt x="60597" y="0"/>
                </a:lnTo>
                <a:close/>
              </a:path>
            </a:pathLst>
          </a:custGeom>
          <a:solidFill>
            <a:srgbClr val="16123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9"/>
          <p:cNvSpPr/>
          <p:nvPr/>
        </p:nvSpPr>
        <p:spPr>
          <a:xfrm>
            <a:off x="1402108" y="1357975"/>
            <a:ext cx="3086129" cy="2093521"/>
          </a:xfrm>
          <a:custGeom>
            <a:avLst/>
            <a:gdLst/>
            <a:ahLst/>
            <a:cxnLst/>
            <a:rect l="l" t="t" r="r" b="b"/>
            <a:pathLst>
              <a:path w="206361" h="139988" extrusionOk="0">
                <a:moveTo>
                  <a:pt x="5501" y="0"/>
                </a:moveTo>
                <a:cubicBezTo>
                  <a:pt x="2476" y="0"/>
                  <a:pt x="1" y="2475"/>
                  <a:pt x="1" y="5500"/>
                </a:cubicBezTo>
                <a:lnTo>
                  <a:pt x="1" y="134487"/>
                </a:lnTo>
                <a:cubicBezTo>
                  <a:pt x="1" y="137512"/>
                  <a:pt x="2476" y="139987"/>
                  <a:pt x="5501" y="139987"/>
                </a:cubicBezTo>
                <a:lnTo>
                  <a:pt x="200860" y="139987"/>
                </a:lnTo>
                <a:cubicBezTo>
                  <a:pt x="203885" y="139987"/>
                  <a:pt x="206360" y="137512"/>
                  <a:pt x="206360" y="134487"/>
                </a:cubicBezTo>
                <a:lnTo>
                  <a:pt x="206360" y="5500"/>
                </a:lnTo>
                <a:cubicBezTo>
                  <a:pt x="206360" y="2475"/>
                  <a:pt x="203885" y="0"/>
                  <a:pt x="2008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9"/>
          <p:cNvSpPr/>
          <p:nvPr/>
        </p:nvSpPr>
        <p:spPr>
          <a:xfrm>
            <a:off x="1483001" y="1440228"/>
            <a:ext cx="2924346" cy="1643839"/>
          </a:xfrm>
          <a:custGeom>
            <a:avLst/>
            <a:gdLst/>
            <a:ahLst/>
            <a:cxnLst/>
            <a:rect l="l" t="t" r="r" b="b"/>
            <a:pathLst>
              <a:path w="195543" h="109919" extrusionOk="0">
                <a:moveTo>
                  <a:pt x="0" y="0"/>
                </a:moveTo>
                <a:lnTo>
                  <a:pt x="0" y="109918"/>
                </a:lnTo>
                <a:lnTo>
                  <a:pt x="195543" y="109918"/>
                </a:lnTo>
                <a:lnTo>
                  <a:pt x="195543" y="0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9"/>
          <p:cNvSpPr/>
          <p:nvPr/>
        </p:nvSpPr>
        <p:spPr>
          <a:xfrm>
            <a:off x="1402108" y="3173181"/>
            <a:ext cx="3086129" cy="278328"/>
          </a:xfrm>
          <a:custGeom>
            <a:avLst/>
            <a:gdLst/>
            <a:ahLst/>
            <a:cxnLst/>
            <a:rect l="l" t="t" r="r" b="b"/>
            <a:pathLst>
              <a:path w="206361" h="18611" extrusionOk="0">
                <a:moveTo>
                  <a:pt x="1" y="0"/>
                </a:moveTo>
                <a:lnTo>
                  <a:pt x="1" y="13110"/>
                </a:lnTo>
                <a:cubicBezTo>
                  <a:pt x="1" y="16135"/>
                  <a:pt x="2476" y="18610"/>
                  <a:pt x="5501" y="18610"/>
                </a:cubicBezTo>
                <a:lnTo>
                  <a:pt x="200860" y="18610"/>
                </a:lnTo>
                <a:cubicBezTo>
                  <a:pt x="203885" y="18610"/>
                  <a:pt x="206360" y="16135"/>
                  <a:pt x="206360" y="13110"/>
                </a:cubicBezTo>
                <a:lnTo>
                  <a:pt x="206360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9"/>
          <p:cNvSpPr/>
          <p:nvPr/>
        </p:nvSpPr>
        <p:spPr>
          <a:xfrm>
            <a:off x="1483001" y="1440228"/>
            <a:ext cx="2924346" cy="120657"/>
          </a:xfrm>
          <a:custGeom>
            <a:avLst/>
            <a:gdLst/>
            <a:ahLst/>
            <a:cxnLst/>
            <a:rect l="l" t="t" r="r" b="b"/>
            <a:pathLst>
              <a:path w="195543" h="8068" extrusionOk="0">
                <a:moveTo>
                  <a:pt x="0" y="0"/>
                </a:moveTo>
                <a:lnTo>
                  <a:pt x="0" y="8068"/>
                </a:lnTo>
                <a:lnTo>
                  <a:pt x="195543" y="8068"/>
                </a:lnTo>
                <a:lnTo>
                  <a:pt x="195543" y="0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9"/>
          <p:cNvSpPr/>
          <p:nvPr/>
        </p:nvSpPr>
        <p:spPr>
          <a:xfrm>
            <a:off x="1483001" y="1560871"/>
            <a:ext cx="2924346" cy="119296"/>
          </a:xfrm>
          <a:custGeom>
            <a:avLst/>
            <a:gdLst/>
            <a:ahLst/>
            <a:cxnLst/>
            <a:rect l="l" t="t" r="r" b="b"/>
            <a:pathLst>
              <a:path w="195543" h="7977" extrusionOk="0">
                <a:moveTo>
                  <a:pt x="0" y="1"/>
                </a:moveTo>
                <a:lnTo>
                  <a:pt x="0" y="7977"/>
                </a:lnTo>
                <a:lnTo>
                  <a:pt x="195543" y="7977"/>
                </a:lnTo>
                <a:lnTo>
                  <a:pt x="19554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9"/>
          <p:cNvSpPr/>
          <p:nvPr/>
        </p:nvSpPr>
        <p:spPr>
          <a:xfrm>
            <a:off x="3858959" y="1560871"/>
            <a:ext cx="548415" cy="119296"/>
          </a:xfrm>
          <a:custGeom>
            <a:avLst/>
            <a:gdLst/>
            <a:ahLst/>
            <a:cxnLst/>
            <a:rect l="l" t="t" r="r" b="b"/>
            <a:pathLst>
              <a:path w="36671" h="7977" extrusionOk="0">
                <a:moveTo>
                  <a:pt x="1" y="1"/>
                </a:moveTo>
                <a:lnTo>
                  <a:pt x="1" y="7977"/>
                </a:lnTo>
                <a:lnTo>
                  <a:pt x="36671" y="7977"/>
                </a:lnTo>
                <a:lnTo>
                  <a:pt x="36671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9"/>
          <p:cNvSpPr/>
          <p:nvPr/>
        </p:nvSpPr>
        <p:spPr>
          <a:xfrm>
            <a:off x="3453135" y="1560871"/>
            <a:ext cx="407210" cy="119296"/>
          </a:xfrm>
          <a:custGeom>
            <a:avLst/>
            <a:gdLst/>
            <a:ahLst/>
            <a:cxnLst/>
            <a:rect l="l" t="t" r="r" b="b"/>
            <a:pathLst>
              <a:path w="27229" h="7977" extrusionOk="0">
                <a:moveTo>
                  <a:pt x="1" y="1"/>
                </a:moveTo>
                <a:lnTo>
                  <a:pt x="1" y="7977"/>
                </a:lnTo>
                <a:lnTo>
                  <a:pt x="27228" y="7977"/>
                </a:lnTo>
                <a:lnTo>
                  <a:pt x="2722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9"/>
          <p:cNvSpPr/>
          <p:nvPr/>
        </p:nvSpPr>
        <p:spPr>
          <a:xfrm>
            <a:off x="3056913" y="1784345"/>
            <a:ext cx="1257222" cy="316717"/>
          </a:xfrm>
          <a:custGeom>
            <a:avLst/>
            <a:gdLst/>
            <a:ahLst/>
            <a:cxnLst/>
            <a:rect l="l" t="t" r="r" b="b"/>
            <a:pathLst>
              <a:path w="84067" h="21178" extrusionOk="0">
                <a:moveTo>
                  <a:pt x="1" y="1"/>
                </a:moveTo>
                <a:lnTo>
                  <a:pt x="1" y="21178"/>
                </a:lnTo>
                <a:lnTo>
                  <a:pt x="84067" y="21178"/>
                </a:lnTo>
                <a:lnTo>
                  <a:pt x="8406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9"/>
          <p:cNvSpPr/>
          <p:nvPr/>
        </p:nvSpPr>
        <p:spPr>
          <a:xfrm>
            <a:off x="3056913" y="2190167"/>
            <a:ext cx="963835" cy="67193"/>
          </a:xfrm>
          <a:custGeom>
            <a:avLst/>
            <a:gdLst/>
            <a:ahLst/>
            <a:cxnLst/>
            <a:rect l="l" t="t" r="r" b="b"/>
            <a:pathLst>
              <a:path w="64449" h="4493" extrusionOk="0">
                <a:moveTo>
                  <a:pt x="1" y="0"/>
                </a:moveTo>
                <a:lnTo>
                  <a:pt x="1" y="4493"/>
                </a:lnTo>
                <a:lnTo>
                  <a:pt x="64448" y="4493"/>
                </a:lnTo>
                <a:lnTo>
                  <a:pt x="6444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9"/>
          <p:cNvSpPr/>
          <p:nvPr/>
        </p:nvSpPr>
        <p:spPr>
          <a:xfrm>
            <a:off x="3056913" y="2336861"/>
            <a:ext cx="1257222" cy="67193"/>
          </a:xfrm>
          <a:custGeom>
            <a:avLst/>
            <a:gdLst/>
            <a:ahLst/>
            <a:cxnLst/>
            <a:rect l="l" t="t" r="r" b="b"/>
            <a:pathLst>
              <a:path w="84067" h="4493" extrusionOk="0">
                <a:moveTo>
                  <a:pt x="1" y="1"/>
                </a:moveTo>
                <a:lnTo>
                  <a:pt x="1" y="4493"/>
                </a:lnTo>
                <a:lnTo>
                  <a:pt x="84067" y="4493"/>
                </a:lnTo>
                <a:lnTo>
                  <a:pt x="840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9"/>
          <p:cNvSpPr/>
          <p:nvPr/>
        </p:nvSpPr>
        <p:spPr>
          <a:xfrm>
            <a:off x="3056913" y="2483556"/>
            <a:ext cx="1257222" cy="67193"/>
          </a:xfrm>
          <a:custGeom>
            <a:avLst/>
            <a:gdLst/>
            <a:ahLst/>
            <a:cxnLst/>
            <a:rect l="l" t="t" r="r" b="b"/>
            <a:pathLst>
              <a:path w="84067" h="4493" extrusionOk="0">
                <a:moveTo>
                  <a:pt x="1" y="1"/>
                </a:moveTo>
                <a:lnTo>
                  <a:pt x="1" y="4493"/>
                </a:lnTo>
                <a:lnTo>
                  <a:pt x="84067" y="4493"/>
                </a:lnTo>
                <a:lnTo>
                  <a:pt x="8406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9"/>
          <p:cNvSpPr/>
          <p:nvPr/>
        </p:nvSpPr>
        <p:spPr>
          <a:xfrm>
            <a:off x="3056913" y="2630251"/>
            <a:ext cx="1257222" cy="67208"/>
          </a:xfrm>
          <a:custGeom>
            <a:avLst/>
            <a:gdLst/>
            <a:ahLst/>
            <a:cxnLst/>
            <a:rect l="l" t="t" r="r" b="b"/>
            <a:pathLst>
              <a:path w="84067" h="4494" extrusionOk="0">
                <a:moveTo>
                  <a:pt x="1" y="1"/>
                </a:moveTo>
                <a:lnTo>
                  <a:pt x="1" y="4493"/>
                </a:lnTo>
                <a:lnTo>
                  <a:pt x="84067" y="4493"/>
                </a:lnTo>
                <a:lnTo>
                  <a:pt x="840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9"/>
          <p:cNvSpPr/>
          <p:nvPr/>
        </p:nvSpPr>
        <p:spPr>
          <a:xfrm>
            <a:off x="3056913" y="2776960"/>
            <a:ext cx="699236" cy="67193"/>
          </a:xfrm>
          <a:custGeom>
            <a:avLst/>
            <a:gdLst/>
            <a:ahLst/>
            <a:cxnLst/>
            <a:rect l="l" t="t" r="r" b="b"/>
            <a:pathLst>
              <a:path w="46756" h="4493" extrusionOk="0">
                <a:moveTo>
                  <a:pt x="1" y="0"/>
                </a:moveTo>
                <a:lnTo>
                  <a:pt x="1" y="4492"/>
                </a:lnTo>
                <a:lnTo>
                  <a:pt x="46755" y="4492"/>
                </a:lnTo>
                <a:lnTo>
                  <a:pt x="4675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9"/>
          <p:cNvSpPr/>
          <p:nvPr/>
        </p:nvSpPr>
        <p:spPr>
          <a:xfrm>
            <a:off x="3839771" y="2785186"/>
            <a:ext cx="124770" cy="117920"/>
          </a:xfrm>
          <a:custGeom>
            <a:avLst/>
            <a:gdLst/>
            <a:ahLst/>
            <a:cxnLst/>
            <a:rect l="l" t="t" r="r" b="b"/>
            <a:pathLst>
              <a:path w="8343" h="7885" extrusionOk="0">
                <a:moveTo>
                  <a:pt x="4217" y="0"/>
                </a:moveTo>
                <a:lnTo>
                  <a:pt x="2934" y="2567"/>
                </a:lnTo>
                <a:lnTo>
                  <a:pt x="0" y="3025"/>
                </a:lnTo>
                <a:lnTo>
                  <a:pt x="2109" y="5042"/>
                </a:lnTo>
                <a:lnTo>
                  <a:pt x="1650" y="7884"/>
                </a:lnTo>
                <a:lnTo>
                  <a:pt x="4217" y="6509"/>
                </a:lnTo>
                <a:lnTo>
                  <a:pt x="6692" y="7884"/>
                </a:lnTo>
                <a:lnTo>
                  <a:pt x="6234" y="5042"/>
                </a:lnTo>
                <a:lnTo>
                  <a:pt x="8343" y="3025"/>
                </a:lnTo>
                <a:lnTo>
                  <a:pt x="5501" y="2567"/>
                </a:lnTo>
                <a:lnTo>
                  <a:pt x="42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9"/>
          <p:cNvSpPr/>
          <p:nvPr/>
        </p:nvSpPr>
        <p:spPr>
          <a:xfrm>
            <a:off x="4002917" y="2785186"/>
            <a:ext cx="123409" cy="117920"/>
          </a:xfrm>
          <a:custGeom>
            <a:avLst/>
            <a:gdLst/>
            <a:ahLst/>
            <a:cxnLst/>
            <a:rect l="l" t="t" r="r" b="b"/>
            <a:pathLst>
              <a:path w="8252" h="7885" extrusionOk="0">
                <a:moveTo>
                  <a:pt x="4126" y="0"/>
                </a:moveTo>
                <a:lnTo>
                  <a:pt x="2842" y="2567"/>
                </a:lnTo>
                <a:lnTo>
                  <a:pt x="1" y="3025"/>
                </a:lnTo>
                <a:lnTo>
                  <a:pt x="2109" y="5042"/>
                </a:lnTo>
                <a:lnTo>
                  <a:pt x="1559" y="7884"/>
                </a:lnTo>
                <a:lnTo>
                  <a:pt x="1559" y="7884"/>
                </a:lnTo>
                <a:lnTo>
                  <a:pt x="4126" y="6509"/>
                </a:lnTo>
                <a:lnTo>
                  <a:pt x="6693" y="7884"/>
                </a:lnTo>
                <a:lnTo>
                  <a:pt x="6234" y="5042"/>
                </a:lnTo>
                <a:lnTo>
                  <a:pt x="8251" y="3025"/>
                </a:lnTo>
                <a:lnTo>
                  <a:pt x="5409" y="2567"/>
                </a:lnTo>
                <a:lnTo>
                  <a:pt x="41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9"/>
          <p:cNvSpPr/>
          <p:nvPr/>
        </p:nvSpPr>
        <p:spPr>
          <a:xfrm>
            <a:off x="4166063" y="2785186"/>
            <a:ext cx="123409" cy="117920"/>
          </a:xfrm>
          <a:custGeom>
            <a:avLst/>
            <a:gdLst/>
            <a:ahLst/>
            <a:cxnLst/>
            <a:rect l="l" t="t" r="r" b="b"/>
            <a:pathLst>
              <a:path w="8252" h="7885" extrusionOk="0">
                <a:moveTo>
                  <a:pt x="4126" y="0"/>
                </a:moveTo>
                <a:lnTo>
                  <a:pt x="2843" y="2567"/>
                </a:lnTo>
                <a:lnTo>
                  <a:pt x="1" y="3025"/>
                </a:lnTo>
                <a:lnTo>
                  <a:pt x="2018" y="5042"/>
                </a:lnTo>
                <a:lnTo>
                  <a:pt x="1559" y="7884"/>
                </a:lnTo>
                <a:lnTo>
                  <a:pt x="4126" y="6509"/>
                </a:lnTo>
                <a:lnTo>
                  <a:pt x="6693" y="7884"/>
                </a:lnTo>
                <a:lnTo>
                  <a:pt x="6143" y="5042"/>
                </a:lnTo>
                <a:lnTo>
                  <a:pt x="8252" y="3025"/>
                </a:lnTo>
                <a:lnTo>
                  <a:pt x="5410" y="2567"/>
                </a:lnTo>
                <a:lnTo>
                  <a:pt x="41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9"/>
          <p:cNvSpPr/>
          <p:nvPr/>
        </p:nvSpPr>
        <p:spPr>
          <a:xfrm>
            <a:off x="3960415" y="1473129"/>
            <a:ext cx="65817" cy="55498"/>
          </a:xfrm>
          <a:custGeom>
            <a:avLst/>
            <a:gdLst/>
            <a:ahLst/>
            <a:cxnLst/>
            <a:rect l="l" t="t" r="r" b="b"/>
            <a:pathLst>
              <a:path w="4401" h="3711" extrusionOk="0">
                <a:moveTo>
                  <a:pt x="2567" y="1"/>
                </a:moveTo>
                <a:cubicBezTo>
                  <a:pt x="917" y="1"/>
                  <a:pt x="1" y="2018"/>
                  <a:pt x="1192" y="3209"/>
                </a:cubicBezTo>
                <a:cubicBezTo>
                  <a:pt x="1566" y="3555"/>
                  <a:pt x="2022" y="3710"/>
                  <a:pt x="2470" y="3710"/>
                </a:cubicBezTo>
                <a:cubicBezTo>
                  <a:pt x="3451" y="3710"/>
                  <a:pt x="4401" y="2966"/>
                  <a:pt x="4401" y="1834"/>
                </a:cubicBezTo>
                <a:cubicBezTo>
                  <a:pt x="4401" y="826"/>
                  <a:pt x="3576" y="1"/>
                  <a:pt x="256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9"/>
          <p:cNvSpPr/>
          <p:nvPr/>
        </p:nvSpPr>
        <p:spPr>
          <a:xfrm>
            <a:off x="4082434" y="1473129"/>
            <a:ext cx="64456" cy="55498"/>
          </a:xfrm>
          <a:custGeom>
            <a:avLst/>
            <a:gdLst/>
            <a:ahLst/>
            <a:cxnLst/>
            <a:rect l="l" t="t" r="r" b="b"/>
            <a:pathLst>
              <a:path w="4310" h="3711" extrusionOk="0">
                <a:moveTo>
                  <a:pt x="2476" y="1"/>
                </a:moveTo>
                <a:cubicBezTo>
                  <a:pt x="826" y="1"/>
                  <a:pt x="1" y="2018"/>
                  <a:pt x="1192" y="3209"/>
                </a:cubicBezTo>
                <a:cubicBezTo>
                  <a:pt x="1566" y="3555"/>
                  <a:pt x="2013" y="3710"/>
                  <a:pt x="2449" y="3710"/>
                </a:cubicBezTo>
                <a:cubicBezTo>
                  <a:pt x="3403" y="3710"/>
                  <a:pt x="4309" y="2966"/>
                  <a:pt x="4309" y="1834"/>
                </a:cubicBezTo>
                <a:cubicBezTo>
                  <a:pt x="4309" y="826"/>
                  <a:pt x="3484" y="1"/>
                  <a:pt x="247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9"/>
          <p:cNvSpPr/>
          <p:nvPr/>
        </p:nvSpPr>
        <p:spPr>
          <a:xfrm>
            <a:off x="4204453" y="1473129"/>
            <a:ext cx="64456" cy="55498"/>
          </a:xfrm>
          <a:custGeom>
            <a:avLst/>
            <a:gdLst/>
            <a:ahLst/>
            <a:cxnLst/>
            <a:rect l="l" t="t" r="r" b="b"/>
            <a:pathLst>
              <a:path w="4310" h="3711" extrusionOk="0">
                <a:moveTo>
                  <a:pt x="2476" y="1"/>
                </a:moveTo>
                <a:cubicBezTo>
                  <a:pt x="826" y="1"/>
                  <a:pt x="1" y="2018"/>
                  <a:pt x="1101" y="3209"/>
                </a:cubicBezTo>
                <a:cubicBezTo>
                  <a:pt x="1475" y="3555"/>
                  <a:pt x="1930" y="3710"/>
                  <a:pt x="2379" y="3710"/>
                </a:cubicBezTo>
                <a:cubicBezTo>
                  <a:pt x="3360" y="3710"/>
                  <a:pt x="4309" y="2966"/>
                  <a:pt x="4309" y="1834"/>
                </a:cubicBezTo>
                <a:cubicBezTo>
                  <a:pt x="4309" y="826"/>
                  <a:pt x="3484" y="1"/>
                  <a:pt x="247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9"/>
          <p:cNvSpPr/>
          <p:nvPr/>
        </p:nvSpPr>
        <p:spPr>
          <a:xfrm>
            <a:off x="1578968" y="1784345"/>
            <a:ext cx="471636" cy="473012"/>
          </a:xfrm>
          <a:custGeom>
            <a:avLst/>
            <a:gdLst/>
            <a:ahLst/>
            <a:cxnLst/>
            <a:rect l="l" t="t" r="r" b="b"/>
            <a:pathLst>
              <a:path w="31537" h="31629" extrusionOk="0">
                <a:moveTo>
                  <a:pt x="1" y="1"/>
                </a:moveTo>
                <a:lnTo>
                  <a:pt x="1" y="31629"/>
                </a:lnTo>
                <a:lnTo>
                  <a:pt x="31537" y="31629"/>
                </a:lnTo>
                <a:lnTo>
                  <a:pt x="3153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9"/>
          <p:cNvSpPr/>
          <p:nvPr/>
        </p:nvSpPr>
        <p:spPr>
          <a:xfrm>
            <a:off x="1578968" y="2347839"/>
            <a:ext cx="471636" cy="135732"/>
          </a:xfrm>
          <a:custGeom>
            <a:avLst/>
            <a:gdLst/>
            <a:ahLst/>
            <a:cxnLst/>
            <a:rect l="l" t="t" r="r" b="b"/>
            <a:pathLst>
              <a:path w="31537" h="9076" extrusionOk="0">
                <a:moveTo>
                  <a:pt x="1" y="0"/>
                </a:moveTo>
                <a:lnTo>
                  <a:pt x="1" y="9076"/>
                </a:lnTo>
                <a:lnTo>
                  <a:pt x="31537" y="9076"/>
                </a:lnTo>
                <a:lnTo>
                  <a:pt x="3153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9"/>
          <p:cNvSpPr/>
          <p:nvPr/>
        </p:nvSpPr>
        <p:spPr>
          <a:xfrm>
            <a:off x="1578968" y="2550735"/>
            <a:ext cx="471636" cy="50742"/>
          </a:xfrm>
          <a:custGeom>
            <a:avLst/>
            <a:gdLst/>
            <a:ahLst/>
            <a:cxnLst/>
            <a:rect l="l" t="t" r="r" b="b"/>
            <a:pathLst>
              <a:path w="31537" h="3393" extrusionOk="0">
                <a:moveTo>
                  <a:pt x="1" y="1"/>
                </a:moveTo>
                <a:lnTo>
                  <a:pt x="1" y="3393"/>
                </a:lnTo>
                <a:lnTo>
                  <a:pt x="31537" y="3393"/>
                </a:lnTo>
                <a:lnTo>
                  <a:pt x="31537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9"/>
          <p:cNvSpPr/>
          <p:nvPr/>
        </p:nvSpPr>
        <p:spPr>
          <a:xfrm>
            <a:off x="1578968" y="2663167"/>
            <a:ext cx="471636" cy="50742"/>
          </a:xfrm>
          <a:custGeom>
            <a:avLst/>
            <a:gdLst/>
            <a:ahLst/>
            <a:cxnLst/>
            <a:rect l="l" t="t" r="r" b="b"/>
            <a:pathLst>
              <a:path w="31537" h="3393" extrusionOk="0">
                <a:moveTo>
                  <a:pt x="1" y="0"/>
                </a:moveTo>
                <a:lnTo>
                  <a:pt x="1" y="3392"/>
                </a:lnTo>
                <a:lnTo>
                  <a:pt x="31537" y="3392"/>
                </a:lnTo>
                <a:lnTo>
                  <a:pt x="31537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9"/>
          <p:cNvSpPr/>
          <p:nvPr/>
        </p:nvSpPr>
        <p:spPr>
          <a:xfrm>
            <a:off x="1578968" y="2776960"/>
            <a:ext cx="471636" cy="50742"/>
          </a:xfrm>
          <a:custGeom>
            <a:avLst/>
            <a:gdLst/>
            <a:ahLst/>
            <a:cxnLst/>
            <a:rect l="l" t="t" r="r" b="b"/>
            <a:pathLst>
              <a:path w="31537" h="3393" extrusionOk="0">
                <a:moveTo>
                  <a:pt x="1" y="0"/>
                </a:moveTo>
                <a:lnTo>
                  <a:pt x="1" y="3392"/>
                </a:lnTo>
                <a:lnTo>
                  <a:pt x="31537" y="3392"/>
                </a:lnTo>
                <a:lnTo>
                  <a:pt x="31537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9"/>
          <p:cNvSpPr/>
          <p:nvPr/>
        </p:nvSpPr>
        <p:spPr>
          <a:xfrm>
            <a:off x="1578968" y="2889378"/>
            <a:ext cx="471636" cy="50742"/>
          </a:xfrm>
          <a:custGeom>
            <a:avLst/>
            <a:gdLst/>
            <a:ahLst/>
            <a:cxnLst/>
            <a:rect l="l" t="t" r="r" b="b"/>
            <a:pathLst>
              <a:path w="31537" h="3393" extrusionOk="0">
                <a:moveTo>
                  <a:pt x="1" y="0"/>
                </a:moveTo>
                <a:lnTo>
                  <a:pt x="1" y="3392"/>
                </a:lnTo>
                <a:lnTo>
                  <a:pt x="31537" y="3392"/>
                </a:lnTo>
                <a:lnTo>
                  <a:pt x="31537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9"/>
          <p:cNvSpPr/>
          <p:nvPr/>
        </p:nvSpPr>
        <p:spPr>
          <a:xfrm>
            <a:off x="2179478" y="1784345"/>
            <a:ext cx="765023" cy="473012"/>
          </a:xfrm>
          <a:custGeom>
            <a:avLst/>
            <a:gdLst/>
            <a:ahLst/>
            <a:cxnLst/>
            <a:rect l="l" t="t" r="r" b="b"/>
            <a:pathLst>
              <a:path w="51155" h="31629" extrusionOk="0">
                <a:moveTo>
                  <a:pt x="0" y="1"/>
                </a:moveTo>
                <a:lnTo>
                  <a:pt x="0" y="31629"/>
                </a:lnTo>
                <a:lnTo>
                  <a:pt x="51155" y="31629"/>
                </a:lnTo>
                <a:lnTo>
                  <a:pt x="5115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9"/>
          <p:cNvSpPr/>
          <p:nvPr/>
        </p:nvSpPr>
        <p:spPr>
          <a:xfrm>
            <a:off x="2179478" y="2347839"/>
            <a:ext cx="765023" cy="135732"/>
          </a:xfrm>
          <a:custGeom>
            <a:avLst/>
            <a:gdLst/>
            <a:ahLst/>
            <a:cxnLst/>
            <a:rect l="l" t="t" r="r" b="b"/>
            <a:pathLst>
              <a:path w="51155" h="9076" extrusionOk="0">
                <a:moveTo>
                  <a:pt x="0" y="0"/>
                </a:moveTo>
                <a:lnTo>
                  <a:pt x="0" y="9076"/>
                </a:lnTo>
                <a:lnTo>
                  <a:pt x="51155" y="9076"/>
                </a:lnTo>
                <a:lnTo>
                  <a:pt x="511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9"/>
          <p:cNvSpPr/>
          <p:nvPr/>
        </p:nvSpPr>
        <p:spPr>
          <a:xfrm>
            <a:off x="2179478" y="2550735"/>
            <a:ext cx="765023" cy="50742"/>
          </a:xfrm>
          <a:custGeom>
            <a:avLst/>
            <a:gdLst/>
            <a:ahLst/>
            <a:cxnLst/>
            <a:rect l="l" t="t" r="r" b="b"/>
            <a:pathLst>
              <a:path w="51155" h="3393" extrusionOk="0">
                <a:moveTo>
                  <a:pt x="0" y="1"/>
                </a:moveTo>
                <a:lnTo>
                  <a:pt x="0" y="3393"/>
                </a:lnTo>
                <a:lnTo>
                  <a:pt x="51155" y="3393"/>
                </a:lnTo>
                <a:lnTo>
                  <a:pt x="51155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9"/>
          <p:cNvSpPr/>
          <p:nvPr/>
        </p:nvSpPr>
        <p:spPr>
          <a:xfrm>
            <a:off x="2179478" y="2663167"/>
            <a:ext cx="765023" cy="50742"/>
          </a:xfrm>
          <a:custGeom>
            <a:avLst/>
            <a:gdLst/>
            <a:ahLst/>
            <a:cxnLst/>
            <a:rect l="l" t="t" r="r" b="b"/>
            <a:pathLst>
              <a:path w="51155" h="3393" extrusionOk="0">
                <a:moveTo>
                  <a:pt x="0" y="0"/>
                </a:moveTo>
                <a:lnTo>
                  <a:pt x="0" y="3392"/>
                </a:lnTo>
                <a:lnTo>
                  <a:pt x="51155" y="3392"/>
                </a:lnTo>
                <a:lnTo>
                  <a:pt x="51155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9"/>
          <p:cNvSpPr/>
          <p:nvPr/>
        </p:nvSpPr>
        <p:spPr>
          <a:xfrm>
            <a:off x="2179478" y="2776960"/>
            <a:ext cx="765023" cy="50742"/>
          </a:xfrm>
          <a:custGeom>
            <a:avLst/>
            <a:gdLst/>
            <a:ahLst/>
            <a:cxnLst/>
            <a:rect l="l" t="t" r="r" b="b"/>
            <a:pathLst>
              <a:path w="51155" h="3393" extrusionOk="0">
                <a:moveTo>
                  <a:pt x="0" y="0"/>
                </a:moveTo>
                <a:lnTo>
                  <a:pt x="0" y="3392"/>
                </a:lnTo>
                <a:lnTo>
                  <a:pt x="51155" y="3392"/>
                </a:lnTo>
                <a:lnTo>
                  <a:pt x="51155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9"/>
          <p:cNvSpPr/>
          <p:nvPr/>
        </p:nvSpPr>
        <p:spPr>
          <a:xfrm>
            <a:off x="2179478" y="2889378"/>
            <a:ext cx="471636" cy="50742"/>
          </a:xfrm>
          <a:custGeom>
            <a:avLst/>
            <a:gdLst/>
            <a:ahLst/>
            <a:cxnLst/>
            <a:rect l="l" t="t" r="r" b="b"/>
            <a:pathLst>
              <a:path w="31537" h="3393" extrusionOk="0">
                <a:moveTo>
                  <a:pt x="0" y="0"/>
                </a:moveTo>
                <a:lnTo>
                  <a:pt x="0" y="3392"/>
                </a:lnTo>
                <a:lnTo>
                  <a:pt x="31536" y="3392"/>
                </a:lnTo>
                <a:lnTo>
                  <a:pt x="31536" y="0"/>
                </a:lnTo>
                <a:close/>
              </a:path>
            </a:pathLst>
          </a:custGeom>
          <a:solidFill>
            <a:srgbClr val="F4E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9"/>
          <p:cNvSpPr/>
          <p:nvPr/>
        </p:nvSpPr>
        <p:spPr>
          <a:xfrm>
            <a:off x="975721" y="2775585"/>
            <a:ext cx="2085295" cy="1140678"/>
          </a:xfrm>
          <a:custGeom>
            <a:avLst/>
            <a:gdLst/>
            <a:ahLst/>
            <a:cxnLst/>
            <a:rect l="l" t="t" r="r" b="b"/>
            <a:pathLst>
              <a:path w="139438" h="76274" extrusionOk="0">
                <a:moveTo>
                  <a:pt x="5776" y="0"/>
                </a:moveTo>
                <a:cubicBezTo>
                  <a:pt x="2568" y="0"/>
                  <a:pt x="1" y="2659"/>
                  <a:pt x="1" y="5868"/>
                </a:cubicBezTo>
                <a:lnTo>
                  <a:pt x="1" y="76274"/>
                </a:lnTo>
                <a:lnTo>
                  <a:pt x="139438" y="76274"/>
                </a:lnTo>
                <a:lnTo>
                  <a:pt x="139438" y="5868"/>
                </a:lnTo>
                <a:cubicBezTo>
                  <a:pt x="139346" y="2659"/>
                  <a:pt x="136871" y="92"/>
                  <a:pt x="1336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9"/>
          <p:cNvSpPr/>
          <p:nvPr/>
        </p:nvSpPr>
        <p:spPr>
          <a:xfrm>
            <a:off x="1030562" y="2839951"/>
            <a:ext cx="1975630" cy="1076311"/>
          </a:xfrm>
          <a:custGeom>
            <a:avLst/>
            <a:gdLst/>
            <a:ahLst/>
            <a:cxnLst/>
            <a:rect l="l" t="t" r="r" b="b"/>
            <a:pathLst>
              <a:path w="132105" h="71970" extrusionOk="0">
                <a:moveTo>
                  <a:pt x="2686" y="1"/>
                </a:moveTo>
                <a:cubicBezTo>
                  <a:pt x="1199" y="1"/>
                  <a:pt x="1" y="1250"/>
                  <a:pt x="1" y="2755"/>
                </a:cubicBezTo>
                <a:lnTo>
                  <a:pt x="1" y="71970"/>
                </a:lnTo>
                <a:lnTo>
                  <a:pt x="132104" y="71970"/>
                </a:lnTo>
                <a:lnTo>
                  <a:pt x="132104" y="2755"/>
                </a:lnTo>
                <a:cubicBezTo>
                  <a:pt x="132104" y="1197"/>
                  <a:pt x="130821" y="5"/>
                  <a:pt x="129354" y="5"/>
                </a:cubicBezTo>
                <a:lnTo>
                  <a:pt x="2843" y="5"/>
                </a:lnTo>
                <a:cubicBezTo>
                  <a:pt x="2790" y="2"/>
                  <a:pt x="2738" y="1"/>
                  <a:pt x="2686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9"/>
          <p:cNvSpPr/>
          <p:nvPr/>
        </p:nvSpPr>
        <p:spPr>
          <a:xfrm>
            <a:off x="781050" y="3916256"/>
            <a:ext cx="2474649" cy="174136"/>
          </a:xfrm>
          <a:custGeom>
            <a:avLst/>
            <a:gdLst/>
            <a:ahLst/>
            <a:cxnLst/>
            <a:rect l="l" t="t" r="r" b="b"/>
            <a:pathLst>
              <a:path w="165473" h="11644" extrusionOk="0">
                <a:moveTo>
                  <a:pt x="0" y="1"/>
                </a:moveTo>
                <a:lnTo>
                  <a:pt x="0" y="4859"/>
                </a:lnTo>
                <a:cubicBezTo>
                  <a:pt x="0" y="8618"/>
                  <a:pt x="3025" y="11643"/>
                  <a:pt x="6784" y="11643"/>
                </a:cubicBezTo>
                <a:lnTo>
                  <a:pt x="158689" y="11643"/>
                </a:lnTo>
                <a:cubicBezTo>
                  <a:pt x="162448" y="11643"/>
                  <a:pt x="165473" y="8618"/>
                  <a:pt x="165473" y="4859"/>
                </a:cubicBezTo>
                <a:lnTo>
                  <a:pt x="16547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9"/>
          <p:cNvSpPr/>
          <p:nvPr/>
        </p:nvSpPr>
        <p:spPr>
          <a:xfrm>
            <a:off x="1786000" y="3892945"/>
            <a:ext cx="464786" cy="79524"/>
          </a:xfrm>
          <a:custGeom>
            <a:avLst/>
            <a:gdLst/>
            <a:ahLst/>
            <a:cxnLst/>
            <a:rect l="l" t="t" r="r" b="b"/>
            <a:pathLst>
              <a:path w="31079" h="3760" extrusionOk="0">
                <a:moveTo>
                  <a:pt x="1" y="1"/>
                </a:moveTo>
                <a:lnTo>
                  <a:pt x="1" y="3759"/>
                </a:lnTo>
                <a:lnTo>
                  <a:pt x="31078" y="3759"/>
                </a:lnTo>
                <a:lnTo>
                  <a:pt x="31078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9"/>
          <p:cNvSpPr/>
          <p:nvPr/>
        </p:nvSpPr>
        <p:spPr>
          <a:xfrm>
            <a:off x="781050" y="3916256"/>
            <a:ext cx="2474649" cy="174136"/>
          </a:xfrm>
          <a:custGeom>
            <a:avLst/>
            <a:gdLst/>
            <a:ahLst/>
            <a:cxnLst/>
            <a:rect l="l" t="t" r="r" b="b"/>
            <a:pathLst>
              <a:path w="165473" h="11644" extrusionOk="0">
                <a:moveTo>
                  <a:pt x="0" y="1"/>
                </a:moveTo>
                <a:lnTo>
                  <a:pt x="0" y="2384"/>
                </a:lnTo>
                <a:cubicBezTo>
                  <a:pt x="0" y="7518"/>
                  <a:pt x="4125" y="11643"/>
                  <a:pt x="9259" y="11643"/>
                </a:cubicBezTo>
                <a:lnTo>
                  <a:pt x="156214" y="11643"/>
                </a:lnTo>
                <a:cubicBezTo>
                  <a:pt x="161347" y="11643"/>
                  <a:pt x="165473" y="7518"/>
                  <a:pt x="165473" y="2384"/>
                </a:cubicBezTo>
                <a:lnTo>
                  <a:pt x="165473" y="1"/>
                </a:lnTo>
                <a:lnTo>
                  <a:pt x="165381" y="1"/>
                </a:lnTo>
                <a:cubicBezTo>
                  <a:pt x="164556" y="4401"/>
                  <a:pt x="160706" y="7701"/>
                  <a:pt x="156214" y="7701"/>
                </a:cubicBezTo>
                <a:lnTo>
                  <a:pt x="9259" y="7701"/>
                </a:lnTo>
                <a:cubicBezTo>
                  <a:pt x="4767" y="7701"/>
                  <a:pt x="825" y="4401"/>
                  <a:pt x="92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9"/>
          <p:cNvSpPr/>
          <p:nvPr/>
        </p:nvSpPr>
        <p:spPr>
          <a:xfrm>
            <a:off x="1030562" y="2839951"/>
            <a:ext cx="1975630" cy="80966"/>
          </a:xfrm>
          <a:custGeom>
            <a:avLst/>
            <a:gdLst/>
            <a:ahLst/>
            <a:cxnLst/>
            <a:rect l="l" t="t" r="r" b="b"/>
            <a:pathLst>
              <a:path w="132105" h="5414" extrusionOk="0">
                <a:moveTo>
                  <a:pt x="2686" y="1"/>
                </a:moveTo>
                <a:cubicBezTo>
                  <a:pt x="1199" y="1"/>
                  <a:pt x="1" y="1250"/>
                  <a:pt x="1" y="2755"/>
                </a:cubicBezTo>
                <a:lnTo>
                  <a:pt x="1" y="5414"/>
                </a:lnTo>
                <a:lnTo>
                  <a:pt x="132104" y="5414"/>
                </a:lnTo>
                <a:lnTo>
                  <a:pt x="132104" y="2755"/>
                </a:lnTo>
                <a:cubicBezTo>
                  <a:pt x="132104" y="1197"/>
                  <a:pt x="130821" y="5"/>
                  <a:pt x="129354" y="5"/>
                </a:cubicBezTo>
                <a:lnTo>
                  <a:pt x="2843" y="5"/>
                </a:lnTo>
                <a:cubicBezTo>
                  <a:pt x="2790" y="2"/>
                  <a:pt x="2738" y="1"/>
                  <a:pt x="26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9"/>
          <p:cNvSpPr/>
          <p:nvPr/>
        </p:nvSpPr>
        <p:spPr>
          <a:xfrm>
            <a:off x="1030562" y="2920903"/>
            <a:ext cx="1975630" cy="80907"/>
          </a:xfrm>
          <a:custGeom>
            <a:avLst/>
            <a:gdLst/>
            <a:ahLst/>
            <a:cxnLst/>
            <a:rect l="l" t="t" r="r" b="b"/>
            <a:pathLst>
              <a:path w="132105" h="5410" extrusionOk="0">
                <a:moveTo>
                  <a:pt x="1" y="1"/>
                </a:moveTo>
                <a:lnTo>
                  <a:pt x="1" y="5410"/>
                </a:lnTo>
                <a:lnTo>
                  <a:pt x="132104" y="5410"/>
                </a:lnTo>
                <a:lnTo>
                  <a:pt x="13210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9"/>
          <p:cNvSpPr/>
          <p:nvPr/>
        </p:nvSpPr>
        <p:spPr>
          <a:xfrm>
            <a:off x="2636015" y="2920903"/>
            <a:ext cx="370196" cy="80907"/>
          </a:xfrm>
          <a:custGeom>
            <a:avLst/>
            <a:gdLst/>
            <a:ahLst/>
            <a:cxnLst/>
            <a:rect l="l" t="t" r="r" b="b"/>
            <a:pathLst>
              <a:path w="24754" h="5410" extrusionOk="0">
                <a:moveTo>
                  <a:pt x="1" y="1"/>
                </a:moveTo>
                <a:lnTo>
                  <a:pt x="1" y="5410"/>
                </a:lnTo>
                <a:lnTo>
                  <a:pt x="24753" y="5410"/>
                </a:lnTo>
                <a:lnTo>
                  <a:pt x="24753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9"/>
          <p:cNvSpPr/>
          <p:nvPr/>
        </p:nvSpPr>
        <p:spPr>
          <a:xfrm>
            <a:off x="2360451" y="2920903"/>
            <a:ext cx="275576" cy="80907"/>
          </a:xfrm>
          <a:custGeom>
            <a:avLst/>
            <a:gdLst/>
            <a:ahLst/>
            <a:cxnLst/>
            <a:rect l="l" t="t" r="r" b="b"/>
            <a:pathLst>
              <a:path w="18427" h="5410" extrusionOk="0">
                <a:moveTo>
                  <a:pt x="0" y="1"/>
                </a:moveTo>
                <a:lnTo>
                  <a:pt x="0" y="5410"/>
                </a:lnTo>
                <a:lnTo>
                  <a:pt x="18427" y="5410"/>
                </a:lnTo>
                <a:lnTo>
                  <a:pt x="18427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9"/>
          <p:cNvSpPr/>
          <p:nvPr/>
        </p:nvSpPr>
        <p:spPr>
          <a:xfrm>
            <a:off x="2093097" y="3071726"/>
            <a:ext cx="850027" cy="213886"/>
          </a:xfrm>
          <a:custGeom>
            <a:avLst/>
            <a:gdLst/>
            <a:ahLst/>
            <a:cxnLst/>
            <a:rect l="l" t="t" r="r" b="b"/>
            <a:pathLst>
              <a:path w="56839" h="14302" extrusionOk="0">
                <a:moveTo>
                  <a:pt x="1" y="0"/>
                </a:moveTo>
                <a:lnTo>
                  <a:pt x="1" y="14301"/>
                </a:lnTo>
                <a:lnTo>
                  <a:pt x="56839" y="14301"/>
                </a:lnTo>
                <a:lnTo>
                  <a:pt x="5683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9"/>
          <p:cNvSpPr/>
          <p:nvPr/>
        </p:nvSpPr>
        <p:spPr>
          <a:xfrm>
            <a:off x="2093097" y="3345928"/>
            <a:ext cx="651245" cy="45254"/>
          </a:xfrm>
          <a:custGeom>
            <a:avLst/>
            <a:gdLst/>
            <a:ahLst/>
            <a:cxnLst/>
            <a:rect l="l" t="t" r="r" b="b"/>
            <a:pathLst>
              <a:path w="43547" h="3026" extrusionOk="0">
                <a:moveTo>
                  <a:pt x="1" y="0"/>
                </a:moveTo>
                <a:lnTo>
                  <a:pt x="1" y="3025"/>
                </a:lnTo>
                <a:lnTo>
                  <a:pt x="43546" y="3025"/>
                </a:lnTo>
                <a:lnTo>
                  <a:pt x="4354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9"/>
          <p:cNvSpPr/>
          <p:nvPr/>
        </p:nvSpPr>
        <p:spPr>
          <a:xfrm>
            <a:off x="2093097" y="3444631"/>
            <a:ext cx="850027" cy="45254"/>
          </a:xfrm>
          <a:custGeom>
            <a:avLst/>
            <a:gdLst/>
            <a:ahLst/>
            <a:cxnLst/>
            <a:rect l="l" t="t" r="r" b="b"/>
            <a:pathLst>
              <a:path w="56839" h="3026" extrusionOk="0">
                <a:moveTo>
                  <a:pt x="1" y="1"/>
                </a:moveTo>
                <a:lnTo>
                  <a:pt x="1" y="3026"/>
                </a:lnTo>
                <a:lnTo>
                  <a:pt x="56839" y="3026"/>
                </a:lnTo>
                <a:lnTo>
                  <a:pt x="5683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9"/>
          <p:cNvSpPr/>
          <p:nvPr/>
        </p:nvSpPr>
        <p:spPr>
          <a:xfrm>
            <a:off x="2093097" y="3543350"/>
            <a:ext cx="850027" cy="46630"/>
          </a:xfrm>
          <a:custGeom>
            <a:avLst/>
            <a:gdLst/>
            <a:ahLst/>
            <a:cxnLst/>
            <a:rect l="l" t="t" r="r" b="b"/>
            <a:pathLst>
              <a:path w="56839" h="3118" extrusionOk="0">
                <a:moveTo>
                  <a:pt x="1" y="0"/>
                </a:moveTo>
                <a:lnTo>
                  <a:pt x="1" y="3117"/>
                </a:lnTo>
                <a:lnTo>
                  <a:pt x="56839" y="3117"/>
                </a:lnTo>
                <a:lnTo>
                  <a:pt x="568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9"/>
          <p:cNvSpPr/>
          <p:nvPr/>
        </p:nvSpPr>
        <p:spPr>
          <a:xfrm>
            <a:off x="2093097" y="3643430"/>
            <a:ext cx="850027" cy="45254"/>
          </a:xfrm>
          <a:custGeom>
            <a:avLst/>
            <a:gdLst/>
            <a:ahLst/>
            <a:cxnLst/>
            <a:rect l="l" t="t" r="r" b="b"/>
            <a:pathLst>
              <a:path w="56839" h="3026" extrusionOk="0">
                <a:moveTo>
                  <a:pt x="1" y="0"/>
                </a:moveTo>
                <a:lnTo>
                  <a:pt x="1" y="3026"/>
                </a:lnTo>
                <a:lnTo>
                  <a:pt x="56839" y="3026"/>
                </a:lnTo>
                <a:lnTo>
                  <a:pt x="5683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9"/>
          <p:cNvSpPr/>
          <p:nvPr/>
        </p:nvSpPr>
        <p:spPr>
          <a:xfrm>
            <a:off x="2093097" y="3742148"/>
            <a:ext cx="473012" cy="45254"/>
          </a:xfrm>
          <a:custGeom>
            <a:avLst/>
            <a:gdLst/>
            <a:ahLst/>
            <a:cxnLst/>
            <a:rect l="l" t="t" r="r" b="b"/>
            <a:pathLst>
              <a:path w="31629" h="3026" extrusionOk="0">
                <a:moveTo>
                  <a:pt x="1" y="0"/>
                </a:moveTo>
                <a:lnTo>
                  <a:pt x="1" y="3025"/>
                </a:lnTo>
                <a:lnTo>
                  <a:pt x="31628" y="3025"/>
                </a:lnTo>
                <a:lnTo>
                  <a:pt x="316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9"/>
          <p:cNvSpPr/>
          <p:nvPr/>
        </p:nvSpPr>
        <p:spPr>
          <a:xfrm>
            <a:off x="2622316" y="3747622"/>
            <a:ext cx="83643" cy="79531"/>
          </a:xfrm>
          <a:custGeom>
            <a:avLst/>
            <a:gdLst/>
            <a:ahLst/>
            <a:cxnLst/>
            <a:rect l="l" t="t" r="r" b="b"/>
            <a:pathLst>
              <a:path w="5593" h="5318" extrusionOk="0">
                <a:moveTo>
                  <a:pt x="2842" y="1"/>
                </a:moveTo>
                <a:lnTo>
                  <a:pt x="1925" y="1743"/>
                </a:lnTo>
                <a:lnTo>
                  <a:pt x="0" y="2018"/>
                </a:lnTo>
                <a:lnTo>
                  <a:pt x="1467" y="3393"/>
                </a:lnTo>
                <a:lnTo>
                  <a:pt x="1100" y="5318"/>
                </a:lnTo>
                <a:lnTo>
                  <a:pt x="1100" y="5318"/>
                </a:lnTo>
                <a:lnTo>
                  <a:pt x="2842" y="4401"/>
                </a:lnTo>
                <a:lnTo>
                  <a:pt x="4584" y="5318"/>
                </a:lnTo>
                <a:lnTo>
                  <a:pt x="4217" y="3393"/>
                </a:lnTo>
                <a:lnTo>
                  <a:pt x="5592" y="2018"/>
                </a:lnTo>
                <a:lnTo>
                  <a:pt x="3667" y="1743"/>
                </a:lnTo>
                <a:lnTo>
                  <a:pt x="284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9"/>
          <p:cNvSpPr/>
          <p:nvPr/>
        </p:nvSpPr>
        <p:spPr>
          <a:xfrm>
            <a:off x="2731997" y="3747622"/>
            <a:ext cx="83643" cy="79531"/>
          </a:xfrm>
          <a:custGeom>
            <a:avLst/>
            <a:gdLst/>
            <a:ahLst/>
            <a:cxnLst/>
            <a:rect l="l" t="t" r="r" b="b"/>
            <a:pathLst>
              <a:path w="5593" h="5318" extrusionOk="0">
                <a:moveTo>
                  <a:pt x="2842" y="1"/>
                </a:moveTo>
                <a:lnTo>
                  <a:pt x="2017" y="1743"/>
                </a:lnTo>
                <a:lnTo>
                  <a:pt x="0" y="2018"/>
                </a:lnTo>
                <a:lnTo>
                  <a:pt x="1467" y="3393"/>
                </a:lnTo>
                <a:lnTo>
                  <a:pt x="1100" y="5318"/>
                </a:lnTo>
                <a:lnTo>
                  <a:pt x="2842" y="4401"/>
                </a:lnTo>
                <a:lnTo>
                  <a:pt x="4584" y="5318"/>
                </a:lnTo>
                <a:lnTo>
                  <a:pt x="4217" y="3393"/>
                </a:lnTo>
                <a:lnTo>
                  <a:pt x="5592" y="2018"/>
                </a:lnTo>
                <a:lnTo>
                  <a:pt x="3667" y="1743"/>
                </a:lnTo>
                <a:lnTo>
                  <a:pt x="284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9"/>
          <p:cNvSpPr/>
          <p:nvPr/>
        </p:nvSpPr>
        <p:spPr>
          <a:xfrm>
            <a:off x="2843039" y="3747622"/>
            <a:ext cx="83643" cy="79531"/>
          </a:xfrm>
          <a:custGeom>
            <a:avLst/>
            <a:gdLst/>
            <a:ahLst/>
            <a:cxnLst/>
            <a:rect l="l" t="t" r="r" b="b"/>
            <a:pathLst>
              <a:path w="5593" h="5318" extrusionOk="0">
                <a:moveTo>
                  <a:pt x="2751" y="1"/>
                </a:moveTo>
                <a:lnTo>
                  <a:pt x="1926" y="1743"/>
                </a:lnTo>
                <a:lnTo>
                  <a:pt x="1" y="2018"/>
                </a:lnTo>
                <a:lnTo>
                  <a:pt x="1376" y="3393"/>
                </a:lnTo>
                <a:lnTo>
                  <a:pt x="1009" y="5318"/>
                </a:lnTo>
                <a:lnTo>
                  <a:pt x="2751" y="4401"/>
                </a:lnTo>
                <a:lnTo>
                  <a:pt x="4493" y="5318"/>
                </a:lnTo>
                <a:lnTo>
                  <a:pt x="4126" y="3393"/>
                </a:lnTo>
                <a:lnTo>
                  <a:pt x="5593" y="2018"/>
                </a:lnTo>
                <a:lnTo>
                  <a:pt x="3668" y="1743"/>
                </a:lnTo>
                <a:lnTo>
                  <a:pt x="275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9"/>
          <p:cNvSpPr/>
          <p:nvPr/>
        </p:nvSpPr>
        <p:spPr>
          <a:xfrm>
            <a:off x="2704569" y="2861950"/>
            <a:ext cx="43893" cy="37447"/>
          </a:xfrm>
          <a:custGeom>
            <a:avLst/>
            <a:gdLst/>
            <a:ahLst/>
            <a:cxnLst/>
            <a:rect l="l" t="t" r="r" b="b"/>
            <a:pathLst>
              <a:path w="2935" h="2504" extrusionOk="0">
                <a:moveTo>
                  <a:pt x="1651" y="1"/>
                </a:moveTo>
                <a:cubicBezTo>
                  <a:pt x="551" y="1"/>
                  <a:pt x="1" y="1284"/>
                  <a:pt x="734" y="2109"/>
                </a:cubicBezTo>
                <a:cubicBezTo>
                  <a:pt x="1005" y="2381"/>
                  <a:pt x="1336" y="2503"/>
                  <a:pt x="1658" y="2503"/>
                </a:cubicBezTo>
                <a:cubicBezTo>
                  <a:pt x="2315" y="2503"/>
                  <a:pt x="2934" y="1993"/>
                  <a:pt x="2934" y="1193"/>
                </a:cubicBezTo>
                <a:cubicBezTo>
                  <a:pt x="2934" y="551"/>
                  <a:pt x="2384" y="1"/>
                  <a:pt x="165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9"/>
          <p:cNvSpPr/>
          <p:nvPr/>
        </p:nvSpPr>
        <p:spPr>
          <a:xfrm>
            <a:off x="2785462" y="2861950"/>
            <a:ext cx="45254" cy="37447"/>
          </a:xfrm>
          <a:custGeom>
            <a:avLst/>
            <a:gdLst/>
            <a:ahLst/>
            <a:cxnLst/>
            <a:rect l="l" t="t" r="r" b="b"/>
            <a:pathLst>
              <a:path w="3026" h="2504" extrusionOk="0">
                <a:moveTo>
                  <a:pt x="1742" y="1"/>
                </a:moveTo>
                <a:cubicBezTo>
                  <a:pt x="642" y="1"/>
                  <a:pt x="0" y="1376"/>
                  <a:pt x="825" y="2109"/>
                </a:cubicBezTo>
                <a:cubicBezTo>
                  <a:pt x="1097" y="2381"/>
                  <a:pt x="1428" y="2503"/>
                  <a:pt x="1749" y="2503"/>
                </a:cubicBezTo>
                <a:cubicBezTo>
                  <a:pt x="2406" y="2503"/>
                  <a:pt x="3026" y="1993"/>
                  <a:pt x="3026" y="1193"/>
                </a:cubicBezTo>
                <a:cubicBezTo>
                  <a:pt x="3026" y="551"/>
                  <a:pt x="2384" y="1"/>
                  <a:pt x="174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9"/>
          <p:cNvSpPr/>
          <p:nvPr/>
        </p:nvSpPr>
        <p:spPr>
          <a:xfrm>
            <a:off x="2869091" y="2861950"/>
            <a:ext cx="42517" cy="37447"/>
          </a:xfrm>
          <a:custGeom>
            <a:avLst/>
            <a:gdLst/>
            <a:ahLst/>
            <a:cxnLst/>
            <a:rect l="l" t="t" r="r" b="b"/>
            <a:pathLst>
              <a:path w="2843" h="2504" extrusionOk="0">
                <a:moveTo>
                  <a:pt x="1651" y="1"/>
                </a:moveTo>
                <a:cubicBezTo>
                  <a:pt x="551" y="1"/>
                  <a:pt x="1" y="1284"/>
                  <a:pt x="734" y="2109"/>
                </a:cubicBezTo>
                <a:cubicBezTo>
                  <a:pt x="1005" y="2381"/>
                  <a:pt x="1326" y="2503"/>
                  <a:pt x="1635" y="2503"/>
                </a:cubicBezTo>
                <a:cubicBezTo>
                  <a:pt x="2264" y="2503"/>
                  <a:pt x="2842" y="1993"/>
                  <a:pt x="2842" y="1193"/>
                </a:cubicBezTo>
                <a:cubicBezTo>
                  <a:pt x="2842" y="551"/>
                  <a:pt x="2292" y="1"/>
                  <a:pt x="165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9"/>
          <p:cNvSpPr/>
          <p:nvPr/>
        </p:nvSpPr>
        <p:spPr>
          <a:xfrm>
            <a:off x="1095004" y="3071726"/>
            <a:ext cx="319454" cy="319454"/>
          </a:xfrm>
          <a:custGeom>
            <a:avLst/>
            <a:gdLst/>
            <a:ahLst/>
            <a:cxnLst/>
            <a:rect l="l" t="t" r="r" b="b"/>
            <a:pathLst>
              <a:path w="21361" h="21361" extrusionOk="0">
                <a:moveTo>
                  <a:pt x="1" y="0"/>
                </a:moveTo>
                <a:lnTo>
                  <a:pt x="1" y="21360"/>
                </a:lnTo>
                <a:lnTo>
                  <a:pt x="21361" y="21360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9"/>
          <p:cNvSpPr/>
          <p:nvPr/>
        </p:nvSpPr>
        <p:spPr>
          <a:xfrm>
            <a:off x="1095004" y="3451496"/>
            <a:ext cx="319454" cy="91869"/>
          </a:xfrm>
          <a:custGeom>
            <a:avLst/>
            <a:gdLst/>
            <a:ahLst/>
            <a:cxnLst/>
            <a:rect l="l" t="t" r="r" b="b"/>
            <a:pathLst>
              <a:path w="21361" h="6143" extrusionOk="0">
                <a:moveTo>
                  <a:pt x="1" y="0"/>
                </a:moveTo>
                <a:lnTo>
                  <a:pt x="1" y="6142"/>
                </a:lnTo>
                <a:lnTo>
                  <a:pt x="21361" y="614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9"/>
          <p:cNvSpPr/>
          <p:nvPr/>
        </p:nvSpPr>
        <p:spPr>
          <a:xfrm>
            <a:off x="1095004" y="3589965"/>
            <a:ext cx="319454" cy="34292"/>
          </a:xfrm>
          <a:custGeom>
            <a:avLst/>
            <a:gdLst/>
            <a:ahLst/>
            <a:cxnLst/>
            <a:rect l="l" t="t" r="r" b="b"/>
            <a:pathLst>
              <a:path w="21361" h="2293" extrusionOk="0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9"/>
          <p:cNvSpPr/>
          <p:nvPr/>
        </p:nvSpPr>
        <p:spPr>
          <a:xfrm>
            <a:off x="1095004" y="3665369"/>
            <a:ext cx="319454" cy="34292"/>
          </a:xfrm>
          <a:custGeom>
            <a:avLst/>
            <a:gdLst/>
            <a:ahLst/>
            <a:cxnLst/>
            <a:rect l="l" t="t" r="r" b="b"/>
            <a:pathLst>
              <a:path w="21361" h="2293" extrusionOk="0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9"/>
          <p:cNvSpPr/>
          <p:nvPr/>
        </p:nvSpPr>
        <p:spPr>
          <a:xfrm>
            <a:off x="1095004" y="3742148"/>
            <a:ext cx="319454" cy="34277"/>
          </a:xfrm>
          <a:custGeom>
            <a:avLst/>
            <a:gdLst/>
            <a:ahLst/>
            <a:cxnLst/>
            <a:rect l="l" t="t" r="r" b="b"/>
            <a:pathLst>
              <a:path w="21361" h="2292" extrusionOk="0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9"/>
          <p:cNvSpPr/>
          <p:nvPr/>
        </p:nvSpPr>
        <p:spPr>
          <a:xfrm>
            <a:off x="1095004" y="3817552"/>
            <a:ext cx="319454" cy="34277"/>
          </a:xfrm>
          <a:custGeom>
            <a:avLst/>
            <a:gdLst/>
            <a:ahLst/>
            <a:cxnLst/>
            <a:rect l="l" t="t" r="r" b="b"/>
            <a:pathLst>
              <a:path w="21361" h="2292" extrusionOk="0">
                <a:moveTo>
                  <a:pt x="1" y="0"/>
                </a:moveTo>
                <a:lnTo>
                  <a:pt x="1" y="2292"/>
                </a:lnTo>
                <a:lnTo>
                  <a:pt x="21361" y="2292"/>
                </a:lnTo>
                <a:lnTo>
                  <a:pt x="213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9"/>
          <p:cNvSpPr/>
          <p:nvPr/>
        </p:nvSpPr>
        <p:spPr>
          <a:xfrm>
            <a:off x="1500827" y="3071726"/>
            <a:ext cx="516875" cy="319454"/>
          </a:xfrm>
          <a:custGeom>
            <a:avLst/>
            <a:gdLst/>
            <a:ahLst/>
            <a:cxnLst/>
            <a:rect l="l" t="t" r="r" b="b"/>
            <a:pathLst>
              <a:path w="34562" h="21361" extrusionOk="0">
                <a:moveTo>
                  <a:pt x="0" y="0"/>
                </a:moveTo>
                <a:lnTo>
                  <a:pt x="0" y="21360"/>
                </a:lnTo>
                <a:lnTo>
                  <a:pt x="34562" y="21360"/>
                </a:lnTo>
                <a:lnTo>
                  <a:pt x="345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9"/>
          <p:cNvSpPr/>
          <p:nvPr/>
        </p:nvSpPr>
        <p:spPr>
          <a:xfrm>
            <a:off x="1500827" y="3451496"/>
            <a:ext cx="516875" cy="91869"/>
          </a:xfrm>
          <a:custGeom>
            <a:avLst/>
            <a:gdLst/>
            <a:ahLst/>
            <a:cxnLst/>
            <a:rect l="l" t="t" r="r" b="b"/>
            <a:pathLst>
              <a:path w="34562" h="6143" extrusionOk="0">
                <a:moveTo>
                  <a:pt x="0" y="0"/>
                </a:moveTo>
                <a:lnTo>
                  <a:pt x="0" y="6142"/>
                </a:lnTo>
                <a:lnTo>
                  <a:pt x="34562" y="6142"/>
                </a:lnTo>
                <a:lnTo>
                  <a:pt x="345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9"/>
          <p:cNvSpPr/>
          <p:nvPr/>
        </p:nvSpPr>
        <p:spPr>
          <a:xfrm>
            <a:off x="1500827" y="3589965"/>
            <a:ext cx="516875" cy="34292"/>
          </a:xfrm>
          <a:custGeom>
            <a:avLst/>
            <a:gdLst/>
            <a:ahLst/>
            <a:cxnLst/>
            <a:rect l="l" t="t" r="r" b="b"/>
            <a:pathLst>
              <a:path w="34562" h="2293" extrusionOk="0">
                <a:moveTo>
                  <a:pt x="0" y="0"/>
                </a:moveTo>
                <a:lnTo>
                  <a:pt x="0" y="2292"/>
                </a:lnTo>
                <a:lnTo>
                  <a:pt x="34562" y="2292"/>
                </a:lnTo>
                <a:lnTo>
                  <a:pt x="345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9"/>
          <p:cNvSpPr/>
          <p:nvPr/>
        </p:nvSpPr>
        <p:spPr>
          <a:xfrm>
            <a:off x="1500827" y="3665369"/>
            <a:ext cx="516875" cy="34292"/>
          </a:xfrm>
          <a:custGeom>
            <a:avLst/>
            <a:gdLst/>
            <a:ahLst/>
            <a:cxnLst/>
            <a:rect l="l" t="t" r="r" b="b"/>
            <a:pathLst>
              <a:path w="34562" h="2293" extrusionOk="0">
                <a:moveTo>
                  <a:pt x="0" y="0"/>
                </a:moveTo>
                <a:lnTo>
                  <a:pt x="0" y="2292"/>
                </a:lnTo>
                <a:lnTo>
                  <a:pt x="34562" y="2292"/>
                </a:lnTo>
                <a:lnTo>
                  <a:pt x="345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9"/>
          <p:cNvSpPr/>
          <p:nvPr/>
        </p:nvSpPr>
        <p:spPr>
          <a:xfrm>
            <a:off x="1500827" y="3742148"/>
            <a:ext cx="516875" cy="34277"/>
          </a:xfrm>
          <a:custGeom>
            <a:avLst/>
            <a:gdLst/>
            <a:ahLst/>
            <a:cxnLst/>
            <a:rect l="l" t="t" r="r" b="b"/>
            <a:pathLst>
              <a:path w="34562" h="2292" extrusionOk="0">
                <a:moveTo>
                  <a:pt x="0" y="0"/>
                </a:moveTo>
                <a:lnTo>
                  <a:pt x="0" y="2292"/>
                </a:lnTo>
                <a:lnTo>
                  <a:pt x="34562" y="2292"/>
                </a:lnTo>
                <a:lnTo>
                  <a:pt x="345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9"/>
          <p:cNvSpPr/>
          <p:nvPr/>
        </p:nvSpPr>
        <p:spPr>
          <a:xfrm>
            <a:off x="1500827" y="3817552"/>
            <a:ext cx="319454" cy="34277"/>
          </a:xfrm>
          <a:custGeom>
            <a:avLst/>
            <a:gdLst/>
            <a:ahLst/>
            <a:cxnLst/>
            <a:rect l="l" t="t" r="r" b="b"/>
            <a:pathLst>
              <a:path w="21361" h="2292" extrusionOk="0">
                <a:moveTo>
                  <a:pt x="0" y="0"/>
                </a:moveTo>
                <a:lnTo>
                  <a:pt x="0" y="2292"/>
                </a:lnTo>
                <a:lnTo>
                  <a:pt x="21360" y="2292"/>
                </a:lnTo>
                <a:lnTo>
                  <a:pt x="2136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9"/>
          <p:cNvSpPr/>
          <p:nvPr/>
        </p:nvSpPr>
        <p:spPr>
          <a:xfrm>
            <a:off x="3299591" y="3340439"/>
            <a:ext cx="1243508" cy="749948"/>
          </a:xfrm>
          <a:custGeom>
            <a:avLst/>
            <a:gdLst/>
            <a:ahLst/>
            <a:cxnLst/>
            <a:rect l="l" t="t" r="r" b="b"/>
            <a:pathLst>
              <a:path w="83150" h="50147" extrusionOk="0">
                <a:moveTo>
                  <a:pt x="2201" y="0"/>
                </a:moveTo>
                <a:cubicBezTo>
                  <a:pt x="917" y="0"/>
                  <a:pt x="0" y="917"/>
                  <a:pt x="0" y="2201"/>
                </a:cubicBezTo>
                <a:lnTo>
                  <a:pt x="0" y="47946"/>
                </a:lnTo>
                <a:cubicBezTo>
                  <a:pt x="0" y="49138"/>
                  <a:pt x="917" y="50146"/>
                  <a:pt x="2201" y="50146"/>
                </a:cubicBezTo>
                <a:lnTo>
                  <a:pt x="80949" y="50146"/>
                </a:lnTo>
                <a:cubicBezTo>
                  <a:pt x="82233" y="50146"/>
                  <a:pt x="83149" y="49138"/>
                  <a:pt x="83149" y="47946"/>
                </a:cubicBezTo>
                <a:lnTo>
                  <a:pt x="83149" y="2201"/>
                </a:lnTo>
                <a:cubicBezTo>
                  <a:pt x="83149" y="917"/>
                  <a:pt x="82233" y="0"/>
                  <a:pt x="8094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9"/>
          <p:cNvSpPr/>
          <p:nvPr/>
        </p:nvSpPr>
        <p:spPr>
          <a:xfrm>
            <a:off x="3332492" y="3377453"/>
            <a:ext cx="1126979" cy="674545"/>
          </a:xfrm>
          <a:custGeom>
            <a:avLst/>
            <a:gdLst/>
            <a:ahLst/>
            <a:cxnLst/>
            <a:rect l="l" t="t" r="r" b="b"/>
            <a:pathLst>
              <a:path w="75358" h="45105" extrusionOk="0">
                <a:moveTo>
                  <a:pt x="1742" y="1"/>
                </a:moveTo>
                <a:cubicBezTo>
                  <a:pt x="734" y="1"/>
                  <a:pt x="1" y="826"/>
                  <a:pt x="1" y="1834"/>
                </a:cubicBezTo>
                <a:lnTo>
                  <a:pt x="1" y="43363"/>
                </a:lnTo>
                <a:cubicBezTo>
                  <a:pt x="1" y="44279"/>
                  <a:pt x="734" y="45104"/>
                  <a:pt x="1742" y="45104"/>
                </a:cubicBezTo>
                <a:lnTo>
                  <a:pt x="75357" y="45104"/>
                </a:lnTo>
                <a:lnTo>
                  <a:pt x="7535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9"/>
          <p:cNvSpPr/>
          <p:nvPr/>
        </p:nvSpPr>
        <p:spPr>
          <a:xfrm>
            <a:off x="4466330" y="3688331"/>
            <a:ext cx="61719" cy="52791"/>
          </a:xfrm>
          <a:custGeom>
            <a:avLst/>
            <a:gdLst/>
            <a:ahLst/>
            <a:cxnLst/>
            <a:rect l="l" t="t" r="r" b="b"/>
            <a:pathLst>
              <a:path w="4127" h="3530" extrusionOk="0">
                <a:moveTo>
                  <a:pt x="2293" y="1"/>
                </a:moveTo>
                <a:cubicBezTo>
                  <a:pt x="734" y="1"/>
                  <a:pt x="1" y="1926"/>
                  <a:pt x="1101" y="3026"/>
                </a:cubicBezTo>
                <a:cubicBezTo>
                  <a:pt x="1449" y="3374"/>
                  <a:pt x="1872" y="3530"/>
                  <a:pt x="2289" y="3530"/>
                </a:cubicBezTo>
                <a:cubicBezTo>
                  <a:pt x="3188" y="3530"/>
                  <a:pt x="4064" y="2807"/>
                  <a:pt x="4126" y="1743"/>
                </a:cubicBezTo>
                <a:cubicBezTo>
                  <a:pt x="4126" y="826"/>
                  <a:pt x="3301" y="1"/>
                  <a:pt x="2293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9"/>
          <p:cNvSpPr/>
          <p:nvPr/>
        </p:nvSpPr>
        <p:spPr>
          <a:xfrm>
            <a:off x="3332492" y="3377453"/>
            <a:ext cx="1126979" cy="57592"/>
          </a:xfrm>
          <a:custGeom>
            <a:avLst/>
            <a:gdLst/>
            <a:ahLst/>
            <a:cxnLst/>
            <a:rect l="l" t="t" r="r" b="b"/>
            <a:pathLst>
              <a:path w="75358" h="3851" extrusionOk="0">
                <a:moveTo>
                  <a:pt x="1742" y="1"/>
                </a:moveTo>
                <a:cubicBezTo>
                  <a:pt x="734" y="1"/>
                  <a:pt x="1" y="826"/>
                  <a:pt x="1" y="1834"/>
                </a:cubicBezTo>
                <a:lnTo>
                  <a:pt x="1" y="3851"/>
                </a:lnTo>
                <a:lnTo>
                  <a:pt x="75357" y="3851"/>
                </a:lnTo>
                <a:lnTo>
                  <a:pt x="75357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9"/>
          <p:cNvSpPr/>
          <p:nvPr/>
        </p:nvSpPr>
        <p:spPr>
          <a:xfrm>
            <a:off x="4283970" y="3392543"/>
            <a:ext cx="27442" cy="23629"/>
          </a:xfrm>
          <a:custGeom>
            <a:avLst/>
            <a:gdLst/>
            <a:ahLst/>
            <a:cxnLst/>
            <a:rect l="l" t="t" r="r" b="b"/>
            <a:pathLst>
              <a:path w="1835" h="1580" extrusionOk="0">
                <a:moveTo>
                  <a:pt x="1101" y="0"/>
                </a:moveTo>
                <a:cubicBezTo>
                  <a:pt x="368" y="0"/>
                  <a:pt x="1" y="917"/>
                  <a:pt x="459" y="1375"/>
                </a:cubicBezTo>
                <a:cubicBezTo>
                  <a:pt x="630" y="1517"/>
                  <a:pt x="826" y="1580"/>
                  <a:pt x="1017" y="1580"/>
                </a:cubicBezTo>
                <a:cubicBezTo>
                  <a:pt x="1441" y="1580"/>
                  <a:pt x="1834" y="1268"/>
                  <a:pt x="1834" y="825"/>
                </a:cubicBezTo>
                <a:cubicBezTo>
                  <a:pt x="1834" y="367"/>
                  <a:pt x="1468" y="0"/>
                  <a:pt x="110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9"/>
          <p:cNvSpPr/>
          <p:nvPr/>
        </p:nvSpPr>
        <p:spPr>
          <a:xfrm>
            <a:off x="4341562" y="3392543"/>
            <a:ext cx="27427" cy="23629"/>
          </a:xfrm>
          <a:custGeom>
            <a:avLst/>
            <a:gdLst/>
            <a:ahLst/>
            <a:cxnLst/>
            <a:rect l="l" t="t" r="r" b="b"/>
            <a:pathLst>
              <a:path w="1834" h="1580" extrusionOk="0">
                <a:moveTo>
                  <a:pt x="1100" y="0"/>
                </a:moveTo>
                <a:cubicBezTo>
                  <a:pt x="367" y="0"/>
                  <a:pt x="0" y="917"/>
                  <a:pt x="459" y="1375"/>
                </a:cubicBezTo>
                <a:cubicBezTo>
                  <a:pt x="629" y="1517"/>
                  <a:pt x="826" y="1580"/>
                  <a:pt x="1016" y="1580"/>
                </a:cubicBezTo>
                <a:cubicBezTo>
                  <a:pt x="1441" y="1580"/>
                  <a:pt x="1834" y="1268"/>
                  <a:pt x="1834" y="825"/>
                </a:cubicBezTo>
                <a:cubicBezTo>
                  <a:pt x="1834" y="367"/>
                  <a:pt x="1467" y="0"/>
                  <a:pt x="1100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9"/>
          <p:cNvSpPr/>
          <p:nvPr/>
        </p:nvSpPr>
        <p:spPr>
          <a:xfrm>
            <a:off x="4400515" y="3392543"/>
            <a:ext cx="27427" cy="23629"/>
          </a:xfrm>
          <a:custGeom>
            <a:avLst/>
            <a:gdLst/>
            <a:ahLst/>
            <a:cxnLst/>
            <a:rect l="l" t="t" r="r" b="b"/>
            <a:pathLst>
              <a:path w="1834" h="1580" extrusionOk="0">
                <a:moveTo>
                  <a:pt x="1009" y="0"/>
                </a:moveTo>
                <a:cubicBezTo>
                  <a:pt x="367" y="0"/>
                  <a:pt x="0" y="917"/>
                  <a:pt x="459" y="1375"/>
                </a:cubicBezTo>
                <a:cubicBezTo>
                  <a:pt x="629" y="1517"/>
                  <a:pt x="826" y="1580"/>
                  <a:pt x="1016" y="1580"/>
                </a:cubicBezTo>
                <a:cubicBezTo>
                  <a:pt x="1441" y="1580"/>
                  <a:pt x="1834" y="1268"/>
                  <a:pt x="1834" y="825"/>
                </a:cubicBezTo>
                <a:cubicBezTo>
                  <a:pt x="1834" y="367"/>
                  <a:pt x="1467" y="0"/>
                  <a:pt x="10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9"/>
          <p:cNvSpPr/>
          <p:nvPr/>
        </p:nvSpPr>
        <p:spPr>
          <a:xfrm>
            <a:off x="3332492" y="3435030"/>
            <a:ext cx="1126979" cy="46630"/>
          </a:xfrm>
          <a:custGeom>
            <a:avLst/>
            <a:gdLst/>
            <a:ahLst/>
            <a:cxnLst/>
            <a:rect l="l" t="t" r="r" b="b"/>
            <a:pathLst>
              <a:path w="75358" h="3118" extrusionOk="0">
                <a:moveTo>
                  <a:pt x="1" y="1"/>
                </a:moveTo>
                <a:lnTo>
                  <a:pt x="1" y="3118"/>
                </a:lnTo>
                <a:lnTo>
                  <a:pt x="75357" y="3118"/>
                </a:lnTo>
                <a:lnTo>
                  <a:pt x="7535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9"/>
          <p:cNvSpPr/>
          <p:nvPr/>
        </p:nvSpPr>
        <p:spPr>
          <a:xfrm>
            <a:off x="4248332" y="3435030"/>
            <a:ext cx="211150" cy="46630"/>
          </a:xfrm>
          <a:custGeom>
            <a:avLst/>
            <a:gdLst/>
            <a:ahLst/>
            <a:cxnLst/>
            <a:rect l="l" t="t" r="r" b="b"/>
            <a:pathLst>
              <a:path w="14119" h="3118" extrusionOk="0">
                <a:moveTo>
                  <a:pt x="0" y="1"/>
                </a:moveTo>
                <a:lnTo>
                  <a:pt x="0" y="3118"/>
                </a:lnTo>
                <a:lnTo>
                  <a:pt x="14118" y="3118"/>
                </a:lnTo>
                <a:lnTo>
                  <a:pt x="14118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9"/>
          <p:cNvSpPr/>
          <p:nvPr/>
        </p:nvSpPr>
        <p:spPr>
          <a:xfrm>
            <a:off x="4090659" y="3435030"/>
            <a:ext cx="157686" cy="46630"/>
          </a:xfrm>
          <a:custGeom>
            <a:avLst/>
            <a:gdLst/>
            <a:ahLst/>
            <a:cxnLst/>
            <a:rect l="l" t="t" r="r" b="b"/>
            <a:pathLst>
              <a:path w="10544" h="3118" extrusionOk="0">
                <a:moveTo>
                  <a:pt x="1" y="1"/>
                </a:moveTo>
                <a:lnTo>
                  <a:pt x="1" y="3118"/>
                </a:lnTo>
                <a:lnTo>
                  <a:pt x="10543" y="3118"/>
                </a:lnTo>
                <a:lnTo>
                  <a:pt x="1054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9"/>
          <p:cNvSpPr/>
          <p:nvPr/>
        </p:nvSpPr>
        <p:spPr>
          <a:xfrm>
            <a:off x="3938475" y="3521411"/>
            <a:ext cx="485350" cy="122033"/>
          </a:xfrm>
          <a:custGeom>
            <a:avLst/>
            <a:gdLst/>
            <a:ahLst/>
            <a:cxnLst/>
            <a:rect l="l" t="t" r="r" b="b"/>
            <a:pathLst>
              <a:path w="32454" h="8160" extrusionOk="0">
                <a:moveTo>
                  <a:pt x="1" y="0"/>
                </a:moveTo>
                <a:lnTo>
                  <a:pt x="1" y="8159"/>
                </a:lnTo>
                <a:lnTo>
                  <a:pt x="32454" y="8159"/>
                </a:lnTo>
                <a:lnTo>
                  <a:pt x="3245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9"/>
          <p:cNvSpPr/>
          <p:nvPr/>
        </p:nvSpPr>
        <p:spPr>
          <a:xfrm>
            <a:off x="3938475" y="3677707"/>
            <a:ext cx="371557" cy="26067"/>
          </a:xfrm>
          <a:custGeom>
            <a:avLst/>
            <a:gdLst/>
            <a:ahLst/>
            <a:cxnLst/>
            <a:rect l="l" t="t" r="r" b="b"/>
            <a:pathLst>
              <a:path w="24845" h="1743" extrusionOk="0">
                <a:moveTo>
                  <a:pt x="1" y="0"/>
                </a:moveTo>
                <a:lnTo>
                  <a:pt x="1" y="1742"/>
                </a:lnTo>
                <a:lnTo>
                  <a:pt x="24845" y="1742"/>
                </a:lnTo>
                <a:lnTo>
                  <a:pt x="248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9"/>
          <p:cNvSpPr/>
          <p:nvPr/>
        </p:nvSpPr>
        <p:spPr>
          <a:xfrm>
            <a:off x="3938475" y="3733908"/>
            <a:ext cx="485350" cy="26067"/>
          </a:xfrm>
          <a:custGeom>
            <a:avLst/>
            <a:gdLst/>
            <a:ahLst/>
            <a:cxnLst/>
            <a:rect l="l" t="t" r="r" b="b"/>
            <a:pathLst>
              <a:path w="32454" h="1743" extrusionOk="0">
                <a:moveTo>
                  <a:pt x="1" y="1"/>
                </a:moveTo>
                <a:lnTo>
                  <a:pt x="1" y="1743"/>
                </a:lnTo>
                <a:lnTo>
                  <a:pt x="32454" y="1743"/>
                </a:lnTo>
                <a:lnTo>
                  <a:pt x="3245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9"/>
          <p:cNvSpPr/>
          <p:nvPr/>
        </p:nvSpPr>
        <p:spPr>
          <a:xfrm>
            <a:off x="3938475" y="3790124"/>
            <a:ext cx="485350" cy="26067"/>
          </a:xfrm>
          <a:custGeom>
            <a:avLst/>
            <a:gdLst/>
            <a:ahLst/>
            <a:cxnLst/>
            <a:rect l="l" t="t" r="r" b="b"/>
            <a:pathLst>
              <a:path w="32454" h="1743" extrusionOk="0">
                <a:moveTo>
                  <a:pt x="1" y="1"/>
                </a:moveTo>
                <a:lnTo>
                  <a:pt x="1" y="1742"/>
                </a:lnTo>
                <a:lnTo>
                  <a:pt x="32454" y="1742"/>
                </a:lnTo>
                <a:lnTo>
                  <a:pt x="3245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9"/>
          <p:cNvSpPr/>
          <p:nvPr/>
        </p:nvSpPr>
        <p:spPr>
          <a:xfrm>
            <a:off x="3938475" y="3847702"/>
            <a:ext cx="485350" cy="24706"/>
          </a:xfrm>
          <a:custGeom>
            <a:avLst/>
            <a:gdLst/>
            <a:ahLst/>
            <a:cxnLst/>
            <a:rect l="l" t="t" r="r" b="b"/>
            <a:pathLst>
              <a:path w="32454" h="1652" extrusionOk="0">
                <a:moveTo>
                  <a:pt x="1" y="1"/>
                </a:moveTo>
                <a:lnTo>
                  <a:pt x="1" y="1651"/>
                </a:lnTo>
                <a:lnTo>
                  <a:pt x="32454" y="1651"/>
                </a:lnTo>
                <a:lnTo>
                  <a:pt x="3245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9"/>
          <p:cNvSpPr/>
          <p:nvPr/>
        </p:nvSpPr>
        <p:spPr>
          <a:xfrm>
            <a:off x="3938475" y="3903918"/>
            <a:ext cx="270102" cy="26067"/>
          </a:xfrm>
          <a:custGeom>
            <a:avLst/>
            <a:gdLst/>
            <a:ahLst/>
            <a:cxnLst/>
            <a:rect l="l" t="t" r="r" b="b"/>
            <a:pathLst>
              <a:path w="18061" h="1743" extrusionOk="0">
                <a:moveTo>
                  <a:pt x="1" y="1"/>
                </a:moveTo>
                <a:lnTo>
                  <a:pt x="1" y="1742"/>
                </a:lnTo>
                <a:lnTo>
                  <a:pt x="18061" y="1742"/>
                </a:lnTo>
                <a:lnTo>
                  <a:pt x="1806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9"/>
          <p:cNvSpPr/>
          <p:nvPr/>
        </p:nvSpPr>
        <p:spPr>
          <a:xfrm>
            <a:off x="4240106" y="3906655"/>
            <a:ext cx="47991" cy="45269"/>
          </a:xfrm>
          <a:custGeom>
            <a:avLst/>
            <a:gdLst/>
            <a:ahLst/>
            <a:cxnLst/>
            <a:rect l="l" t="t" r="r" b="b"/>
            <a:pathLst>
              <a:path w="3209" h="3027" extrusionOk="0">
                <a:moveTo>
                  <a:pt x="1650" y="1"/>
                </a:moveTo>
                <a:lnTo>
                  <a:pt x="1100" y="1009"/>
                </a:lnTo>
                <a:lnTo>
                  <a:pt x="0" y="1193"/>
                </a:lnTo>
                <a:lnTo>
                  <a:pt x="825" y="1926"/>
                </a:lnTo>
                <a:lnTo>
                  <a:pt x="642" y="3026"/>
                </a:lnTo>
                <a:lnTo>
                  <a:pt x="1650" y="2476"/>
                </a:lnTo>
                <a:lnTo>
                  <a:pt x="2659" y="3026"/>
                </a:lnTo>
                <a:lnTo>
                  <a:pt x="2475" y="1926"/>
                </a:lnTo>
                <a:lnTo>
                  <a:pt x="3209" y="1193"/>
                </a:lnTo>
                <a:lnTo>
                  <a:pt x="2109" y="1009"/>
                </a:lnTo>
                <a:lnTo>
                  <a:pt x="165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9"/>
          <p:cNvSpPr/>
          <p:nvPr/>
        </p:nvSpPr>
        <p:spPr>
          <a:xfrm>
            <a:off x="4303172" y="3906655"/>
            <a:ext cx="47991" cy="45269"/>
          </a:xfrm>
          <a:custGeom>
            <a:avLst/>
            <a:gdLst/>
            <a:ahLst/>
            <a:cxnLst/>
            <a:rect l="l" t="t" r="r" b="b"/>
            <a:pathLst>
              <a:path w="3209" h="3027" extrusionOk="0">
                <a:moveTo>
                  <a:pt x="1650" y="1"/>
                </a:moveTo>
                <a:lnTo>
                  <a:pt x="1100" y="1009"/>
                </a:lnTo>
                <a:lnTo>
                  <a:pt x="0" y="1193"/>
                </a:lnTo>
                <a:lnTo>
                  <a:pt x="825" y="1926"/>
                </a:lnTo>
                <a:lnTo>
                  <a:pt x="642" y="3026"/>
                </a:lnTo>
                <a:lnTo>
                  <a:pt x="1650" y="2476"/>
                </a:lnTo>
                <a:lnTo>
                  <a:pt x="2567" y="3026"/>
                </a:lnTo>
                <a:lnTo>
                  <a:pt x="2384" y="1926"/>
                </a:lnTo>
                <a:lnTo>
                  <a:pt x="3209" y="1193"/>
                </a:lnTo>
                <a:lnTo>
                  <a:pt x="2109" y="1009"/>
                </a:lnTo>
                <a:lnTo>
                  <a:pt x="165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9"/>
          <p:cNvSpPr/>
          <p:nvPr/>
        </p:nvSpPr>
        <p:spPr>
          <a:xfrm>
            <a:off x="4366238" y="3903905"/>
            <a:ext cx="47991" cy="45269"/>
          </a:xfrm>
          <a:custGeom>
            <a:avLst/>
            <a:gdLst/>
            <a:ahLst/>
            <a:cxnLst/>
            <a:rect l="l" t="t" r="r" b="b"/>
            <a:pathLst>
              <a:path w="3209" h="3027" extrusionOk="0">
                <a:moveTo>
                  <a:pt x="1559" y="1"/>
                </a:moveTo>
                <a:lnTo>
                  <a:pt x="1100" y="1009"/>
                </a:lnTo>
                <a:lnTo>
                  <a:pt x="0" y="1193"/>
                </a:lnTo>
                <a:lnTo>
                  <a:pt x="825" y="1926"/>
                </a:lnTo>
                <a:lnTo>
                  <a:pt x="642" y="3026"/>
                </a:lnTo>
                <a:lnTo>
                  <a:pt x="642" y="3026"/>
                </a:lnTo>
                <a:lnTo>
                  <a:pt x="1559" y="2476"/>
                </a:lnTo>
                <a:lnTo>
                  <a:pt x="2567" y="3026"/>
                </a:lnTo>
                <a:lnTo>
                  <a:pt x="2384" y="1926"/>
                </a:lnTo>
                <a:lnTo>
                  <a:pt x="3209" y="1193"/>
                </a:lnTo>
                <a:lnTo>
                  <a:pt x="2109" y="1009"/>
                </a:lnTo>
                <a:lnTo>
                  <a:pt x="15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9"/>
          <p:cNvSpPr/>
          <p:nvPr/>
        </p:nvSpPr>
        <p:spPr>
          <a:xfrm>
            <a:off x="3368145" y="3521411"/>
            <a:ext cx="182346" cy="182361"/>
          </a:xfrm>
          <a:custGeom>
            <a:avLst/>
            <a:gdLst/>
            <a:ahLst/>
            <a:cxnLst/>
            <a:rect l="l" t="t" r="r" b="b"/>
            <a:pathLst>
              <a:path w="12193" h="12194" extrusionOk="0">
                <a:moveTo>
                  <a:pt x="0" y="0"/>
                </a:moveTo>
                <a:lnTo>
                  <a:pt x="0" y="12193"/>
                </a:lnTo>
                <a:lnTo>
                  <a:pt x="12193" y="12193"/>
                </a:lnTo>
                <a:lnTo>
                  <a:pt x="121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9"/>
          <p:cNvSpPr/>
          <p:nvPr/>
        </p:nvSpPr>
        <p:spPr>
          <a:xfrm>
            <a:off x="3368145" y="3738036"/>
            <a:ext cx="182346" cy="52103"/>
          </a:xfrm>
          <a:custGeom>
            <a:avLst/>
            <a:gdLst/>
            <a:ahLst/>
            <a:cxnLst/>
            <a:rect l="l" t="t" r="r" b="b"/>
            <a:pathLst>
              <a:path w="12193" h="3484" extrusionOk="0">
                <a:moveTo>
                  <a:pt x="0" y="0"/>
                </a:moveTo>
                <a:lnTo>
                  <a:pt x="0" y="3484"/>
                </a:lnTo>
                <a:lnTo>
                  <a:pt x="12193" y="3484"/>
                </a:lnTo>
                <a:lnTo>
                  <a:pt x="1219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9"/>
          <p:cNvSpPr/>
          <p:nvPr/>
        </p:nvSpPr>
        <p:spPr>
          <a:xfrm>
            <a:off x="3368145" y="3816176"/>
            <a:ext cx="182346" cy="19202"/>
          </a:xfrm>
          <a:custGeom>
            <a:avLst/>
            <a:gdLst/>
            <a:ahLst/>
            <a:cxnLst/>
            <a:rect l="l" t="t" r="r" b="b"/>
            <a:pathLst>
              <a:path w="12193" h="1284" extrusionOk="0">
                <a:moveTo>
                  <a:pt x="0" y="0"/>
                </a:moveTo>
                <a:lnTo>
                  <a:pt x="0" y="1284"/>
                </a:lnTo>
                <a:lnTo>
                  <a:pt x="12193" y="1284"/>
                </a:lnTo>
                <a:lnTo>
                  <a:pt x="121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9"/>
          <p:cNvSpPr/>
          <p:nvPr/>
        </p:nvSpPr>
        <p:spPr>
          <a:xfrm>
            <a:off x="3368145" y="3860054"/>
            <a:ext cx="182346" cy="19202"/>
          </a:xfrm>
          <a:custGeom>
            <a:avLst/>
            <a:gdLst/>
            <a:ahLst/>
            <a:cxnLst/>
            <a:rect l="l" t="t" r="r" b="b"/>
            <a:pathLst>
              <a:path w="12193" h="1284" extrusionOk="0">
                <a:moveTo>
                  <a:pt x="0" y="0"/>
                </a:moveTo>
                <a:lnTo>
                  <a:pt x="0" y="1283"/>
                </a:lnTo>
                <a:lnTo>
                  <a:pt x="12193" y="1283"/>
                </a:lnTo>
                <a:lnTo>
                  <a:pt x="1219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9"/>
          <p:cNvSpPr/>
          <p:nvPr/>
        </p:nvSpPr>
        <p:spPr>
          <a:xfrm>
            <a:off x="3368145" y="3903918"/>
            <a:ext cx="182346" cy="19217"/>
          </a:xfrm>
          <a:custGeom>
            <a:avLst/>
            <a:gdLst/>
            <a:ahLst/>
            <a:cxnLst/>
            <a:rect l="l" t="t" r="r" b="b"/>
            <a:pathLst>
              <a:path w="12193" h="1285" extrusionOk="0">
                <a:moveTo>
                  <a:pt x="0" y="1"/>
                </a:moveTo>
                <a:lnTo>
                  <a:pt x="0" y="1284"/>
                </a:lnTo>
                <a:lnTo>
                  <a:pt x="12193" y="1284"/>
                </a:lnTo>
                <a:lnTo>
                  <a:pt x="12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9"/>
          <p:cNvSpPr/>
          <p:nvPr/>
        </p:nvSpPr>
        <p:spPr>
          <a:xfrm>
            <a:off x="3368145" y="3946420"/>
            <a:ext cx="182346" cy="20578"/>
          </a:xfrm>
          <a:custGeom>
            <a:avLst/>
            <a:gdLst/>
            <a:ahLst/>
            <a:cxnLst/>
            <a:rect l="l" t="t" r="r" b="b"/>
            <a:pathLst>
              <a:path w="12193" h="1376" extrusionOk="0">
                <a:moveTo>
                  <a:pt x="0" y="1"/>
                </a:moveTo>
                <a:lnTo>
                  <a:pt x="0" y="1376"/>
                </a:lnTo>
                <a:lnTo>
                  <a:pt x="12193" y="1376"/>
                </a:lnTo>
                <a:lnTo>
                  <a:pt x="12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9"/>
          <p:cNvSpPr/>
          <p:nvPr/>
        </p:nvSpPr>
        <p:spPr>
          <a:xfrm>
            <a:off x="3599846" y="3521411"/>
            <a:ext cx="296139" cy="182361"/>
          </a:xfrm>
          <a:custGeom>
            <a:avLst/>
            <a:gdLst/>
            <a:ahLst/>
            <a:cxnLst/>
            <a:rect l="l" t="t" r="r" b="b"/>
            <a:pathLst>
              <a:path w="19802" h="12194" extrusionOk="0">
                <a:moveTo>
                  <a:pt x="0" y="0"/>
                </a:moveTo>
                <a:lnTo>
                  <a:pt x="0" y="12193"/>
                </a:lnTo>
                <a:lnTo>
                  <a:pt x="19802" y="12193"/>
                </a:lnTo>
                <a:lnTo>
                  <a:pt x="198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9"/>
          <p:cNvSpPr/>
          <p:nvPr/>
        </p:nvSpPr>
        <p:spPr>
          <a:xfrm>
            <a:off x="3599846" y="3738036"/>
            <a:ext cx="296139" cy="52103"/>
          </a:xfrm>
          <a:custGeom>
            <a:avLst/>
            <a:gdLst/>
            <a:ahLst/>
            <a:cxnLst/>
            <a:rect l="l" t="t" r="r" b="b"/>
            <a:pathLst>
              <a:path w="19802" h="3484" extrusionOk="0">
                <a:moveTo>
                  <a:pt x="0" y="0"/>
                </a:moveTo>
                <a:lnTo>
                  <a:pt x="0" y="3484"/>
                </a:lnTo>
                <a:lnTo>
                  <a:pt x="19802" y="3484"/>
                </a:lnTo>
                <a:lnTo>
                  <a:pt x="198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9"/>
          <p:cNvSpPr/>
          <p:nvPr/>
        </p:nvSpPr>
        <p:spPr>
          <a:xfrm>
            <a:off x="3599846" y="3816176"/>
            <a:ext cx="296139" cy="19202"/>
          </a:xfrm>
          <a:custGeom>
            <a:avLst/>
            <a:gdLst/>
            <a:ahLst/>
            <a:cxnLst/>
            <a:rect l="l" t="t" r="r" b="b"/>
            <a:pathLst>
              <a:path w="19802" h="1284" extrusionOk="0">
                <a:moveTo>
                  <a:pt x="0" y="0"/>
                </a:moveTo>
                <a:lnTo>
                  <a:pt x="0" y="1284"/>
                </a:lnTo>
                <a:lnTo>
                  <a:pt x="19802" y="1284"/>
                </a:lnTo>
                <a:lnTo>
                  <a:pt x="198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9"/>
          <p:cNvSpPr/>
          <p:nvPr/>
        </p:nvSpPr>
        <p:spPr>
          <a:xfrm>
            <a:off x="3599846" y="3860054"/>
            <a:ext cx="296139" cy="19202"/>
          </a:xfrm>
          <a:custGeom>
            <a:avLst/>
            <a:gdLst/>
            <a:ahLst/>
            <a:cxnLst/>
            <a:rect l="l" t="t" r="r" b="b"/>
            <a:pathLst>
              <a:path w="19802" h="1284" extrusionOk="0">
                <a:moveTo>
                  <a:pt x="0" y="0"/>
                </a:moveTo>
                <a:lnTo>
                  <a:pt x="0" y="1283"/>
                </a:lnTo>
                <a:lnTo>
                  <a:pt x="19802" y="1283"/>
                </a:lnTo>
                <a:lnTo>
                  <a:pt x="198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9"/>
          <p:cNvSpPr/>
          <p:nvPr/>
        </p:nvSpPr>
        <p:spPr>
          <a:xfrm>
            <a:off x="3599846" y="3903918"/>
            <a:ext cx="296139" cy="19217"/>
          </a:xfrm>
          <a:custGeom>
            <a:avLst/>
            <a:gdLst/>
            <a:ahLst/>
            <a:cxnLst/>
            <a:rect l="l" t="t" r="r" b="b"/>
            <a:pathLst>
              <a:path w="19802" h="1285" extrusionOk="0">
                <a:moveTo>
                  <a:pt x="0" y="1"/>
                </a:moveTo>
                <a:lnTo>
                  <a:pt x="0" y="1284"/>
                </a:lnTo>
                <a:lnTo>
                  <a:pt x="19802" y="1284"/>
                </a:lnTo>
                <a:lnTo>
                  <a:pt x="1980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9"/>
          <p:cNvSpPr/>
          <p:nvPr/>
        </p:nvSpPr>
        <p:spPr>
          <a:xfrm>
            <a:off x="3599846" y="3946420"/>
            <a:ext cx="182346" cy="20578"/>
          </a:xfrm>
          <a:custGeom>
            <a:avLst/>
            <a:gdLst/>
            <a:ahLst/>
            <a:cxnLst/>
            <a:rect l="l" t="t" r="r" b="b"/>
            <a:pathLst>
              <a:path w="12193" h="1376" extrusionOk="0">
                <a:moveTo>
                  <a:pt x="0" y="1"/>
                </a:moveTo>
                <a:lnTo>
                  <a:pt x="0" y="1376"/>
                </a:lnTo>
                <a:lnTo>
                  <a:pt x="12193" y="1376"/>
                </a:lnTo>
                <a:lnTo>
                  <a:pt x="12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9"/>
          <p:cNvSpPr txBox="1">
            <a:spLocks noGrp="1"/>
          </p:cNvSpPr>
          <p:nvPr>
            <p:ph type="ctrTitle"/>
          </p:nvPr>
        </p:nvSpPr>
        <p:spPr>
          <a:xfrm>
            <a:off x="5393881" y="2071888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E2A47"/>
                </a:solidFill>
              </a:rPr>
              <a:t>BRANDING</a:t>
            </a:r>
            <a:endParaRPr>
              <a:solidFill>
                <a:srgbClr val="0E2A47"/>
              </a:solidFill>
            </a:endParaRPr>
          </a:p>
        </p:txBody>
      </p:sp>
      <p:sp>
        <p:nvSpPr>
          <p:cNvPr id="558" name="Google Shape;558;p29"/>
          <p:cNvSpPr txBox="1">
            <a:spLocks noGrp="1"/>
          </p:cNvSpPr>
          <p:nvPr>
            <p:ph type="ctrTitle" idx="2"/>
          </p:nvPr>
        </p:nvSpPr>
        <p:spPr>
          <a:xfrm>
            <a:off x="5393881" y="34745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E2A47"/>
                </a:solidFill>
              </a:rPr>
              <a:t>ADAPTABILITY</a:t>
            </a:r>
            <a:endParaRPr>
              <a:solidFill>
                <a:srgbClr val="0E2A47"/>
              </a:solidFill>
            </a:endParaRPr>
          </a:p>
        </p:txBody>
      </p:sp>
      <p:sp>
        <p:nvSpPr>
          <p:cNvPr id="559" name="Google Shape;559;p29"/>
          <p:cNvSpPr txBox="1">
            <a:spLocks noGrp="1"/>
          </p:cNvSpPr>
          <p:nvPr>
            <p:ph type="ctrTitle" idx="3"/>
          </p:nvPr>
        </p:nvSpPr>
        <p:spPr>
          <a:xfrm>
            <a:off x="5393881" y="2773231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E2A47"/>
                </a:solidFill>
              </a:rPr>
              <a:t>POSITIONING</a:t>
            </a:r>
            <a:endParaRPr>
              <a:solidFill>
                <a:srgbClr val="0E2A4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0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MAJOR REQUIREMENTS</a:t>
            </a:r>
            <a:endParaRPr/>
          </a:p>
        </p:txBody>
      </p:sp>
      <p:sp>
        <p:nvSpPr>
          <p:cNvPr id="565" name="Google Shape;565;p30"/>
          <p:cNvSpPr txBox="1">
            <a:spLocks noGrp="1"/>
          </p:cNvSpPr>
          <p:nvPr>
            <p:ph type="subTitle" idx="1"/>
          </p:nvPr>
        </p:nvSpPr>
        <p:spPr>
          <a:xfrm>
            <a:off x="3874950" y="362507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Venus has a beautiful name and is the second planet from the Sun</a:t>
            </a:r>
            <a:endParaRPr sz="900"/>
          </a:p>
        </p:txBody>
      </p:sp>
      <p:sp>
        <p:nvSpPr>
          <p:cNvPr id="566" name="Google Shape;566;p30"/>
          <p:cNvSpPr txBox="1">
            <a:spLocks noGrp="1"/>
          </p:cNvSpPr>
          <p:nvPr>
            <p:ph type="subTitle" idx="2"/>
          </p:nvPr>
        </p:nvSpPr>
        <p:spPr>
          <a:xfrm>
            <a:off x="5813500" y="3639800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Mercury is the closest planet to the Sun and the smallest in our Solar System</a:t>
            </a:r>
            <a:endParaRPr sz="900"/>
          </a:p>
        </p:txBody>
      </p:sp>
      <p:sp>
        <p:nvSpPr>
          <p:cNvPr id="567" name="Google Shape;567;p30"/>
          <p:cNvSpPr txBox="1">
            <a:spLocks noGrp="1"/>
          </p:cNvSpPr>
          <p:nvPr>
            <p:ph type="subTitle" idx="3"/>
          </p:nvPr>
        </p:nvSpPr>
        <p:spPr>
          <a:xfrm>
            <a:off x="1936387" y="361972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Despite being red, Mars is a cold place, not hot. It’s full of iron oxide dust</a:t>
            </a:r>
            <a:endParaRPr/>
          </a:p>
        </p:txBody>
      </p:sp>
      <p:sp>
        <p:nvSpPr>
          <p:cNvPr id="568" name="Google Shape;568;p30"/>
          <p:cNvSpPr txBox="1">
            <a:spLocks noGrp="1"/>
          </p:cNvSpPr>
          <p:nvPr>
            <p:ph type="ctrTitle"/>
          </p:nvPr>
        </p:nvSpPr>
        <p:spPr>
          <a:xfrm>
            <a:off x="3533994" y="35033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USER EXPERIENCE</a:t>
            </a:r>
            <a:endParaRPr sz="900"/>
          </a:p>
        </p:txBody>
      </p:sp>
      <p:sp>
        <p:nvSpPr>
          <p:cNvPr id="569" name="Google Shape;569;p30"/>
          <p:cNvSpPr txBox="1">
            <a:spLocks noGrp="1"/>
          </p:cNvSpPr>
          <p:nvPr>
            <p:ph type="ctrTitle" idx="4"/>
          </p:nvPr>
        </p:nvSpPr>
        <p:spPr>
          <a:xfrm>
            <a:off x="5472556" y="35234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INFORMATION</a:t>
            </a:r>
            <a:endParaRPr sz="900"/>
          </a:p>
        </p:txBody>
      </p:sp>
      <p:sp>
        <p:nvSpPr>
          <p:cNvPr id="570" name="Google Shape;570;p30"/>
          <p:cNvSpPr txBox="1">
            <a:spLocks noGrp="1"/>
          </p:cNvSpPr>
          <p:nvPr>
            <p:ph type="ctrTitle" idx="5"/>
          </p:nvPr>
        </p:nvSpPr>
        <p:spPr>
          <a:xfrm>
            <a:off x="1595444" y="35033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IMAGES</a:t>
            </a:r>
            <a:endParaRPr sz="900"/>
          </a:p>
        </p:txBody>
      </p:sp>
      <p:sp>
        <p:nvSpPr>
          <p:cNvPr id="571" name="Google Shape;571;p30"/>
          <p:cNvSpPr/>
          <p:nvPr/>
        </p:nvSpPr>
        <p:spPr>
          <a:xfrm>
            <a:off x="1916500" y="3140312"/>
            <a:ext cx="1432353" cy="275589"/>
          </a:xfrm>
          <a:custGeom>
            <a:avLst/>
            <a:gdLst/>
            <a:ahLst/>
            <a:cxnLst/>
            <a:rect l="l" t="t" r="r" b="b"/>
            <a:pathLst>
              <a:path w="76189" h="14659" extrusionOk="0">
                <a:moveTo>
                  <a:pt x="1108" y="1"/>
                </a:moveTo>
                <a:cubicBezTo>
                  <a:pt x="511" y="1"/>
                  <a:pt x="0" y="512"/>
                  <a:pt x="0" y="1109"/>
                </a:cubicBezTo>
                <a:lnTo>
                  <a:pt x="0" y="13636"/>
                </a:lnTo>
                <a:cubicBezTo>
                  <a:pt x="0" y="14318"/>
                  <a:pt x="533" y="14659"/>
                  <a:pt x="1065" y="14659"/>
                </a:cubicBezTo>
                <a:cubicBezTo>
                  <a:pt x="1598" y="14659"/>
                  <a:pt x="2131" y="14318"/>
                  <a:pt x="2131" y="13636"/>
                </a:cubicBezTo>
                <a:lnTo>
                  <a:pt x="2131" y="2131"/>
                </a:lnTo>
                <a:lnTo>
                  <a:pt x="74058" y="2131"/>
                </a:lnTo>
                <a:lnTo>
                  <a:pt x="74058" y="13636"/>
                </a:lnTo>
                <a:cubicBezTo>
                  <a:pt x="74058" y="14233"/>
                  <a:pt x="74569" y="14659"/>
                  <a:pt x="75166" y="14659"/>
                </a:cubicBezTo>
                <a:cubicBezTo>
                  <a:pt x="75763" y="14659"/>
                  <a:pt x="76189" y="14233"/>
                  <a:pt x="76189" y="13636"/>
                </a:cubicBezTo>
                <a:lnTo>
                  <a:pt x="76189" y="1109"/>
                </a:lnTo>
                <a:cubicBezTo>
                  <a:pt x="76189" y="512"/>
                  <a:pt x="75763" y="1"/>
                  <a:pt x="75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30"/>
          <p:cNvSpPr/>
          <p:nvPr/>
        </p:nvSpPr>
        <p:spPr>
          <a:xfrm>
            <a:off x="2118344" y="1879988"/>
            <a:ext cx="1028623" cy="905784"/>
          </a:xfrm>
          <a:custGeom>
            <a:avLst/>
            <a:gdLst/>
            <a:ahLst/>
            <a:cxnLst/>
            <a:rect l="l" t="t" r="r" b="b"/>
            <a:pathLst>
              <a:path w="54714" h="48180" extrusionOk="0">
                <a:moveTo>
                  <a:pt x="27354" y="1"/>
                </a:moveTo>
                <a:cubicBezTo>
                  <a:pt x="24282" y="1"/>
                  <a:pt x="21161" y="594"/>
                  <a:pt x="18153" y="1847"/>
                </a:cubicBezTo>
                <a:cubicBezTo>
                  <a:pt x="5881" y="6960"/>
                  <a:pt x="1" y="21022"/>
                  <a:pt x="5114" y="33294"/>
                </a:cubicBezTo>
                <a:cubicBezTo>
                  <a:pt x="8974" y="42558"/>
                  <a:pt x="17933" y="48179"/>
                  <a:pt x="27372" y="48179"/>
                </a:cubicBezTo>
                <a:cubicBezTo>
                  <a:pt x="30437" y="48179"/>
                  <a:pt x="33553" y="47586"/>
                  <a:pt x="36561" y="46333"/>
                </a:cubicBezTo>
                <a:cubicBezTo>
                  <a:pt x="48918" y="41220"/>
                  <a:pt x="54713" y="27158"/>
                  <a:pt x="49600" y="14886"/>
                </a:cubicBezTo>
                <a:cubicBezTo>
                  <a:pt x="45805" y="5622"/>
                  <a:pt x="36813" y="1"/>
                  <a:pt x="2735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30"/>
          <p:cNvSpPr/>
          <p:nvPr/>
        </p:nvSpPr>
        <p:spPr>
          <a:xfrm>
            <a:off x="2613395" y="2264371"/>
            <a:ext cx="40082" cy="916068"/>
          </a:xfrm>
          <a:custGeom>
            <a:avLst/>
            <a:gdLst/>
            <a:ahLst/>
            <a:cxnLst/>
            <a:rect l="l" t="t" r="r" b="b"/>
            <a:pathLst>
              <a:path w="2132" h="48727" extrusionOk="0">
                <a:moveTo>
                  <a:pt x="1066" y="1"/>
                </a:moveTo>
                <a:cubicBezTo>
                  <a:pt x="533" y="1"/>
                  <a:pt x="1" y="363"/>
                  <a:pt x="1" y="1087"/>
                </a:cubicBezTo>
                <a:lnTo>
                  <a:pt x="1" y="47704"/>
                </a:lnTo>
                <a:cubicBezTo>
                  <a:pt x="1" y="48300"/>
                  <a:pt x="427" y="48726"/>
                  <a:pt x="1023" y="48726"/>
                </a:cubicBezTo>
                <a:cubicBezTo>
                  <a:pt x="1620" y="48726"/>
                  <a:pt x="2131" y="48300"/>
                  <a:pt x="2131" y="47704"/>
                </a:cubicBezTo>
                <a:lnTo>
                  <a:pt x="2131" y="1087"/>
                </a:lnTo>
                <a:cubicBezTo>
                  <a:pt x="2131" y="363"/>
                  <a:pt x="1599" y="1"/>
                  <a:pt x="10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30"/>
          <p:cNvSpPr/>
          <p:nvPr/>
        </p:nvSpPr>
        <p:spPr>
          <a:xfrm>
            <a:off x="2268942" y="2012352"/>
            <a:ext cx="727410" cy="641042"/>
          </a:xfrm>
          <a:custGeom>
            <a:avLst/>
            <a:gdLst/>
            <a:ahLst/>
            <a:cxnLst/>
            <a:rect l="l" t="t" r="r" b="b"/>
            <a:pathLst>
              <a:path w="38692" h="34098" extrusionOk="0">
                <a:moveTo>
                  <a:pt x="19335" y="1"/>
                </a:moveTo>
                <a:cubicBezTo>
                  <a:pt x="17178" y="1"/>
                  <a:pt x="14986" y="413"/>
                  <a:pt x="12869" y="1284"/>
                </a:cubicBezTo>
                <a:cubicBezTo>
                  <a:pt x="4177" y="4949"/>
                  <a:pt x="1" y="14834"/>
                  <a:pt x="3665" y="23527"/>
                </a:cubicBezTo>
                <a:cubicBezTo>
                  <a:pt x="6375" y="30106"/>
                  <a:pt x="12745" y="34098"/>
                  <a:pt x="19452" y="34098"/>
                </a:cubicBezTo>
                <a:cubicBezTo>
                  <a:pt x="21606" y="34098"/>
                  <a:pt x="23795" y="33686"/>
                  <a:pt x="25908" y="32816"/>
                </a:cubicBezTo>
                <a:cubicBezTo>
                  <a:pt x="34601" y="29151"/>
                  <a:pt x="38692" y="19181"/>
                  <a:pt x="35112" y="10488"/>
                </a:cubicBezTo>
                <a:cubicBezTo>
                  <a:pt x="32405" y="3976"/>
                  <a:pt x="26039" y="1"/>
                  <a:pt x="19335" y="1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30"/>
          <p:cNvSpPr/>
          <p:nvPr/>
        </p:nvSpPr>
        <p:spPr>
          <a:xfrm>
            <a:off x="2177636" y="1992067"/>
            <a:ext cx="796293" cy="682102"/>
          </a:xfrm>
          <a:custGeom>
            <a:avLst/>
            <a:gdLst/>
            <a:ahLst/>
            <a:cxnLst/>
            <a:rect l="l" t="t" r="r" b="b"/>
            <a:pathLst>
              <a:path w="42356" h="36282" extrusionOk="0">
                <a:moveTo>
                  <a:pt x="24098" y="2192"/>
                </a:moveTo>
                <a:cubicBezTo>
                  <a:pt x="24133" y="2192"/>
                  <a:pt x="24168" y="2192"/>
                  <a:pt x="24203" y="2193"/>
                </a:cubicBezTo>
                <a:cubicBezTo>
                  <a:pt x="33066" y="2193"/>
                  <a:pt x="40225" y="9266"/>
                  <a:pt x="40225" y="18129"/>
                </a:cubicBezTo>
                <a:cubicBezTo>
                  <a:pt x="40225" y="27767"/>
                  <a:pt x="32330" y="34162"/>
                  <a:pt x="24109" y="34162"/>
                </a:cubicBezTo>
                <a:cubicBezTo>
                  <a:pt x="20191" y="34162"/>
                  <a:pt x="16200" y="32709"/>
                  <a:pt x="12954" y="29463"/>
                </a:cubicBezTo>
                <a:cubicBezTo>
                  <a:pt x="2923" y="19347"/>
                  <a:pt x="9936" y="2192"/>
                  <a:pt x="24098" y="2192"/>
                </a:cubicBezTo>
                <a:close/>
                <a:moveTo>
                  <a:pt x="24106" y="1"/>
                </a:moveTo>
                <a:cubicBezTo>
                  <a:pt x="19653" y="1"/>
                  <a:pt x="15113" y="1653"/>
                  <a:pt x="11420" y="5346"/>
                </a:cubicBezTo>
                <a:cubicBezTo>
                  <a:pt x="0" y="16765"/>
                  <a:pt x="8096" y="36281"/>
                  <a:pt x="24203" y="36281"/>
                </a:cubicBezTo>
                <a:cubicBezTo>
                  <a:pt x="34260" y="36281"/>
                  <a:pt x="42356" y="28100"/>
                  <a:pt x="42356" y="18129"/>
                </a:cubicBezTo>
                <a:cubicBezTo>
                  <a:pt x="42356" y="7231"/>
                  <a:pt x="33422" y="1"/>
                  <a:pt x="2410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30"/>
          <p:cNvSpPr/>
          <p:nvPr/>
        </p:nvSpPr>
        <p:spPr>
          <a:xfrm>
            <a:off x="4057680" y="1879988"/>
            <a:ext cx="1028623" cy="905784"/>
          </a:xfrm>
          <a:custGeom>
            <a:avLst/>
            <a:gdLst/>
            <a:ahLst/>
            <a:cxnLst/>
            <a:rect l="l" t="t" r="r" b="b"/>
            <a:pathLst>
              <a:path w="54714" h="48180" extrusionOk="0">
                <a:moveTo>
                  <a:pt x="27354" y="1"/>
                </a:moveTo>
                <a:cubicBezTo>
                  <a:pt x="24282" y="1"/>
                  <a:pt x="21161" y="594"/>
                  <a:pt x="18153" y="1847"/>
                </a:cubicBezTo>
                <a:cubicBezTo>
                  <a:pt x="5881" y="6960"/>
                  <a:pt x="1" y="21022"/>
                  <a:pt x="5114" y="33294"/>
                </a:cubicBezTo>
                <a:cubicBezTo>
                  <a:pt x="8974" y="42558"/>
                  <a:pt x="17933" y="48179"/>
                  <a:pt x="27372" y="48179"/>
                </a:cubicBezTo>
                <a:cubicBezTo>
                  <a:pt x="30437" y="48179"/>
                  <a:pt x="33553" y="47586"/>
                  <a:pt x="36561" y="46333"/>
                </a:cubicBezTo>
                <a:cubicBezTo>
                  <a:pt x="48918" y="41220"/>
                  <a:pt x="54713" y="27158"/>
                  <a:pt x="49600" y="14886"/>
                </a:cubicBezTo>
                <a:cubicBezTo>
                  <a:pt x="45805" y="5622"/>
                  <a:pt x="36813" y="1"/>
                  <a:pt x="2735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30"/>
          <p:cNvSpPr/>
          <p:nvPr/>
        </p:nvSpPr>
        <p:spPr>
          <a:xfrm>
            <a:off x="3855009" y="3140312"/>
            <a:ext cx="1433970" cy="275589"/>
          </a:xfrm>
          <a:custGeom>
            <a:avLst/>
            <a:gdLst/>
            <a:ahLst/>
            <a:cxnLst/>
            <a:rect l="l" t="t" r="r" b="b"/>
            <a:pathLst>
              <a:path w="76275" h="14659" extrusionOk="0">
                <a:moveTo>
                  <a:pt x="1109" y="1"/>
                </a:moveTo>
                <a:cubicBezTo>
                  <a:pt x="512" y="1"/>
                  <a:pt x="1" y="512"/>
                  <a:pt x="1" y="1109"/>
                </a:cubicBezTo>
                <a:lnTo>
                  <a:pt x="1" y="13636"/>
                </a:lnTo>
                <a:cubicBezTo>
                  <a:pt x="1" y="14318"/>
                  <a:pt x="533" y="14659"/>
                  <a:pt x="1066" y="14659"/>
                </a:cubicBezTo>
                <a:cubicBezTo>
                  <a:pt x="1599" y="14659"/>
                  <a:pt x="2131" y="14318"/>
                  <a:pt x="2131" y="13636"/>
                </a:cubicBezTo>
                <a:lnTo>
                  <a:pt x="2131" y="2131"/>
                </a:lnTo>
                <a:lnTo>
                  <a:pt x="74144" y="2131"/>
                </a:lnTo>
                <a:lnTo>
                  <a:pt x="74144" y="13636"/>
                </a:lnTo>
                <a:cubicBezTo>
                  <a:pt x="74144" y="14233"/>
                  <a:pt x="74570" y="14659"/>
                  <a:pt x="75167" y="14659"/>
                </a:cubicBezTo>
                <a:cubicBezTo>
                  <a:pt x="75763" y="14659"/>
                  <a:pt x="76275" y="14233"/>
                  <a:pt x="76275" y="13636"/>
                </a:cubicBezTo>
                <a:lnTo>
                  <a:pt x="76275" y="1109"/>
                </a:lnTo>
                <a:cubicBezTo>
                  <a:pt x="76275" y="512"/>
                  <a:pt x="75763" y="1"/>
                  <a:pt x="7516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30"/>
          <p:cNvSpPr/>
          <p:nvPr/>
        </p:nvSpPr>
        <p:spPr>
          <a:xfrm>
            <a:off x="4551923" y="2264371"/>
            <a:ext cx="40082" cy="916068"/>
          </a:xfrm>
          <a:custGeom>
            <a:avLst/>
            <a:gdLst/>
            <a:ahLst/>
            <a:cxnLst/>
            <a:rect l="l" t="t" r="r" b="b"/>
            <a:pathLst>
              <a:path w="2132" h="48727" extrusionOk="0">
                <a:moveTo>
                  <a:pt x="1066" y="1"/>
                </a:moveTo>
                <a:cubicBezTo>
                  <a:pt x="533" y="1"/>
                  <a:pt x="1" y="363"/>
                  <a:pt x="1" y="1087"/>
                </a:cubicBezTo>
                <a:lnTo>
                  <a:pt x="1" y="47704"/>
                </a:lnTo>
                <a:cubicBezTo>
                  <a:pt x="1" y="48300"/>
                  <a:pt x="427" y="48726"/>
                  <a:pt x="1023" y="48726"/>
                </a:cubicBezTo>
                <a:cubicBezTo>
                  <a:pt x="1620" y="48726"/>
                  <a:pt x="2131" y="48300"/>
                  <a:pt x="2131" y="47704"/>
                </a:cubicBezTo>
                <a:lnTo>
                  <a:pt x="2131" y="1087"/>
                </a:lnTo>
                <a:cubicBezTo>
                  <a:pt x="2131" y="363"/>
                  <a:pt x="1598" y="1"/>
                  <a:pt x="10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30"/>
          <p:cNvSpPr/>
          <p:nvPr/>
        </p:nvSpPr>
        <p:spPr>
          <a:xfrm>
            <a:off x="4207470" y="2012389"/>
            <a:ext cx="727410" cy="641005"/>
          </a:xfrm>
          <a:custGeom>
            <a:avLst/>
            <a:gdLst/>
            <a:ahLst/>
            <a:cxnLst/>
            <a:rect l="l" t="t" r="r" b="b"/>
            <a:pathLst>
              <a:path w="38692" h="34096" extrusionOk="0">
                <a:moveTo>
                  <a:pt x="19326" y="0"/>
                </a:moveTo>
                <a:cubicBezTo>
                  <a:pt x="17171" y="0"/>
                  <a:pt x="14983" y="412"/>
                  <a:pt x="12869" y="1282"/>
                </a:cubicBezTo>
                <a:cubicBezTo>
                  <a:pt x="4177" y="4947"/>
                  <a:pt x="1" y="14917"/>
                  <a:pt x="3665" y="23525"/>
                </a:cubicBezTo>
                <a:cubicBezTo>
                  <a:pt x="6374" y="30104"/>
                  <a:pt x="12745" y="34096"/>
                  <a:pt x="19452" y="34096"/>
                </a:cubicBezTo>
                <a:cubicBezTo>
                  <a:pt x="21606" y="34096"/>
                  <a:pt x="23795" y="33684"/>
                  <a:pt x="25908" y="32814"/>
                </a:cubicBezTo>
                <a:cubicBezTo>
                  <a:pt x="34601" y="29149"/>
                  <a:pt x="38692" y="19264"/>
                  <a:pt x="35112" y="10571"/>
                </a:cubicBezTo>
                <a:cubicBezTo>
                  <a:pt x="32403" y="3992"/>
                  <a:pt x="26032" y="0"/>
                  <a:pt x="19326" y="0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30"/>
          <p:cNvSpPr/>
          <p:nvPr/>
        </p:nvSpPr>
        <p:spPr>
          <a:xfrm>
            <a:off x="4116163" y="1992067"/>
            <a:ext cx="796293" cy="682102"/>
          </a:xfrm>
          <a:custGeom>
            <a:avLst/>
            <a:gdLst/>
            <a:ahLst/>
            <a:cxnLst/>
            <a:rect l="l" t="t" r="r" b="b"/>
            <a:pathLst>
              <a:path w="42356" h="36282" extrusionOk="0">
                <a:moveTo>
                  <a:pt x="24098" y="2192"/>
                </a:moveTo>
                <a:cubicBezTo>
                  <a:pt x="24133" y="2192"/>
                  <a:pt x="24168" y="2192"/>
                  <a:pt x="24203" y="2193"/>
                </a:cubicBezTo>
                <a:cubicBezTo>
                  <a:pt x="33066" y="2193"/>
                  <a:pt x="40225" y="9266"/>
                  <a:pt x="40225" y="18129"/>
                </a:cubicBezTo>
                <a:cubicBezTo>
                  <a:pt x="40225" y="27767"/>
                  <a:pt x="32329" y="34162"/>
                  <a:pt x="24109" y="34162"/>
                </a:cubicBezTo>
                <a:cubicBezTo>
                  <a:pt x="20191" y="34162"/>
                  <a:pt x="16200" y="32709"/>
                  <a:pt x="12954" y="29463"/>
                </a:cubicBezTo>
                <a:cubicBezTo>
                  <a:pt x="2922" y="19347"/>
                  <a:pt x="9936" y="2192"/>
                  <a:pt x="24098" y="2192"/>
                </a:cubicBezTo>
                <a:close/>
                <a:moveTo>
                  <a:pt x="24106" y="1"/>
                </a:moveTo>
                <a:cubicBezTo>
                  <a:pt x="19653" y="1"/>
                  <a:pt x="15113" y="1653"/>
                  <a:pt x="11420" y="5346"/>
                </a:cubicBezTo>
                <a:cubicBezTo>
                  <a:pt x="0" y="16765"/>
                  <a:pt x="8096" y="36281"/>
                  <a:pt x="24203" y="36281"/>
                </a:cubicBezTo>
                <a:cubicBezTo>
                  <a:pt x="34259" y="36281"/>
                  <a:pt x="42356" y="28100"/>
                  <a:pt x="42356" y="18129"/>
                </a:cubicBezTo>
                <a:cubicBezTo>
                  <a:pt x="42356" y="7231"/>
                  <a:pt x="33422" y="1"/>
                  <a:pt x="2410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30"/>
          <p:cNvSpPr/>
          <p:nvPr/>
        </p:nvSpPr>
        <p:spPr>
          <a:xfrm>
            <a:off x="5793536" y="3140312"/>
            <a:ext cx="1433970" cy="275589"/>
          </a:xfrm>
          <a:custGeom>
            <a:avLst/>
            <a:gdLst/>
            <a:ahLst/>
            <a:cxnLst/>
            <a:rect l="l" t="t" r="r" b="b"/>
            <a:pathLst>
              <a:path w="76275" h="14659" extrusionOk="0">
                <a:moveTo>
                  <a:pt x="1109" y="1"/>
                </a:moveTo>
                <a:cubicBezTo>
                  <a:pt x="512" y="1"/>
                  <a:pt x="1" y="512"/>
                  <a:pt x="1" y="1109"/>
                </a:cubicBezTo>
                <a:lnTo>
                  <a:pt x="1" y="13636"/>
                </a:lnTo>
                <a:cubicBezTo>
                  <a:pt x="1" y="14318"/>
                  <a:pt x="533" y="14659"/>
                  <a:pt x="1066" y="14659"/>
                </a:cubicBezTo>
                <a:cubicBezTo>
                  <a:pt x="1599" y="14659"/>
                  <a:pt x="2131" y="14318"/>
                  <a:pt x="2131" y="13636"/>
                </a:cubicBezTo>
                <a:lnTo>
                  <a:pt x="2131" y="2131"/>
                </a:lnTo>
                <a:lnTo>
                  <a:pt x="74144" y="2131"/>
                </a:lnTo>
                <a:lnTo>
                  <a:pt x="74144" y="13636"/>
                </a:lnTo>
                <a:cubicBezTo>
                  <a:pt x="74144" y="14233"/>
                  <a:pt x="74570" y="14659"/>
                  <a:pt x="75167" y="14659"/>
                </a:cubicBezTo>
                <a:cubicBezTo>
                  <a:pt x="75763" y="14659"/>
                  <a:pt x="76275" y="14233"/>
                  <a:pt x="76275" y="13636"/>
                </a:cubicBezTo>
                <a:lnTo>
                  <a:pt x="76275" y="1109"/>
                </a:lnTo>
                <a:cubicBezTo>
                  <a:pt x="76275" y="512"/>
                  <a:pt x="75763" y="1"/>
                  <a:pt x="7516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30"/>
          <p:cNvSpPr/>
          <p:nvPr/>
        </p:nvSpPr>
        <p:spPr>
          <a:xfrm>
            <a:off x="5990605" y="1879988"/>
            <a:ext cx="1028623" cy="905784"/>
          </a:xfrm>
          <a:custGeom>
            <a:avLst/>
            <a:gdLst/>
            <a:ahLst/>
            <a:cxnLst/>
            <a:rect l="l" t="t" r="r" b="b"/>
            <a:pathLst>
              <a:path w="54714" h="48180" extrusionOk="0">
                <a:moveTo>
                  <a:pt x="27354" y="1"/>
                </a:moveTo>
                <a:cubicBezTo>
                  <a:pt x="24282" y="1"/>
                  <a:pt x="21161" y="594"/>
                  <a:pt x="18153" y="1847"/>
                </a:cubicBezTo>
                <a:cubicBezTo>
                  <a:pt x="5881" y="6960"/>
                  <a:pt x="1" y="21022"/>
                  <a:pt x="5114" y="33294"/>
                </a:cubicBezTo>
                <a:cubicBezTo>
                  <a:pt x="8974" y="42558"/>
                  <a:pt x="17933" y="48179"/>
                  <a:pt x="27372" y="48179"/>
                </a:cubicBezTo>
                <a:cubicBezTo>
                  <a:pt x="30437" y="48179"/>
                  <a:pt x="33553" y="47586"/>
                  <a:pt x="36561" y="46333"/>
                </a:cubicBezTo>
                <a:cubicBezTo>
                  <a:pt x="48918" y="41220"/>
                  <a:pt x="54713" y="27158"/>
                  <a:pt x="49600" y="14886"/>
                </a:cubicBezTo>
                <a:cubicBezTo>
                  <a:pt x="45805" y="5622"/>
                  <a:pt x="36813" y="1"/>
                  <a:pt x="2735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0"/>
          <p:cNvSpPr/>
          <p:nvPr/>
        </p:nvSpPr>
        <p:spPr>
          <a:xfrm>
            <a:off x="6490450" y="2264371"/>
            <a:ext cx="40063" cy="916068"/>
          </a:xfrm>
          <a:custGeom>
            <a:avLst/>
            <a:gdLst/>
            <a:ahLst/>
            <a:cxnLst/>
            <a:rect l="l" t="t" r="r" b="b"/>
            <a:pathLst>
              <a:path w="2131" h="48727" extrusionOk="0">
                <a:moveTo>
                  <a:pt x="1066" y="1"/>
                </a:moveTo>
                <a:cubicBezTo>
                  <a:pt x="533" y="1"/>
                  <a:pt x="0" y="363"/>
                  <a:pt x="0" y="1087"/>
                </a:cubicBezTo>
                <a:lnTo>
                  <a:pt x="0" y="47704"/>
                </a:lnTo>
                <a:cubicBezTo>
                  <a:pt x="0" y="48300"/>
                  <a:pt x="512" y="48726"/>
                  <a:pt x="1108" y="48726"/>
                </a:cubicBezTo>
                <a:cubicBezTo>
                  <a:pt x="1705" y="48726"/>
                  <a:pt x="2131" y="48300"/>
                  <a:pt x="2131" y="47704"/>
                </a:cubicBezTo>
                <a:lnTo>
                  <a:pt x="2131" y="1087"/>
                </a:lnTo>
                <a:cubicBezTo>
                  <a:pt x="2131" y="363"/>
                  <a:pt x="1598" y="1"/>
                  <a:pt x="10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30"/>
          <p:cNvSpPr/>
          <p:nvPr/>
        </p:nvSpPr>
        <p:spPr>
          <a:xfrm>
            <a:off x="6147595" y="2012389"/>
            <a:ext cx="725812" cy="641005"/>
          </a:xfrm>
          <a:custGeom>
            <a:avLst/>
            <a:gdLst/>
            <a:ahLst/>
            <a:cxnLst/>
            <a:rect l="l" t="t" r="r" b="b"/>
            <a:pathLst>
              <a:path w="38607" h="34096" extrusionOk="0">
                <a:moveTo>
                  <a:pt x="19240" y="0"/>
                </a:moveTo>
                <a:cubicBezTo>
                  <a:pt x="17086" y="0"/>
                  <a:pt x="14897" y="412"/>
                  <a:pt x="12784" y="1282"/>
                </a:cubicBezTo>
                <a:cubicBezTo>
                  <a:pt x="4091" y="4947"/>
                  <a:pt x="1" y="14832"/>
                  <a:pt x="3580" y="23525"/>
                </a:cubicBezTo>
                <a:cubicBezTo>
                  <a:pt x="6289" y="30104"/>
                  <a:pt x="12660" y="34096"/>
                  <a:pt x="19367" y="34096"/>
                </a:cubicBezTo>
                <a:cubicBezTo>
                  <a:pt x="21521" y="34096"/>
                  <a:pt x="23710" y="33684"/>
                  <a:pt x="25823" y="32814"/>
                </a:cubicBezTo>
                <a:cubicBezTo>
                  <a:pt x="34516" y="29149"/>
                  <a:pt x="38606" y="19179"/>
                  <a:pt x="35027" y="10571"/>
                </a:cubicBezTo>
                <a:cubicBezTo>
                  <a:pt x="32318" y="3992"/>
                  <a:pt x="25947" y="0"/>
                  <a:pt x="19240" y="0"/>
                </a:cubicBez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30"/>
          <p:cNvSpPr/>
          <p:nvPr/>
        </p:nvSpPr>
        <p:spPr>
          <a:xfrm>
            <a:off x="6056289" y="1992067"/>
            <a:ext cx="794695" cy="682102"/>
          </a:xfrm>
          <a:custGeom>
            <a:avLst/>
            <a:gdLst/>
            <a:ahLst/>
            <a:cxnLst/>
            <a:rect l="l" t="t" r="r" b="b"/>
            <a:pathLst>
              <a:path w="42271" h="36282" extrusionOk="0">
                <a:moveTo>
                  <a:pt x="24098" y="2192"/>
                </a:moveTo>
                <a:cubicBezTo>
                  <a:pt x="24133" y="2192"/>
                  <a:pt x="24168" y="2192"/>
                  <a:pt x="24203" y="2193"/>
                </a:cubicBezTo>
                <a:cubicBezTo>
                  <a:pt x="32981" y="2193"/>
                  <a:pt x="40140" y="9266"/>
                  <a:pt x="40140" y="18129"/>
                </a:cubicBezTo>
                <a:cubicBezTo>
                  <a:pt x="40140" y="27767"/>
                  <a:pt x="32244" y="34162"/>
                  <a:pt x="24024" y="34162"/>
                </a:cubicBezTo>
                <a:cubicBezTo>
                  <a:pt x="20106" y="34162"/>
                  <a:pt x="16114" y="32709"/>
                  <a:pt x="12869" y="29463"/>
                </a:cubicBezTo>
                <a:cubicBezTo>
                  <a:pt x="2837" y="19347"/>
                  <a:pt x="9936" y="2192"/>
                  <a:pt x="24098" y="2192"/>
                </a:cubicBezTo>
                <a:close/>
                <a:moveTo>
                  <a:pt x="24021" y="1"/>
                </a:moveTo>
                <a:cubicBezTo>
                  <a:pt x="19568" y="1"/>
                  <a:pt x="15028" y="1653"/>
                  <a:pt x="11335" y="5346"/>
                </a:cubicBezTo>
                <a:cubicBezTo>
                  <a:pt x="0" y="16765"/>
                  <a:pt x="8011" y="36281"/>
                  <a:pt x="24203" y="36281"/>
                </a:cubicBezTo>
                <a:cubicBezTo>
                  <a:pt x="34174" y="36281"/>
                  <a:pt x="42270" y="28100"/>
                  <a:pt x="42270" y="18129"/>
                </a:cubicBezTo>
                <a:cubicBezTo>
                  <a:pt x="42270" y="7231"/>
                  <a:pt x="33336" y="1"/>
                  <a:pt x="2402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6" name="Google Shape;586;p30"/>
          <p:cNvGrpSpPr/>
          <p:nvPr/>
        </p:nvGrpSpPr>
        <p:grpSpPr>
          <a:xfrm>
            <a:off x="2485018" y="2203442"/>
            <a:ext cx="295272" cy="295272"/>
            <a:chOff x="1190625" y="238125"/>
            <a:chExt cx="5226050" cy="5226050"/>
          </a:xfrm>
        </p:grpSpPr>
        <p:sp>
          <p:nvSpPr>
            <p:cNvPr id="587" name="Google Shape;587;p30"/>
            <p:cNvSpPr/>
            <p:nvPr/>
          </p:nvSpPr>
          <p:spPr>
            <a:xfrm>
              <a:off x="1190625" y="1515525"/>
              <a:ext cx="1645000" cy="2151125"/>
            </a:xfrm>
            <a:custGeom>
              <a:avLst/>
              <a:gdLst/>
              <a:ahLst/>
              <a:cxnLst/>
              <a:rect l="l" t="t" r="r" b="b"/>
              <a:pathLst>
                <a:path w="65800" h="86045" extrusionOk="0">
                  <a:moveTo>
                    <a:pt x="15900" y="1"/>
                  </a:moveTo>
                  <a:cubicBezTo>
                    <a:pt x="15179" y="1"/>
                    <a:pt x="14457" y="360"/>
                    <a:pt x="14044" y="1081"/>
                  </a:cubicBezTo>
                  <a:cubicBezTo>
                    <a:pt x="5120" y="16475"/>
                    <a:pt x="0" y="34358"/>
                    <a:pt x="0" y="53434"/>
                  </a:cubicBezTo>
                  <a:cubicBezTo>
                    <a:pt x="0" y="64269"/>
                    <a:pt x="1648" y="74718"/>
                    <a:pt x="4716" y="84536"/>
                  </a:cubicBezTo>
                  <a:cubicBezTo>
                    <a:pt x="4997" y="85431"/>
                    <a:pt x="5821" y="86044"/>
                    <a:pt x="6750" y="86044"/>
                  </a:cubicBezTo>
                  <a:lnTo>
                    <a:pt x="63117" y="86044"/>
                  </a:lnTo>
                  <a:cubicBezTo>
                    <a:pt x="64766" y="86044"/>
                    <a:pt x="65800" y="84256"/>
                    <a:pt x="64976" y="82836"/>
                  </a:cubicBezTo>
                  <a:lnTo>
                    <a:pt x="17743" y="1064"/>
                  </a:lnTo>
                  <a:cubicBezTo>
                    <a:pt x="17332" y="356"/>
                    <a:pt x="16617" y="1"/>
                    <a:pt x="159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0"/>
            <p:cNvSpPr/>
            <p:nvPr/>
          </p:nvSpPr>
          <p:spPr>
            <a:xfrm>
              <a:off x="1865625" y="238125"/>
              <a:ext cx="2005325" cy="2148975"/>
            </a:xfrm>
            <a:custGeom>
              <a:avLst/>
              <a:gdLst/>
              <a:ahLst/>
              <a:cxnLst/>
              <a:rect l="l" t="t" r="r" b="b"/>
              <a:pathLst>
                <a:path w="80213" h="85959" extrusionOk="0">
                  <a:moveTo>
                    <a:pt x="77530" y="0"/>
                  </a:moveTo>
                  <a:cubicBezTo>
                    <a:pt x="47163" y="0"/>
                    <a:pt x="19847" y="12939"/>
                    <a:pt x="754" y="33610"/>
                  </a:cubicBezTo>
                  <a:cubicBezTo>
                    <a:pt x="105" y="34294"/>
                    <a:pt x="0" y="35311"/>
                    <a:pt x="456" y="36135"/>
                  </a:cubicBezTo>
                  <a:lnTo>
                    <a:pt x="28614" y="84893"/>
                  </a:lnTo>
                  <a:cubicBezTo>
                    <a:pt x="29026" y="85603"/>
                    <a:pt x="29749" y="85958"/>
                    <a:pt x="30472" y="85958"/>
                  </a:cubicBezTo>
                  <a:cubicBezTo>
                    <a:pt x="31195" y="85958"/>
                    <a:pt x="31918" y="85603"/>
                    <a:pt x="32330" y="84893"/>
                  </a:cubicBezTo>
                  <a:lnTo>
                    <a:pt x="79406" y="3208"/>
                  </a:lnTo>
                  <a:cubicBezTo>
                    <a:pt x="80212" y="1788"/>
                    <a:pt x="79195" y="0"/>
                    <a:pt x="77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0"/>
            <p:cNvSpPr/>
            <p:nvPr/>
          </p:nvSpPr>
          <p:spPr>
            <a:xfrm>
              <a:off x="4772975" y="2037400"/>
              <a:ext cx="1643700" cy="2149150"/>
            </a:xfrm>
            <a:custGeom>
              <a:avLst/>
              <a:gdLst/>
              <a:ahLst/>
              <a:cxnLst/>
              <a:rect l="l" t="t" r="r" b="b"/>
              <a:pathLst>
                <a:path w="65748" h="85966" extrusionOk="0">
                  <a:moveTo>
                    <a:pt x="2683" y="0"/>
                  </a:moveTo>
                  <a:cubicBezTo>
                    <a:pt x="1035" y="0"/>
                    <a:pt x="0" y="1789"/>
                    <a:pt x="824" y="3209"/>
                  </a:cubicBezTo>
                  <a:lnTo>
                    <a:pt x="48022" y="84893"/>
                  </a:lnTo>
                  <a:cubicBezTo>
                    <a:pt x="48433" y="85610"/>
                    <a:pt x="49149" y="85965"/>
                    <a:pt x="49865" y="85965"/>
                  </a:cubicBezTo>
                  <a:cubicBezTo>
                    <a:pt x="50586" y="85965"/>
                    <a:pt x="51308" y="85606"/>
                    <a:pt x="51721" y="84893"/>
                  </a:cubicBezTo>
                  <a:cubicBezTo>
                    <a:pt x="60646" y="69500"/>
                    <a:pt x="65748" y="51617"/>
                    <a:pt x="65748" y="32559"/>
                  </a:cubicBezTo>
                  <a:cubicBezTo>
                    <a:pt x="65748" y="21741"/>
                    <a:pt x="64117" y="11327"/>
                    <a:pt x="61066" y="1508"/>
                  </a:cubicBezTo>
                  <a:cubicBezTo>
                    <a:pt x="60786" y="614"/>
                    <a:pt x="59962" y="0"/>
                    <a:pt x="590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0"/>
            <p:cNvSpPr/>
            <p:nvPr/>
          </p:nvSpPr>
          <p:spPr>
            <a:xfrm>
              <a:off x="3595225" y="300300"/>
              <a:ext cx="2493600" cy="1326850"/>
            </a:xfrm>
            <a:custGeom>
              <a:avLst/>
              <a:gdLst/>
              <a:ahLst/>
              <a:cxnLst/>
              <a:rect l="l" t="t" r="r" b="b"/>
              <a:pathLst>
                <a:path w="99744" h="53074" extrusionOk="0">
                  <a:moveTo>
                    <a:pt x="30831" y="0"/>
                  </a:moveTo>
                  <a:cubicBezTo>
                    <a:pt x="30083" y="0"/>
                    <a:pt x="29374" y="393"/>
                    <a:pt x="28999" y="1072"/>
                  </a:cubicBezTo>
                  <a:lnTo>
                    <a:pt x="807" y="49865"/>
                  </a:lnTo>
                  <a:cubicBezTo>
                    <a:pt x="0" y="51303"/>
                    <a:pt x="1017" y="53074"/>
                    <a:pt x="2665" y="53074"/>
                  </a:cubicBezTo>
                  <a:lnTo>
                    <a:pt x="97078" y="53056"/>
                  </a:lnTo>
                  <a:cubicBezTo>
                    <a:pt x="98709" y="53056"/>
                    <a:pt x="99743" y="51286"/>
                    <a:pt x="98919" y="49865"/>
                  </a:cubicBezTo>
                  <a:cubicBezTo>
                    <a:pt x="84542" y="24952"/>
                    <a:pt x="60190" y="6525"/>
                    <a:pt x="31313" y="55"/>
                  </a:cubicBezTo>
                  <a:cubicBezTo>
                    <a:pt x="31153" y="18"/>
                    <a:pt x="30991" y="0"/>
                    <a:pt x="308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0"/>
            <p:cNvSpPr/>
            <p:nvPr/>
          </p:nvSpPr>
          <p:spPr>
            <a:xfrm>
              <a:off x="1519350" y="4075125"/>
              <a:ext cx="2490100" cy="1326425"/>
            </a:xfrm>
            <a:custGeom>
              <a:avLst/>
              <a:gdLst/>
              <a:ahLst/>
              <a:cxnLst/>
              <a:rect l="l" t="t" r="r" b="b"/>
              <a:pathLst>
                <a:path w="99604" h="53057" extrusionOk="0">
                  <a:moveTo>
                    <a:pt x="96921" y="1"/>
                  </a:moveTo>
                  <a:lnTo>
                    <a:pt x="2683" y="88"/>
                  </a:lnTo>
                  <a:cubicBezTo>
                    <a:pt x="1052" y="106"/>
                    <a:pt x="0" y="1877"/>
                    <a:pt x="825" y="3297"/>
                  </a:cubicBezTo>
                  <a:cubicBezTo>
                    <a:pt x="15201" y="28141"/>
                    <a:pt x="39484" y="46515"/>
                    <a:pt x="68290" y="53002"/>
                  </a:cubicBezTo>
                  <a:cubicBezTo>
                    <a:pt x="68451" y="53039"/>
                    <a:pt x="68613" y="53057"/>
                    <a:pt x="68773" y="53057"/>
                  </a:cubicBezTo>
                  <a:cubicBezTo>
                    <a:pt x="69521" y="53057"/>
                    <a:pt x="70232" y="52664"/>
                    <a:pt x="70622" y="51985"/>
                  </a:cubicBezTo>
                  <a:lnTo>
                    <a:pt x="98779" y="3209"/>
                  </a:lnTo>
                  <a:cubicBezTo>
                    <a:pt x="99603" y="1789"/>
                    <a:pt x="98569" y="1"/>
                    <a:pt x="969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0"/>
            <p:cNvSpPr/>
            <p:nvPr/>
          </p:nvSpPr>
          <p:spPr>
            <a:xfrm>
              <a:off x="3733275" y="3314750"/>
              <a:ext cx="2008825" cy="2149425"/>
            </a:xfrm>
            <a:custGeom>
              <a:avLst/>
              <a:gdLst/>
              <a:ahLst/>
              <a:cxnLst/>
              <a:rect l="l" t="t" r="r" b="b"/>
              <a:pathLst>
                <a:path w="80353" h="85977" extrusionOk="0">
                  <a:moveTo>
                    <a:pt x="49872" y="1"/>
                  </a:moveTo>
                  <a:cubicBezTo>
                    <a:pt x="49154" y="1"/>
                    <a:pt x="48435" y="356"/>
                    <a:pt x="48023" y="1066"/>
                  </a:cubicBezTo>
                  <a:lnTo>
                    <a:pt x="825" y="82768"/>
                  </a:lnTo>
                  <a:cubicBezTo>
                    <a:pt x="1" y="84188"/>
                    <a:pt x="1035" y="85977"/>
                    <a:pt x="2666" y="85977"/>
                  </a:cubicBezTo>
                  <a:lnTo>
                    <a:pt x="2824" y="85977"/>
                  </a:lnTo>
                  <a:cubicBezTo>
                    <a:pt x="33173" y="85977"/>
                    <a:pt x="60506" y="73037"/>
                    <a:pt x="79599" y="52367"/>
                  </a:cubicBezTo>
                  <a:cubicBezTo>
                    <a:pt x="80248" y="51683"/>
                    <a:pt x="80353" y="50666"/>
                    <a:pt x="79897" y="49842"/>
                  </a:cubicBezTo>
                  <a:lnTo>
                    <a:pt x="51722" y="1066"/>
                  </a:lnTo>
                  <a:cubicBezTo>
                    <a:pt x="51310" y="356"/>
                    <a:pt x="50591" y="1"/>
                    <a:pt x="498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30"/>
          <p:cNvGrpSpPr/>
          <p:nvPr/>
        </p:nvGrpSpPr>
        <p:grpSpPr>
          <a:xfrm>
            <a:off x="4409906" y="2192159"/>
            <a:ext cx="317750" cy="317849"/>
            <a:chOff x="1191425" y="238125"/>
            <a:chExt cx="5217575" cy="5219200"/>
          </a:xfrm>
        </p:grpSpPr>
        <p:sp>
          <p:nvSpPr>
            <p:cNvPr id="594" name="Google Shape;594;p30"/>
            <p:cNvSpPr/>
            <p:nvPr/>
          </p:nvSpPr>
          <p:spPr>
            <a:xfrm>
              <a:off x="1191425" y="3001025"/>
              <a:ext cx="2474250" cy="2456300"/>
            </a:xfrm>
            <a:custGeom>
              <a:avLst/>
              <a:gdLst/>
              <a:ahLst/>
              <a:cxnLst/>
              <a:rect l="l" t="t" r="r" b="b"/>
              <a:pathLst>
                <a:path w="98970" h="98252" extrusionOk="0">
                  <a:moveTo>
                    <a:pt x="1" y="0"/>
                  </a:moveTo>
                  <a:cubicBezTo>
                    <a:pt x="1469" y="25607"/>
                    <a:pt x="12168" y="49484"/>
                    <a:pt x="30435" y="67784"/>
                  </a:cubicBezTo>
                  <a:cubicBezTo>
                    <a:pt x="48898" y="86247"/>
                    <a:pt x="73069" y="96946"/>
                    <a:pt x="98969" y="98251"/>
                  </a:cubicBezTo>
                  <a:lnTo>
                    <a:pt x="98969" y="55030"/>
                  </a:lnTo>
                  <a:cubicBezTo>
                    <a:pt x="69644" y="52485"/>
                    <a:pt x="46158" y="29228"/>
                    <a:pt x="432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0"/>
            <p:cNvSpPr/>
            <p:nvPr/>
          </p:nvSpPr>
          <p:spPr>
            <a:xfrm>
              <a:off x="3972275" y="3001025"/>
              <a:ext cx="2436725" cy="2453850"/>
            </a:xfrm>
            <a:custGeom>
              <a:avLst/>
              <a:gdLst/>
              <a:ahLst/>
              <a:cxnLst/>
              <a:rect l="l" t="t" r="r" b="b"/>
              <a:pathLst>
                <a:path w="97469" h="98154" extrusionOk="0">
                  <a:moveTo>
                    <a:pt x="54215" y="0"/>
                  </a:moveTo>
                  <a:cubicBezTo>
                    <a:pt x="51344" y="28706"/>
                    <a:pt x="28608" y="51670"/>
                    <a:pt x="0" y="54867"/>
                  </a:cubicBezTo>
                  <a:lnTo>
                    <a:pt x="0" y="98153"/>
                  </a:lnTo>
                  <a:cubicBezTo>
                    <a:pt x="25313" y="96522"/>
                    <a:pt x="48898" y="85888"/>
                    <a:pt x="67034" y="67784"/>
                  </a:cubicBezTo>
                  <a:cubicBezTo>
                    <a:pt x="85301" y="49484"/>
                    <a:pt x="96001" y="25607"/>
                    <a:pt x="974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0"/>
            <p:cNvSpPr/>
            <p:nvPr/>
          </p:nvSpPr>
          <p:spPr>
            <a:xfrm>
              <a:off x="1191425" y="238125"/>
              <a:ext cx="2474250" cy="2456300"/>
            </a:xfrm>
            <a:custGeom>
              <a:avLst/>
              <a:gdLst/>
              <a:ahLst/>
              <a:cxnLst/>
              <a:rect l="l" t="t" r="r" b="b"/>
              <a:pathLst>
                <a:path w="98970" h="98252" extrusionOk="0">
                  <a:moveTo>
                    <a:pt x="98969" y="0"/>
                  </a:moveTo>
                  <a:cubicBezTo>
                    <a:pt x="73069" y="1305"/>
                    <a:pt x="48898" y="12004"/>
                    <a:pt x="30435" y="30467"/>
                  </a:cubicBezTo>
                  <a:cubicBezTo>
                    <a:pt x="12168" y="48767"/>
                    <a:pt x="1469" y="72644"/>
                    <a:pt x="1" y="98251"/>
                  </a:cubicBezTo>
                  <a:lnTo>
                    <a:pt x="43255" y="98251"/>
                  </a:lnTo>
                  <a:cubicBezTo>
                    <a:pt x="46158" y="69024"/>
                    <a:pt x="69644" y="45766"/>
                    <a:pt x="98969" y="43221"/>
                  </a:cubicBezTo>
                  <a:lnTo>
                    <a:pt x="989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0"/>
            <p:cNvSpPr/>
            <p:nvPr/>
          </p:nvSpPr>
          <p:spPr>
            <a:xfrm>
              <a:off x="3972275" y="240550"/>
              <a:ext cx="2436725" cy="2453875"/>
            </a:xfrm>
            <a:custGeom>
              <a:avLst/>
              <a:gdLst/>
              <a:ahLst/>
              <a:cxnLst/>
              <a:rect l="l" t="t" r="r" b="b"/>
              <a:pathLst>
                <a:path w="97469" h="98155" extrusionOk="0">
                  <a:moveTo>
                    <a:pt x="0" y="1"/>
                  </a:moveTo>
                  <a:lnTo>
                    <a:pt x="0" y="43287"/>
                  </a:lnTo>
                  <a:cubicBezTo>
                    <a:pt x="28608" y="46484"/>
                    <a:pt x="51344" y="69449"/>
                    <a:pt x="54215" y="98154"/>
                  </a:cubicBezTo>
                  <a:lnTo>
                    <a:pt x="97469" y="98154"/>
                  </a:lnTo>
                  <a:cubicBezTo>
                    <a:pt x="96001" y="72547"/>
                    <a:pt x="85301" y="48670"/>
                    <a:pt x="67034" y="30370"/>
                  </a:cubicBezTo>
                  <a:cubicBezTo>
                    <a:pt x="48898" y="12266"/>
                    <a:pt x="25313" y="163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0"/>
            <p:cNvSpPr/>
            <p:nvPr/>
          </p:nvSpPr>
          <p:spPr>
            <a:xfrm>
              <a:off x="3054850" y="2520700"/>
              <a:ext cx="680950" cy="715200"/>
            </a:xfrm>
            <a:custGeom>
              <a:avLst/>
              <a:gdLst/>
              <a:ahLst/>
              <a:cxnLst/>
              <a:rect l="l" t="t" r="r" b="b"/>
              <a:pathLst>
                <a:path w="27238" h="28608" extrusionOk="0">
                  <a:moveTo>
                    <a:pt x="0" y="0"/>
                  </a:moveTo>
                  <a:lnTo>
                    <a:pt x="0" y="6948"/>
                  </a:lnTo>
                  <a:lnTo>
                    <a:pt x="0" y="15364"/>
                  </a:lnTo>
                  <a:cubicBezTo>
                    <a:pt x="0" y="16734"/>
                    <a:pt x="130" y="18039"/>
                    <a:pt x="391" y="19213"/>
                  </a:cubicBezTo>
                  <a:cubicBezTo>
                    <a:pt x="1761" y="25215"/>
                    <a:pt x="6459" y="28608"/>
                    <a:pt x="13635" y="28608"/>
                  </a:cubicBezTo>
                  <a:cubicBezTo>
                    <a:pt x="18430" y="28608"/>
                    <a:pt x="22116" y="27074"/>
                    <a:pt x="24432" y="24269"/>
                  </a:cubicBezTo>
                  <a:cubicBezTo>
                    <a:pt x="26259" y="22084"/>
                    <a:pt x="27238" y="19083"/>
                    <a:pt x="27238" y="15364"/>
                  </a:cubicBezTo>
                  <a:lnTo>
                    <a:pt x="27238" y="0"/>
                  </a:lnTo>
                  <a:lnTo>
                    <a:pt x="17974" y="0"/>
                  </a:lnTo>
                  <a:lnTo>
                    <a:pt x="17974" y="6948"/>
                  </a:lnTo>
                  <a:lnTo>
                    <a:pt x="17974" y="15103"/>
                  </a:lnTo>
                  <a:cubicBezTo>
                    <a:pt x="17974" y="16930"/>
                    <a:pt x="17680" y="18267"/>
                    <a:pt x="17125" y="19213"/>
                  </a:cubicBezTo>
                  <a:cubicBezTo>
                    <a:pt x="16375" y="20453"/>
                    <a:pt x="15201" y="20975"/>
                    <a:pt x="13700" y="20975"/>
                  </a:cubicBezTo>
                  <a:cubicBezTo>
                    <a:pt x="12200" y="20975"/>
                    <a:pt x="11026" y="20453"/>
                    <a:pt x="10275" y="19213"/>
                  </a:cubicBezTo>
                  <a:cubicBezTo>
                    <a:pt x="9721" y="18267"/>
                    <a:pt x="9427" y="16930"/>
                    <a:pt x="9427" y="15103"/>
                  </a:cubicBezTo>
                  <a:lnTo>
                    <a:pt x="9427" y="6948"/>
                  </a:lnTo>
                  <a:lnTo>
                    <a:pt x="94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0"/>
            <p:cNvSpPr/>
            <p:nvPr/>
          </p:nvSpPr>
          <p:spPr>
            <a:xfrm>
              <a:off x="3818950" y="2520700"/>
              <a:ext cx="776375" cy="698900"/>
            </a:xfrm>
            <a:custGeom>
              <a:avLst/>
              <a:gdLst/>
              <a:ahLst/>
              <a:cxnLst/>
              <a:rect l="l" t="t" r="r" b="b"/>
              <a:pathLst>
                <a:path w="31055" h="27956" extrusionOk="0">
                  <a:moveTo>
                    <a:pt x="360" y="0"/>
                  </a:moveTo>
                  <a:lnTo>
                    <a:pt x="10113" y="13863"/>
                  </a:lnTo>
                  <a:lnTo>
                    <a:pt x="6264" y="19213"/>
                  </a:lnTo>
                  <a:lnTo>
                    <a:pt x="6133" y="19409"/>
                  </a:lnTo>
                  <a:lnTo>
                    <a:pt x="1" y="27955"/>
                  </a:lnTo>
                  <a:lnTo>
                    <a:pt x="10733" y="27955"/>
                  </a:lnTo>
                  <a:lnTo>
                    <a:pt x="15463" y="20485"/>
                  </a:lnTo>
                  <a:lnTo>
                    <a:pt x="20290" y="27955"/>
                  </a:lnTo>
                  <a:lnTo>
                    <a:pt x="31055" y="27955"/>
                  </a:lnTo>
                  <a:lnTo>
                    <a:pt x="24825" y="19213"/>
                  </a:lnTo>
                  <a:lnTo>
                    <a:pt x="20747" y="13505"/>
                  </a:lnTo>
                  <a:lnTo>
                    <a:pt x="25477" y="6948"/>
                  </a:lnTo>
                  <a:lnTo>
                    <a:pt x="30468" y="0"/>
                  </a:lnTo>
                  <a:lnTo>
                    <a:pt x="20323" y="0"/>
                  </a:lnTo>
                  <a:lnTo>
                    <a:pt x="15724" y="6948"/>
                  </a:lnTo>
                  <a:lnTo>
                    <a:pt x="15691" y="7013"/>
                  </a:lnTo>
                  <a:lnTo>
                    <a:pt x="15658" y="6948"/>
                  </a:lnTo>
                  <a:lnTo>
                    <a:pt x="109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0" name="Google Shape;600;p30"/>
          <p:cNvSpPr/>
          <p:nvPr/>
        </p:nvSpPr>
        <p:spPr>
          <a:xfrm>
            <a:off x="6363675" y="2174113"/>
            <a:ext cx="317516" cy="317516"/>
          </a:xfrm>
          <a:custGeom>
            <a:avLst/>
            <a:gdLst/>
            <a:ahLst/>
            <a:cxnLst/>
            <a:rect l="l" t="t" r="r" b="b"/>
            <a:pathLst>
              <a:path w="187325" h="187325" extrusionOk="0">
                <a:moveTo>
                  <a:pt x="102235" y="36195"/>
                </a:moveTo>
                <a:cubicBezTo>
                  <a:pt x="106045" y="36195"/>
                  <a:pt x="109220" y="37465"/>
                  <a:pt x="112395" y="40005"/>
                </a:cubicBezTo>
                <a:cubicBezTo>
                  <a:pt x="114935" y="42545"/>
                  <a:pt x="116205" y="45720"/>
                  <a:pt x="116205" y="49530"/>
                </a:cubicBezTo>
                <a:cubicBezTo>
                  <a:pt x="116205" y="53340"/>
                  <a:pt x="114935" y="56515"/>
                  <a:pt x="112395" y="59055"/>
                </a:cubicBezTo>
                <a:cubicBezTo>
                  <a:pt x="109220" y="61595"/>
                  <a:pt x="106045" y="62865"/>
                  <a:pt x="102235" y="62865"/>
                </a:cubicBezTo>
                <a:cubicBezTo>
                  <a:pt x="98425" y="62865"/>
                  <a:pt x="94615" y="61595"/>
                  <a:pt x="92075" y="59055"/>
                </a:cubicBezTo>
                <a:cubicBezTo>
                  <a:pt x="88900" y="56515"/>
                  <a:pt x="87630" y="53340"/>
                  <a:pt x="87630" y="49530"/>
                </a:cubicBezTo>
                <a:cubicBezTo>
                  <a:pt x="87630" y="45720"/>
                  <a:pt x="88900" y="42545"/>
                  <a:pt x="92075" y="40005"/>
                </a:cubicBezTo>
                <a:cubicBezTo>
                  <a:pt x="94615" y="37465"/>
                  <a:pt x="98425" y="36195"/>
                  <a:pt x="102235" y="36195"/>
                </a:cubicBezTo>
                <a:close/>
                <a:moveTo>
                  <a:pt x="88900" y="74930"/>
                </a:moveTo>
                <a:cubicBezTo>
                  <a:pt x="94615" y="74930"/>
                  <a:pt x="99060" y="76200"/>
                  <a:pt x="102235" y="79375"/>
                </a:cubicBezTo>
                <a:cubicBezTo>
                  <a:pt x="105410" y="81915"/>
                  <a:pt x="106680" y="85725"/>
                  <a:pt x="106680" y="90170"/>
                </a:cubicBezTo>
                <a:cubicBezTo>
                  <a:pt x="106680" y="90805"/>
                  <a:pt x="106680" y="92710"/>
                  <a:pt x="106680" y="95250"/>
                </a:cubicBezTo>
                <a:cubicBezTo>
                  <a:pt x="106045" y="97155"/>
                  <a:pt x="106045" y="99695"/>
                  <a:pt x="105410" y="101600"/>
                </a:cubicBezTo>
                <a:lnTo>
                  <a:pt x="99060" y="122555"/>
                </a:lnTo>
                <a:cubicBezTo>
                  <a:pt x="99060" y="124460"/>
                  <a:pt x="98425" y="126365"/>
                  <a:pt x="97790" y="128270"/>
                </a:cubicBezTo>
                <a:cubicBezTo>
                  <a:pt x="97790" y="130810"/>
                  <a:pt x="97155" y="132715"/>
                  <a:pt x="97155" y="133350"/>
                </a:cubicBezTo>
                <a:cubicBezTo>
                  <a:pt x="97155" y="136525"/>
                  <a:pt x="97790" y="138430"/>
                  <a:pt x="99060" y="139065"/>
                </a:cubicBezTo>
                <a:cubicBezTo>
                  <a:pt x="100330" y="140335"/>
                  <a:pt x="102870" y="140970"/>
                  <a:pt x="106045" y="140970"/>
                </a:cubicBezTo>
                <a:cubicBezTo>
                  <a:pt x="107315" y="140970"/>
                  <a:pt x="109220" y="140335"/>
                  <a:pt x="111125" y="140335"/>
                </a:cubicBezTo>
                <a:cubicBezTo>
                  <a:pt x="112395" y="139700"/>
                  <a:pt x="114300" y="139065"/>
                  <a:pt x="114935" y="138430"/>
                </a:cubicBezTo>
                <a:lnTo>
                  <a:pt x="114935" y="138430"/>
                </a:lnTo>
                <a:lnTo>
                  <a:pt x="113030" y="145415"/>
                </a:lnTo>
                <a:cubicBezTo>
                  <a:pt x="108585" y="147320"/>
                  <a:pt x="104775" y="148590"/>
                  <a:pt x="101600" y="149860"/>
                </a:cubicBezTo>
                <a:cubicBezTo>
                  <a:pt x="99060" y="150495"/>
                  <a:pt x="95250" y="151130"/>
                  <a:pt x="91440" y="151130"/>
                </a:cubicBezTo>
                <a:cubicBezTo>
                  <a:pt x="85725" y="151130"/>
                  <a:pt x="81280" y="149860"/>
                  <a:pt x="78105" y="146685"/>
                </a:cubicBezTo>
                <a:cubicBezTo>
                  <a:pt x="74930" y="144145"/>
                  <a:pt x="73025" y="140335"/>
                  <a:pt x="73025" y="135890"/>
                </a:cubicBezTo>
                <a:cubicBezTo>
                  <a:pt x="73025" y="134620"/>
                  <a:pt x="73660" y="132715"/>
                  <a:pt x="73660" y="130810"/>
                </a:cubicBezTo>
                <a:cubicBezTo>
                  <a:pt x="73660" y="128905"/>
                  <a:pt x="74295" y="127000"/>
                  <a:pt x="74930" y="124460"/>
                </a:cubicBezTo>
                <a:lnTo>
                  <a:pt x="80645" y="103505"/>
                </a:lnTo>
                <a:cubicBezTo>
                  <a:pt x="81280" y="101600"/>
                  <a:pt x="81915" y="99695"/>
                  <a:pt x="81915" y="97790"/>
                </a:cubicBezTo>
                <a:cubicBezTo>
                  <a:pt x="82550" y="95885"/>
                  <a:pt x="82550" y="93980"/>
                  <a:pt x="82550" y="92710"/>
                </a:cubicBezTo>
                <a:cubicBezTo>
                  <a:pt x="82550" y="90170"/>
                  <a:pt x="81915" y="88265"/>
                  <a:pt x="81280" y="86995"/>
                </a:cubicBezTo>
                <a:cubicBezTo>
                  <a:pt x="80010" y="85725"/>
                  <a:pt x="77470" y="85090"/>
                  <a:pt x="74295" y="85090"/>
                </a:cubicBezTo>
                <a:cubicBezTo>
                  <a:pt x="73025" y="85090"/>
                  <a:pt x="71120" y="85725"/>
                  <a:pt x="69850" y="85725"/>
                </a:cubicBezTo>
                <a:cubicBezTo>
                  <a:pt x="67945" y="86360"/>
                  <a:pt x="66675" y="86995"/>
                  <a:pt x="65405" y="87630"/>
                </a:cubicBezTo>
                <a:lnTo>
                  <a:pt x="67310" y="80645"/>
                </a:lnTo>
                <a:cubicBezTo>
                  <a:pt x="71120" y="79375"/>
                  <a:pt x="74930" y="78105"/>
                  <a:pt x="78740" y="76835"/>
                </a:cubicBezTo>
                <a:cubicBezTo>
                  <a:pt x="81915" y="75565"/>
                  <a:pt x="85725" y="74930"/>
                  <a:pt x="88900" y="74930"/>
                </a:cubicBezTo>
                <a:close/>
                <a:moveTo>
                  <a:pt x="93980" y="0"/>
                </a:moveTo>
                <a:cubicBezTo>
                  <a:pt x="41910" y="0"/>
                  <a:pt x="0" y="41910"/>
                  <a:pt x="0" y="93980"/>
                </a:cubicBezTo>
                <a:cubicBezTo>
                  <a:pt x="0" y="145415"/>
                  <a:pt x="41910" y="187325"/>
                  <a:pt x="93980" y="187325"/>
                </a:cubicBezTo>
                <a:cubicBezTo>
                  <a:pt x="145415" y="187325"/>
                  <a:pt x="187325" y="145415"/>
                  <a:pt x="187325" y="93980"/>
                </a:cubicBezTo>
                <a:cubicBezTo>
                  <a:pt x="187325" y="41910"/>
                  <a:pt x="145415" y="0"/>
                  <a:pt x="9398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1" name="Google Shape;601;p30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1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BUDGET</a:t>
            </a:r>
            <a:endParaRPr/>
          </a:p>
        </p:txBody>
      </p:sp>
      <p:sp>
        <p:nvSpPr>
          <p:cNvPr id="607" name="Google Shape;607;p31"/>
          <p:cNvSpPr txBox="1">
            <a:spLocks noGrp="1"/>
          </p:cNvSpPr>
          <p:nvPr>
            <p:ph type="title" idx="4294967295"/>
          </p:nvPr>
        </p:nvSpPr>
        <p:spPr>
          <a:xfrm>
            <a:off x="1053750" y="15475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40%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8" name="Google Shape;608;p31"/>
          <p:cNvSpPr txBox="1">
            <a:spLocks noGrp="1"/>
          </p:cNvSpPr>
          <p:nvPr>
            <p:ph type="title" idx="4294967295"/>
          </p:nvPr>
        </p:nvSpPr>
        <p:spPr>
          <a:xfrm>
            <a:off x="1053750" y="3079638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10%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9" name="Google Shape;609;p31"/>
          <p:cNvSpPr txBox="1">
            <a:spLocks noGrp="1"/>
          </p:cNvSpPr>
          <p:nvPr>
            <p:ph type="ctrTitle" idx="4294967295"/>
          </p:nvPr>
        </p:nvSpPr>
        <p:spPr>
          <a:xfrm>
            <a:off x="154650" y="35911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</a:rPr>
              <a:t>DATABASE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10" name="Google Shape;610;p31"/>
          <p:cNvSpPr txBox="1">
            <a:spLocks noGrp="1"/>
          </p:cNvSpPr>
          <p:nvPr>
            <p:ph type="title" idx="4294967295"/>
          </p:nvPr>
        </p:nvSpPr>
        <p:spPr>
          <a:xfrm>
            <a:off x="6824075" y="15475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20%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1" name="Google Shape;611;p31"/>
          <p:cNvSpPr txBox="1">
            <a:spLocks noGrp="1"/>
          </p:cNvSpPr>
          <p:nvPr>
            <p:ph type="ctrTitle" idx="4294967295"/>
          </p:nvPr>
        </p:nvSpPr>
        <p:spPr>
          <a:xfrm>
            <a:off x="6824075" y="205901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</a:rPr>
              <a:t>PROGRAMMING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612" name="Google Shape;612;p31"/>
          <p:cNvSpPr txBox="1">
            <a:spLocks noGrp="1"/>
          </p:cNvSpPr>
          <p:nvPr>
            <p:ph type="title" idx="4294967295"/>
          </p:nvPr>
        </p:nvSpPr>
        <p:spPr>
          <a:xfrm>
            <a:off x="6824075" y="3079638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30%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3" name="Google Shape;613;p31"/>
          <p:cNvSpPr txBox="1">
            <a:spLocks noGrp="1"/>
          </p:cNvSpPr>
          <p:nvPr>
            <p:ph type="ctrTitle" idx="4294967295"/>
          </p:nvPr>
        </p:nvSpPr>
        <p:spPr>
          <a:xfrm>
            <a:off x="6824075" y="35911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</a:rPr>
              <a:t>WEB DESIGN</a:t>
            </a:r>
            <a:endParaRPr sz="1200">
              <a:solidFill>
                <a:schemeClr val="accent1"/>
              </a:solidFill>
            </a:endParaRPr>
          </a:p>
        </p:txBody>
      </p:sp>
      <p:pic>
        <p:nvPicPr>
          <p:cNvPr id="614" name="Google Shape;614;p31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250" y="1841700"/>
            <a:ext cx="3383499" cy="209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5" name="Google Shape;615;p31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6" name="Google Shape;616;p31"/>
          <p:cNvSpPr txBox="1"/>
          <p:nvPr/>
        </p:nvSpPr>
        <p:spPr>
          <a:xfrm>
            <a:off x="811050" y="2059025"/>
            <a:ext cx="1419600" cy="8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rPr>
              <a:t>UX RESEARCH</a:t>
            </a:r>
            <a:endParaRPr sz="1200">
              <a:solidFill>
                <a:schemeClr val="accent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2"/>
          <p:cNvSpPr/>
          <p:nvPr/>
        </p:nvSpPr>
        <p:spPr>
          <a:xfrm>
            <a:off x="1614200" y="3251700"/>
            <a:ext cx="1581300" cy="192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32"/>
          <p:cNvSpPr/>
          <p:nvPr/>
        </p:nvSpPr>
        <p:spPr>
          <a:xfrm>
            <a:off x="3781350" y="2876850"/>
            <a:ext cx="1581300" cy="229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2"/>
          <p:cNvSpPr txBox="1">
            <a:spLocks noGrp="1"/>
          </p:cNvSpPr>
          <p:nvPr>
            <p:ph type="ctrTitle" idx="6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OUR GOALS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4" name="Google Shape;624;p32"/>
          <p:cNvSpPr txBox="1">
            <a:spLocks noGrp="1"/>
          </p:cNvSpPr>
          <p:nvPr>
            <p:ph type="subTitle" idx="1"/>
          </p:nvPr>
        </p:nvSpPr>
        <p:spPr>
          <a:xfrm>
            <a:off x="3874944" y="352342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0E2A47"/>
                </a:solidFill>
              </a:rPr>
              <a:t>Venus has a beautiful name and is the second planet from the Sun</a:t>
            </a:r>
            <a:endParaRPr>
              <a:solidFill>
                <a:srgbClr val="0E2A47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625" name="Google Shape;625;p32"/>
          <p:cNvSpPr/>
          <p:nvPr/>
        </p:nvSpPr>
        <p:spPr>
          <a:xfrm>
            <a:off x="5948500" y="2555400"/>
            <a:ext cx="1581300" cy="261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32"/>
          <p:cNvSpPr txBox="1">
            <a:spLocks noGrp="1"/>
          </p:cNvSpPr>
          <p:nvPr>
            <p:ph type="subTitle" idx="2"/>
          </p:nvPr>
        </p:nvSpPr>
        <p:spPr>
          <a:xfrm>
            <a:off x="6042106" y="319212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0E2A47"/>
                </a:solidFill>
              </a:rPr>
              <a:t>Neptune is the fourth-largest planet in our Solar System</a:t>
            </a:r>
            <a:endParaRPr>
              <a:solidFill>
                <a:srgbClr val="0E2A47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</a:endParaRPr>
          </a:p>
        </p:txBody>
      </p:sp>
      <p:sp>
        <p:nvSpPr>
          <p:cNvPr id="627" name="Google Shape;627;p32"/>
          <p:cNvSpPr txBox="1">
            <a:spLocks noGrp="1"/>
          </p:cNvSpPr>
          <p:nvPr>
            <p:ph type="subTitle" idx="3"/>
          </p:nvPr>
        </p:nvSpPr>
        <p:spPr>
          <a:xfrm>
            <a:off x="1707794" y="3891050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E2A47"/>
                </a:solidFill>
                <a:latin typeface="Roboto Light"/>
                <a:ea typeface="Roboto Light"/>
                <a:cs typeface="Roboto Light"/>
                <a:sym typeface="Roboto Light"/>
              </a:rPr>
              <a:t>Despite being red, Mars is a cold place, not hot. It’s full of iron oxide dust</a:t>
            </a:r>
            <a:endParaRPr>
              <a:solidFill>
                <a:srgbClr val="0E2A47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28" name="Google Shape;628;p32"/>
          <p:cNvSpPr txBox="1">
            <a:spLocks noGrp="1"/>
          </p:cNvSpPr>
          <p:nvPr>
            <p:ph type="ctrTitle"/>
          </p:nvPr>
        </p:nvSpPr>
        <p:spPr>
          <a:xfrm>
            <a:off x="3533994" y="342222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E2A47"/>
                </a:solidFill>
              </a:rPr>
              <a:t>POSITIONING</a:t>
            </a:r>
            <a:endParaRPr>
              <a:solidFill>
                <a:srgbClr val="0E2A47"/>
              </a:solidFill>
            </a:endParaRPr>
          </a:p>
        </p:txBody>
      </p:sp>
      <p:sp>
        <p:nvSpPr>
          <p:cNvPr id="629" name="Google Shape;629;p32"/>
          <p:cNvSpPr txBox="1">
            <a:spLocks noGrp="1"/>
          </p:cNvSpPr>
          <p:nvPr>
            <p:ph type="ctrTitle" idx="4"/>
          </p:nvPr>
        </p:nvSpPr>
        <p:spPr>
          <a:xfrm>
            <a:off x="5701156" y="3096475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E2A47"/>
                </a:solidFill>
              </a:rPr>
              <a:t>EXPANSION</a:t>
            </a:r>
            <a:endParaRPr>
              <a:solidFill>
                <a:srgbClr val="0E2A47"/>
              </a:solidFill>
            </a:endParaRPr>
          </a:p>
        </p:txBody>
      </p:sp>
      <p:sp>
        <p:nvSpPr>
          <p:cNvPr id="630" name="Google Shape;630;p32"/>
          <p:cNvSpPr txBox="1">
            <a:spLocks noGrp="1"/>
          </p:cNvSpPr>
          <p:nvPr>
            <p:ph type="ctrTitle" idx="5"/>
          </p:nvPr>
        </p:nvSpPr>
        <p:spPr>
          <a:xfrm>
            <a:off x="1366844" y="378965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E2A47"/>
                </a:solidFill>
              </a:rPr>
              <a:t>USABILITY</a:t>
            </a:r>
            <a:endParaRPr>
              <a:solidFill>
                <a:srgbClr val="0E2A47"/>
              </a:solidFill>
            </a:endParaRPr>
          </a:p>
        </p:txBody>
      </p:sp>
      <p:sp>
        <p:nvSpPr>
          <p:cNvPr id="631" name="Google Shape;631;p32"/>
          <p:cNvSpPr/>
          <p:nvPr/>
        </p:nvSpPr>
        <p:spPr>
          <a:xfrm>
            <a:off x="1938175" y="2110450"/>
            <a:ext cx="933300" cy="93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32"/>
          <p:cNvSpPr/>
          <p:nvPr/>
        </p:nvSpPr>
        <p:spPr>
          <a:xfrm>
            <a:off x="4105350" y="1748500"/>
            <a:ext cx="933300" cy="93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32"/>
          <p:cNvSpPr/>
          <p:nvPr/>
        </p:nvSpPr>
        <p:spPr>
          <a:xfrm>
            <a:off x="6272525" y="1428000"/>
            <a:ext cx="933300" cy="93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4" name="Google Shape;634;p32"/>
          <p:cNvGrpSpPr/>
          <p:nvPr/>
        </p:nvGrpSpPr>
        <p:grpSpPr>
          <a:xfrm>
            <a:off x="4342178" y="1966607"/>
            <a:ext cx="459642" cy="459463"/>
            <a:chOff x="3671350" y="1353725"/>
            <a:chExt cx="1924800" cy="1924050"/>
          </a:xfrm>
        </p:grpSpPr>
        <p:sp>
          <p:nvSpPr>
            <p:cNvPr id="635" name="Google Shape;635;p32"/>
            <p:cNvSpPr/>
            <p:nvPr/>
          </p:nvSpPr>
          <p:spPr>
            <a:xfrm>
              <a:off x="4220050" y="1353725"/>
              <a:ext cx="827425" cy="783525"/>
            </a:xfrm>
            <a:custGeom>
              <a:avLst/>
              <a:gdLst/>
              <a:ahLst/>
              <a:cxnLst/>
              <a:rect l="l" t="t" r="r" b="b"/>
              <a:pathLst>
                <a:path w="33097" h="31341" extrusionOk="0">
                  <a:moveTo>
                    <a:pt x="16628" y="0"/>
                  </a:moveTo>
                  <a:cubicBezTo>
                    <a:pt x="15804" y="0"/>
                    <a:pt x="14972" y="380"/>
                    <a:pt x="14593" y="1138"/>
                  </a:cubicBezTo>
                  <a:lnTo>
                    <a:pt x="10740" y="9018"/>
                  </a:lnTo>
                  <a:lnTo>
                    <a:pt x="2160" y="10244"/>
                  </a:lnTo>
                  <a:cubicBezTo>
                    <a:pt x="1284" y="10419"/>
                    <a:pt x="584" y="11003"/>
                    <a:pt x="292" y="11762"/>
                  </a:cubicBezTo>
                  <a:cubicBezTo>
                    <a:pt x="0" y="12579"/>
                    <a:pt x="234" y="13455"/>
                    <a:pt x="876" y="14097"/>
                  </a:cubicBezTo>
                  <a:lnTo>
                    <a:pt x="7121" y="20167"/>
                  </a:lnTo>
                  <a:lnTo>
                    <a:pt x="5662" y="28689"/>
                  </a:lnTo>
                  <a:cubicBezTo>
                    <a:pt x="5487" y="29565"/>
                    <a:pt x="5837" y="30382"/>
                    <a:pt x="6538" y="30907"/>
                  </a:cubicBezTo>
                  <a:cubicBezTo>
                    <a:pt x="6919" y="31193"/>
                    <a:pt x="7352" y="31341"/>
                    <a:pt x="7799" y="31341"/>
                  </a:cubicBezTo>
                  <a:cubicBezTo>
                    <a:pt x="8173" y="31341"/>
                    <a:pt x="8558" y="31237"/>
                    <a:pt x="8931" y="31024"/>
                  </a:cubicBezTo>
                  <a:lnTo>
                    <a:pt x="16577" y="27055"/>
                  </a:lnTo>
                  <a:lnTo>
                    <a:pt x="24224" y="31024"/>
                  </a:lnTo>
                  <a:cubicBezTo>
                    <a:pt x="24579" y="31216"/>
                    <a:pt x="24974" y="31317"/>
                    <a:pt x="25370" y="31317"/>
                  </a:cubicBezTo>
                  <a:cubicBezTo>
                    <a:pt x="25820" y="31317"/>
                    <a:pt x="26272" y="31187"/>
                    <a:pt x="26675" y="30907"/>
                  </a:cubicBezTo>
                  <a:cubicBezTo>
                    <a:pt x="27376" y="30382"/>
                    <a:pt x="27668" y="29507"/>
                    <a:pt x="27551" y="28689"/>
                  </a:cubicBezTo>
                  <a:lnTo>
                    <a:pt x="26092" y="20167"/>
                  </a:lnTo>
                  <a:lnTo>
                    <a:pt x="32279" y="14097"/>
                  </a:lnTo>
                  <a:cubicBezTo>
                    <a:pt x="32863" y="13513"/>
                    <a:pt x="33096" y="12637"/>
                    <a:pt x="32863" y="11762"/>
                  </a:cubicBezTo>
                  <a:cubicBezTo>
                    <a:pt x="32571" y="11003"/>
                    <a:pt x="31929" y="10361"/>
                    <a:pt x="31053" y="10244"/>
                  </a:cubicBezTo>
                  <a:lnTo>
                    <a:pt x="22473" y="9018"/>
                  </a:lnTo>
                  <a:lnTo>
                    <a:pt x="18620" y="1138"/>
                  </a:lnTo>
                  <a:cubicBezTo>
                    <a:pt x="18270" y="380"/>
                    <a:pt x="17453" y="0"/>
                    <a:pt x="16628" y="0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2"/>
            <p:cNvSpPr/>
            <p:nvPr/>
          </p:nvSpPr>
          <p:spPr>
            <a:xfrm>
              <a:off x="5142300" y="2483925"/>
              <a:ext cx="453850" cy="449475"/>
            </a:xfrm>
            <a:custGeom>
              <a:avLst/>
              <a:gdLst/>
              <a:ahLst/>
              <a:cxnLst/>
              <a:rect l="l" t="t" r="r" b="b"/>
              <a:pathLst>
                <a:path w="18154" h="17979" extrusionOk="0">
                  <a:moveTo>
                    <a:pt x="0" y="0"/>
                  </a:moveTo>
                  <a:lnTo>
                    <a:pt x="0" y="17978"/>
                  </a:lnTo>
                  <a:lnTo>
                    <a:pt x="18153" y="17978"/>
                  </a:lnTo>
                  <a:lnTo>
                    <a:pt x="18153" y="2218"/>
                  </a:lnTo>
                  <a:cubicBezTo>
                    <a:pt x="18153" y="992"/>
                    <a:pt x="17103" y="0"/>
                    <a:pt x="15877" y="0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2"/>
            <p:cNvSpPr/>
            <p:nvPr/>
          </p:nvSpPr>
          <p:spPr>
            <a:xfrm>
              <a:off x="4239000" y="2257725"/>
              <a:ext cx="789500" cy="677125"/>
            </a:xfrm>
            <a:custGeom>
              <a:avLst/>
              <a:gdLst/>
              <a:ahLst/>
              <a:cxnLst/>
              <a:rect l="l" t="t" r="r" b="b"/>
              <a:pathLst>
                <a:path w="31580" h="27085" extrusionOk="0">
                  <a:moveTo>
                    <a:pt x="2277" y="1"/>
                  </a:moveTo>
                  <a:cubicBezTo>
                    <a:pt x="993" y="1"/>
                    <a:pt x="1" y="993"/>
                    <a:pt x="1" y="2277"/>
                  </a:cubicBezTo>
                  <a:lnTo>
                    <a:pt x="1" y="27085"/>
                  </a:lnTo>
                  <a:lnTo>
                    <a:pt x="31579" y="27085"/>
                  </a:lnTo>
                  <a:lnTo>
                    <a:pt x="31579" y="2277"/>
                  </a:lnTo>
                  <a:cubicBezTo>
                    <a:pt x="31579" y="993"/>
                    <a:pt x="30587" y="1"/>
                    <a:pt x="29303" y="1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3671350" y="3047200"/>
              <a:ext cx="1924800" cy="230575"/>
            </a:xfrm>
            <a:custGeom>
              <a:avLst/>
              <a:gdLst/>
              <a:ahLst/>
              <a:cxnLst/>
              <a:rect l="l" t="t" r="r" b="b"/>
              <a:pathLst>
                <a:path w="76992" h="9223" extrusionOk="0">
                  <a:moveTo>
                    <a:pt x="1" y="0"/>
                  </a:moveTo>
                  <a:lnTo>
                    <a:pt x="1" y="6946"/>
                  </a:lnTo>
                  <a:cubicBezTo>
                    <a:pt x="1" y="8172"/>
                    <a:pt x="1051" y="9223"/>
                    <a:pt x="2277" y="9223"/>
                  </a:cubicBezTo>
                  <a:lnTo>
                    <a:pt x="74715" y="9223"/>
                  </a:lnTo>
                  <a:cubicBezTo>
                    <a:pt x="75941" y="9223"/>
                    <a:pt x="76991" y="8172"/>
                    <a:pt x="76991" y="6946"/>
                  </a:cubicBezTo>
                  <a:lnTo>
                    <a:pt x="76991" y="0"/>
                  </a:ln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3671350" y="2596275"/>
              <a:ext cx="453875" cy="340050"/>
            </a:xfrm>
            <a:custGeom>
              <a:avLst/>
              <a:gdLst/>
              <a:ahLst/>
              <a:cxnLst/>
              <a:rect l="l" t="t" r="r" b="b"/>
              <a:pathLst>
                <a:path w="18155" h="13602" extrusionOk="0">
                  <a:moveTo>
                    <a:pt x="2277" y="1"/>
                  </a:moveTo>
                  <a:cubicBezTo>
                    <a:pt x="1051" y="1"/>
                    <a:pt x="1" y="1051"/>
                    <a:pt x="1" y="2277"/>
                  </a:cubicBezTo>
                  <a:lnTo>
                    <a:pt x="1" y="13601"/>
                  </a:lnTo>
                  <a:lnTo>
                    <a:pt x="18154" y="13601"/>
                  </a:lnTo>
                  <a:lnTo>
                    <a:pt x="18154" y="1"/>
                  </a:ln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0" name="Google Shape;640;p32"/>
          <p:cNvGrpSpPr/>
          <p:nvPr/>
        </p:nvGrpSpPr>
        <p:grpSpPr>
          <a:xfrm>
            <a:off x="6502888" y="1657346"/>
            <a:ext cx="472533" cy="473852"/>
            <a:chOff x="1869175" y="3274825"/>
            <a:chExt cx="1567275" cy="1571650"/>
          </a:xfrm>
        </p:grpSpPr>
        <p:sp>
          <p:nvSpPr>
            <p:cNvPr id="641" name="Google Shape;641;p32"/>
            <p:cNvSpPr/>
            <p:nvPr/>
          </p:nvSpPr>
          <p:spPr>
            <a:xfrm>
              <a:off x="2698025" y="4003000"/>
              <a:ext cx="738425" cy="840575"/>
            </a:xfrm>
            <a:custGeom>
              <a:avLst/>
              <a:gdLst/>
              <a:ahLst/>
              <a:cxnLst/>
              <a:rect l="l" t="t" r="r" b="b"/>
              <a:pathLst>
                <a:path w="29537" h="33623" extrusionOk="0">
                  <a:moveTo>
                    <a:pt x="18387" y="1"/>
                  </a:moveTo>
                  <a:lnTo>
                    <a:pt x="1" y="14652"/>
                  </a:lnTo>
                  <a:lnTo>
                    <a:pt x="1" y="33622"/>
                  </a:lnTo>
                  <a:lnTo>
                    <a:pt x="16403" y="19905"/>
                  </a:lnTo>
                  <a:lnTo>
                    <a:pt x="23232" y="26618"/>
                  </a:lnTo>
                  <a:lnTo>
                    <a:pt x="20314" y="26618"/>
                  </a:lnTo>
                  <a:cubicBezTo>
                    <a:pt x="19321" y="26618"/>
                    <a:pt x="18504" y="27435"/>
                    <a:pt x="18504" y="28427"/>
                  </a:cubicBezTo>
                  <a:cubicBezTo>
                    <a:pt x="18504" y="29478"/>
                    <a:pt x="19321" y="30295"/>
                    <a:pt x="20314" y="30295"/>
                  </a:cubicBezTo>
                  <a:lnTo>
                    <a:pt x="27727" y="30295"/>
                  </a:lnTo>
                  <a:cubicBezTo>
                    <a:pt x="28719" y="30295"/>
                    <a:pt x="29536" y="29478"/>
                    <a:pt x="29536" y="28427"/>
                  </a:cubicBezTo>
                  <a:lnTo>
                    <a:pt x="29536" y="21073"/>
                  </a:lnTo>
                  <a:cubicBezTo>
                    <a:pt x="29478" y="20139"/>
                    <a:pt x="28661" y="19321"/>
                    <a:pt x="27610" y="19321"/>
                  </a:cubicBezTo>
                  <a:cubicBezTo>
                    <a:pt x="26618" y="19321"/>
                    <a:pt x="25800" y="20139"/>
                    <a:pt x="25800" y="21189"/>
                  </a:cubicBezTo>
                  <a:lnTo>
                    <a:pt x="25800" y="24108"/>
                  </a:lnTo>
                  <a:lnTo>
                    <a:pt x="18387" y="16695"/>
                  </a:lnTo>
                  <a:lnTo>
                    <a:pt x="18387" y="1"/>
                  </a:ln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2"/>
            <p:cNvSpPr/>
            <p:nvPr/>
          </p:nvSpPr>
          <p:spPr>
            <a:xfrm>
              <a:off x="1869175" y="4003000"/>
              <a:ext cx="738400" cy="843475"/>
            </a:xfrm>
            <a:custGeom>
              <a:avLst/>
              <a:gdLst/>
              <a:ahLst/>
              <a:cxnLst/>
              <a:rect l="l" t="t" r="r" b="b"/>
              <a:pathLst>
                <a:path w="29536" h="33739" extrusionOk="0">
                  <a:moveTo>
                    <a:pt x="11091" y="1"/>
                  </a:moveTo>
                  <a:lnTo>
                    <a:pt x="11091" y="16695"/>
                  </a:lnTo>
                  <a:lnTo>
                    <a:pt x="3678" y="24108"/>
                  </a:lnTo>
                  <a:lnTo>
                    <a:pt x="3678" y="21189"/>
                  </a:lnTo>
                  <a:cubicBezTo>
                    <a:pt x="3678" y="20139"/>
                    <a:pt x="2860" y="19321"/>
                    <a:pt x="1810" y="19321"/>
                  </a:cubicBezTo>
                  <a:cubicBezTo>
                    <a:pt x="817" y="19321"/>
                    <a:pt x="0" y="20139"/>
                    <a:pt x="0" y="21189"/>
                  </a:cubicBezTo>
                  <a:lnTo>
                    <a:pt x="0" y="28544"/>
                  </a:lnTo>
                  <a:cubicBezTo>
                    <a:pt x="0" y="29536"/>
                    <a:pt x="817" y="30353"/>
                    <a:pt x="1810" y="30353"/>
                  </a:cubicBezTo>
                  <a:lnTo>
                    <a:pt x="9223" y="30353"/>
                  </a:lnTo>
                  <a:cubicBezTo>
                    <a:pt x="10215" y="30353"/>
                    <a:pt x="11032" y="29536"/>
                    <a:pt x="11032" y="28544"/>
                  </a:cubicBezTo>
                  <a:cubicBezTo>
                    <a:pt x="11032" y="27493"/>
                    <a:pt x="10215" y="26735"/>
                    <a:pt x="9223" y="26735"/>
                  </a:cubicBezTo>
                  <a:lnTo>
                    <a:pt x="6304" y="26735"/>
                  </a:lnTo>
                  <a:lnTo>
                    <a:pt x="13134" y="20022"/>
                  </a:lnTo>
                  <a:lnTo>
                    <a:pt x="29536" y="33739"/>
                  </a:lnTo>
                  <a:lnTo>
                    <a:pt x="29536" y="14769"/>
                  </a:lnTo>
                  <a:lnTo>
                    <a:pt x="11091" y="1"/>
                  </a:ln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2"/>
            <p:cNvSpPr/>
            <p:nvPr/>
          </p:nvSpPr>
          <p:spPr>
            <a:xfrm>
              <a:off x="2191675" y="3274825"/>
              <a:ext cx="919350" cy="1014225"/>
            </a:xfrm>
            <a:custGeom>
              <a:avLst/>
              <a:gdLst/>
              <a:ahLst/>
              <a:cxnLst/>
              <a:rect l="l" t="t" r="r" b="b"/>
              <a:pathLst>
                <a:path w="36774" h="40569" extrusionOk="0">
                  <a:moveTo>
                    <a:pt x="18394" y="1"/>
                  </a:moveTo>
                  <a:cubicBezTo>
                    <a:pt x="17920" y="1"/>
                    <a:pt x="17453" y="176"/>
                    <a:pt x="17103" y="526"/>
                  </a:cubicBezTo>
                  <a:lnTo>
                    <a:pt x="11908" y="5721"/>
                  </a:lnTo>
                  <a:cubicBezTo>
                    <a:pt x="11207" y="6422"/>
                    <a:pt x="11207" y="7589"/>
                    <a:pt x="11908" y="8348"/>
                  </a:cubicBezTo>
                  <a:cubicBezTo>
                    <a:pt x="12287" y="8698"/>
                    <a:pt x="12769" y="8873"/>
                    <a:pt x="13243" y="8873"/>
                  </a:cubicBezTo>
                  <a:cubicBezTo>
                    <a:pt x="13717" y="8873"/>
                    <a:pt x="14184" y="8698"/>
                    <a:pt x="14534" y="8348"/>
                  </a:cubicBezTo>
                  <a:lnTo>
                    <a:pt x="16577" y="6305"/>
                  </a:lnTo>
                  <a:lnTo>
                    <a:pt x="16577" y="12667"/>
                  </a:lnTo>
                  <a:lnTo>
                    <a:pt x="0" y="25917"/>
                  </a:lnTo>
                  <a:lnTo>
                    <a:pt x="18387" y="40568"/>
                  </a:lnTo>
                  <a:lnTo>
                    <a:pt x="36774" y="25917"/>
                  </a:lnTo>
                  <a:lnTo>
                    <a:pt x="20255" y="12667"/>
                  </a:lnTo>
                  <a:lnTo>
                    <a:pt x="20255" y="6305"/>
                  </a:lnTo>
                  <a:lnTo>
                    <a:pt x="22298" y="8348"/>
                  </a:lnTo>
                  <a:cubicBezTo>
                    <a:pt x="22648" y="8698"/>
                    <a:pt x="23115" y="8873"/>
                    <a:pt x="23582" y="8873"/>
                  </a:cubicBezTo>
                  <a:cubicBezTo>
                    <a:pt x="24049" y="8873"/>
                    <a:pt x="24516" y="8698"/>
                    <a:pt x="24866" y="8348"/>
                  </a:cubicBezTo>
                  <a:cubicBezTo>
                    <a:pt x="25625" y="7589"/>
                    <a:pt x="25625" y="6422"/>
                    <a:pt x="24866" y="5721"/>
                  </a:cubicBezTo>
                  <a:lnTo>
                    <a:pt x="19729" y="526"/>
                  </a:lnTo>
                  <a:cubicBezTo>
                    <a:pt x="19350" y="176"/>
                    <a:pt x="18868" y="1"/>
                    <a:pt x="18394" y="1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4" name="Google Shape;644;p32"/>
          <p:cNvGrpSpPr/>
          <p:nvPr/>
        </p:nvGrpSpPr>
        <p:grpSpPr>
          <a:xfrm>
            <a:off x="2218390" y="2304852"/>
            <a:ext cx="372883" cy="543742"/>
            <a:chOff x="2070550" y="767325"/>
            <a:chExt cx="1106150" cy="1613000"/>
          </a:xfrm>
        </p:grpSpPr>
        <p:sp>
          <p:nvSpPr>
            <p:cNvPr id="645" name="Google Shape;645;p32"/>
            <p:cNvSpPr/>
            <p:nvPr/>
          </p:nvSpPr>
          <p:spPr>
            <a:xfrm>
              <a:off x="2199700" y="767325"/>
              <a:ext cx="608525" cy="516100"/>
            </a:xfrm>
            <a:custGeom>
              <a:avLst/>
              <a:gdLst/>
              <a:ahLst/>
              <a:cxnLst/>
              <a:rect l="l" t="t" r="r" b="b"/>
              <a:pathLst>
                <a:path w="24341" h="20644" extrusionOk="0">
                  <a:moveTo>
                    <a:pt x="12200" y="0"/>
                  </a:moveTo>
                  <a:cubicBezTo>
                    <a:pt x="5487" y="0"/>
                    <a:pt x="0" y="5487"/>
                    <a:pt x="0" y="12200"/>
                  </a:cubicBezTo>
                  <a:cubicBezTo>
                    <a:pt x="0" y="15060"/>
                    <a:pt x="993" y="17862"/>
                    <a:pt x="2919" y="20080"/>
                  </a:cubicBezTo>
                  <a:cubicBezTo>
                    <a:pt x="3288" y="20448"/>
                    <a:pt x="3734" y="20644"/>
                    <a:pt x="4146" y="20644"/>
                  </a:cubicBezTo>
                  <a:cubicBezTo>
                    <a:pt x="4451" y="20644"/>
                    <a:pt x="4738" y="20537"/>
                    <a:pt x="4962" y="20313"/>
                  </a:cubicBezTo>
                  <a:cubicBezTo>
                    <a:pt x="5545" y="19788"/>
                    <a:pt x="5604" y="18912"/>
                    <a:pt x="5078" y="18329"/>
                  </a:cubicBezTo>
                  <a:cubicBezTo>
                    <a:pt x="3619" y="16636"/>
                    <a:pt x="2860" y="14476"/>
                    <a:pt x="2860" y="12258"/>
                  </a:cubicBezTo>
                  <a:cubicBezTo>
                    <a:pt x="2860" y="7121"/>
                    <a:pt x="7063" y="2860"/>
                    <a:pt x="12258" y="2860"/>
                  </a:cubicBezTo>
                  <a:cubicBezTo>
                    <a:pt x="17453" y="2860"/>
                    <a:pt x="21656" y="7121"/>
                    <a:pt x="21656" y="12258"/>
                  </a:cubicBezTo>
                  <a:cubicBezTo>
                    <a:pt x="21656" y="14534"/>
                    <a:pt x="20839" y="16636"/>
                    <a:pt x="19379" y="18329"/>
                  </a:cubicBezTo>
                  <a:cubicBezTo>
                    <a:pt x="18912" y="18912"/>
                    <a:pt x="18971" y="19788"/>
                    <a:pt x="19554" y="20313"/>
                  </a:cubicBezTo>
                  <a:cubicBezTo>
                    <a:pt x="19846" y="20547"/>
                    <a:pt x="20138" y="20605"/>
                    <a:pt x="20430" y="20605"/>
                  </a:cubicBezTo>
                  <a:cubicBezTo>
                    <a:pt x="20780" y="20605"/>
                    <a:pt x="21247" y="20430"/>
                    <a:pt x="21422" y="20080"/>
                  </a:cubicBezTo>
                  <a:cubicBezTo>
                    <a:pt x="23348" y="17920"/>
                    <a:pt x="24341" y="15118"/>
                    <a:pt x="24341" y="12200"/>
                  </a:cubicBezTo>
                  <a:cubicBezTo>
                    <a:pt x="24341" y="5487"/>
                    <a:pt x="18912" y="0"/>
                    <a:pt x="12200" y="0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2"/>
            <p:cNvSpPr/>
            <p:nvPr/>
          </p:nvSpPr>
          <p:spPr>
            <a:xfrm>
              <a:off x="2341975" y="887475"/>
              <a:ext cx="323975" cy="208700"/>
            </a:xfrm>
            <a:custGeom>
              <a:avLst/>
              <a:gdLst/>
              <a:ahLst/>
              <a:cxnLst/>
              <a:rect l="l" t="t" r="r" b="b"/>
              <a:pathLst>
                <a:path w="12959" h="8348" extrusionOk="0">
                  <a:moveTo>
                    <a:pt x="6479" y="1"/>
                  </a:moveTo>
                  <a:cubicBezTo>
                    <a:pt x="2919" y="1"/>
                    <a:pt x="0" y="2919"/>
                    <a:pt x="0" y="6480"/>
                  </a:cubicBezTo>
                  <a:cubicBezTo>
                    <a:pt x="0" y="7064"/>
                    <a:pt x="59" y="7647"/>
                    <a:pt x="234" y="8231"/>
                  </a:cubicBezTo>
                  <a:cubicBezTo>
                    <a:pt x="1051" y="5604"/>
                    <a:pt x="3444" y="3795"/>
                    <a:pt x="6421" y="3795"/>
                  </a:cubicBezTo>
                  <a:cubicBezTo>
                    <a:pt x="9456" y="3795"/>
                    <a:pt x="11908" y="5604"/>
                    <a:pt x="12667" y="8348"/>
                  </a:cubicBezTo>
                  <a:cubicBezTo>
                    <a:pt x="12842" y="7764"/>
                    <a:pt x="12959" y="7064"/>
                    <a:pt x="12959" y="6480"/>
                  </a:cubicBezTo>
                  <a:cubicBezTo>
                    <a:pt x="12959" y="2919"/>
                    <a:pt x="10040" y="1"/>
                    <a:pt x="6479" y="1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2"/>
            <p:cNvSpPr/>
            <p:nvPr/>
          </p:nvSpPr>
          <p:spPr>
            <a:xfrm>
              <a:off x="2070550" y="1050925"/>
              <a:ext cx="1106150" cy="1329400"/>
            </a:xfrm>
            <a:custGeom>
              <a:avLst/>
              <a:gdLst/>
              <a:ahLst/>
              <a:cxnLst/>
              <a:rect l="l" t="t" r="r" b="b"/>
              <a:pathLst>
                <a:path w="44246" h="53176" extrusionOk="0">
                  <a:moveTo>
                    <a:pt x="17220" y="0"/>
                  </a:moveTo>
                  <a:cubicBezTo>
                    <a:pt x="15293" y="0"/>
                    <a:pt x="13367" y="1285"/>
                    <a:pt x="13367" y="3853"/>
                  </a:cubicBezTo>
                  <a:lnTo>
                    <a:pt x="13367" y="23290"/>
                  </a:lnTo>
                  <a:cubicBezTo>
                    <a:pt x="13367" y="24458"/>
                    <a:pt x="12492" y="25158"/>
                    <a:pt x="11558" y="25158"/>
                  </a:cubicBezTo>
                  <a:cubicBezTo>
                    <a:pt x="10974" y="25158"/>
                    <a:pt x="10449" y="24808"/>
                    <a:pt x="10040" y="24282"/>
                  </a:cubicBezTo>
                  <a:lnTo>
                    <a:pt x="8289" y="21481"/>
                  </a:lnTo>
                  <a:cubicBezTo>
                    <a:pt x="7472" y="20197"/>
                    <a:pt x="6304" y="19613"/>
                    <a:pt x="5137" y="19613"/>
                  </a:cubicBezTo>
                  <a:cubicBezTo>
                    <a:pt x="2510" y="19613"/>
                    <a:pt x="0" y="22415"/>
                    <a:pt x="1810" y="25450"/>
                  </a:cubicBezTo>
                  <a:lnTo>
                    <a:pt x="16111" y="52884"/>
                  </a:lnTo>
                  <a:cubicBezTo>
                    <a:pt x="16169" y="53001"/>
                    <a:pt x="16403" y="53176"/>
                    <a:pt x="16636" y="53176"/>
                  </a:cubicBezTo>
                  <a:lnTo>
                    <a:pt x="36774" y="53176"/>
                  </a:lnTo>
                  <a:cubicBezTo>
                    <a:pt x="37066" y="53176"/>
                    <a:pt x="37241" y="52942"/>
                    <a:pt x="37241" y="52651"/>
                  </a:cubicBezTo>
                  <a:lnTo>
                    <a:pt x="37766" y="44420"/>
                  </a:lnTo>
                  <a:cubicBezTo>
                    <a:pt x="37766" y="44304"/>
                    <a:pt x="37824" y="44187"/>
                    <a:pt x="37824" y="44128"/>
                  </a:cubicBezTo>
                  <a:cubicBezTo>
                    <a:pt x="42786" y="36599"/>
                    <a:pt x="44245" y="31696"/>
                    <a:pt x="43486" y="26792"/>
                  </a:cubicBezTo>
                  <a:cubicBezTo>
                    <a:pt x="42611" y="21656"/>
                    <a:pt x="38934" y="20839"/>
                    <a:pt x="37241" y="20780"/>
                  </a:cubicBezTo>
                  <a:cubicBezTo>
                    <a:pt x="36774" y="20780"/>
                    <a:pt x="36248" y="20430"/>
                    <a:pt x="35957" y="20021"/>
                  </a:cubicBezTo>
                  <a:cubicBezTo>
                    <a:pt x="34731" y="18154"/>
                    <a:pt x="33038" y="17628"/>
                    <a:pt x="31637" y="17628"/>
                  </a:cubicBezTo>
                  <a:cubicBezTo>
                    <a:pt x="30587" y="17628"/>
                    <a:pt x="29769" y="17920"/>
                    <a:pt x="29244" y="18037"/>
                  </a:cubicBezTo>
                  <a:lnTo>
                    <a:pt x="29011" y="18037"/>
                  </a:lnTo>
                  <a:cubicBezTo>
                    <a:pt x="28777" y="18037"/>
                    <a:pt x="28660" y="17978"/>
                    <a:pt x="28485" y="17745"/>
                  </a:cubicBezTo>
                  <a:cubicBezTo>
                    <a:pt x="27259" y="15644"/>
                    <a:pt x="25450" y="15060"/>
                    <a:pt x="23991" y="15060"/>
                  </a:cubicBezTo>
                  <a:cubicBezTo>
                    <a:pt x="23115" y="15060"/>
                    <a:pt x="22298" y="15293"/>
                    <a:pt x="21773" y="15410"/>
                  </a:cubicBezTo>
                  <a:lnTo>
                    <a:pt x="21597" y="15410"/>
                  </a:lnTo>
                  <a:cubicBezTo>
                    <a:pt x="21247" y="15410"/>
                    <a:pt x="21014" y="15177"/>
                    <a:pt x="21014" y="14885"/>
                  </a:cubicBezTo>
                  <a:lnTo>
                    <a:pt x="21014" y="3853"/>
                  </a:lnTo>
                  <a:cubicBezTo>
                    <a:pt x="21014" y="1285"/>
                    <a:pt x="19088" y="0"/>
                    <a:pt x="17220" y="0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48" name="Google Shape;648;p32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3"/>
          <p:cNvSpPr txBox="1">
            <a:spLocks noGrp="1"/>
          </p:cNvSpPr>
          <p:nvPr>
            <p:ph type="ctrTitle" idx="7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PREDICTED RESULTS</a:t>
            </a:r>
            <a:endParaRPr/>
          </a:p>
        </p:txBody>
      </p:sp>
      <p:sp>
        <p:nvSpPr>
          <p:cNvPr id="654" name="Google Shape;654;p33"/>
          <p:cNvSpPr txBox="1">
            <a:spLocks noGrp="1"/>
          </p:cNvSpPr>
          <p:nvPr>
            <p:ph type="ctrTitle"/>
          </p:nvPr>
        </p:nvSpPr>
        <p:spPr>
          <a:xfrm>
            <a:off x="5842956" y="2706688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MONTHLY VISITS</a:t>
            </a:r>
            <a:endParaRPr/>
          </a:p>
        </p:txBody>
      </p:sp>
      <p:sp>
        <p:nvSpPr>
          <p:cNvPr id="655" name="Google Shape;655;p33"/>
          <p:cNvSpPr txBox="1">
            <a:spLocks noGrp="1"/>
          </p:cNvSpPr>
          <p:nvPr>
            <p:ph type="ctrTitle" idx="2"/>
          </p:nvPr>
        </p:nvSpPr>
        <p:spPr>
          <a:xfrm>
            <a:off x="5842956" y="417131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ANNUAL ORDERS</a:t>
            </a:r>
            <a:endParaRPr/>
          </a:p>
        </p:txBody>
      </p:sp>
      <p:sp>
        <p:nvSpPr>
          <p:cNvPr id="656" name="Google Shape;656;p33"/>
          <p:cNvSpPr txBox="1">
            <a:spLocks noGrp="1"/>
          </p:cNvSpPr>
          <p:nvPr>
            <p:ph type="ctrTitle" idx="3"/>
          </p:nvPr>
        </p:nvSpPr>
        <p:spPr>
          <a:xfrm>
            <a:off x="5842956" y="341861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CONVERSION RATE</a:t>
            </a:r>
            <a:endParaRPr/>
          </a:p>
        </p:txBody>
      </p:sp>
      <p:sp>
        <p:nvSpPr>
          <p:cNvPr id="657" name="Google Shape;657;p33"/>
          <p:cNvSpPr txBox="1">
            <a:spLocks noGrp="1"/>
          </p:cNvSpPr>
          <p:nvPr>
            <p:ph type="title" idx="4"/>
          </p:nvPr>
        </p:nvSpPr>
        <p:spPr>
          <a:xfrm>
            <a:off x="5842956" y="215895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+20%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58" name="Google Shape;658;p33"/>
          <p:cNvSpPr txBox="1">
            <a:spLocks noGrp="1"/>
          </p:cNvSpPr>
          <p:nvPr>
            <p:ph type="title" idx="5"/>
          </p:nvPr>
        </p:nvSpPr>
        <p:spPr>
          <a:xfrm>
            <a:off x="5842956" y="2899500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+33%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59" name="Google Shape;659;p33"/>
          <p:cNvSpPr txBox="1">
            <a:spLocks noGrp="1"/>
          </p:cNvSpPr>
          <p:nvPr>
            <p:ph type="title" idx="6"/>
          </p:nvPr>
        </p:nvSpPr>
        <p:spPr>
          <a:xfrm>
            <a:off x="5842956" y="3629325"/>
            <a:ext cx="11769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+40%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60" name="Google Shape;660;p33"/>
          <p:cNvSpPr txBox="1">
            <a:spLocks noGrp="1"/>
          </p:cNvSpPr>
          <p:nvPr>
            <p:ph type="ctrTitle" idx="3"/>
          </p:nvPr>
        </p:nvSpPr>
        <p:spPr>
          <a:xfrm>
            <a:off x="1881923" y="1843717"/>
            <a:ext cx="2901600" cy="26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</a:rPr>
              <a:t>CONVERSIONS NEXT YEAR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661" name="Google Shape;661;p33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62" name="Google Shape;662;p33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8525"/>
          <a:stretch/>
        </p:blipFill>
        <p:spPr>
          <a:xfrm>
            <a:off x="1410500" y="2271125"/>
            <a:ext cx="3769999" cy="21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4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SNEAK PEEK</a:t>
            </a:r>
            <a:endParaRPr/>
          </a:p>
        </p:txBody>
      </p:sp>
      <p:sp>
        <p:nvSpPr>
          <p:cNvPr id="668" name="Google Shape;668;p34"/>
          <p:cNvSpPr/>
          <p:nvPr/>
        </p:nvSpPr>
        <p:spPr>
          <a:xfrm>
            <a:off x="2483399" y="1412873"/>
            <a:ext cx="4173650" cy="3483508"/>
          </a:xfrm>
          <a:custGeom>
            <a:avLst/>
            <a:gdLst/>
            <a:ahLst/>
            <a:cxnLst/>
            <a:rect l="l" t="t" r="r" b="b"/>
            <a:pathLst>
              <a:path w="209468" h="174831" extrusionOk="0">
                <a:moveTo>
                  <a:pt x="198077" y="11364"/>
                </a:moveTo>
                <a:lnTo>
                  <a:pt x="198105" y="12377"/>
                </a:lnTo>
                <a:lnTo>
                  <a:pt x="198105" y="134115"/>
                </a:lnTo>
                <a:cubicBezTo>
                  <a:pt x="198105" y="134854"/>
                  <a:pt x="197803" y="135155"/>
                  <a:pt x="197064" y="135155"/>
                </a:cubicBezTo>
                <a:lnTo>
                  <a:pt x="12294" y="135155"/>
                </a:lnTo>
                <a:cubicBezTo>
                  <a:pt x="11555" y="135155"/>
                  <a:pt x="11254" y="134854"/>
                  <a:pt x="11254" y="134115"/>
                </a:cubicBezTo>
                <a:lnTo>
                  <a:pt x="11254" y="12377"/>
                </a:lnTo>
                <a:lnTo>
                  <a:pt x="11254" y="11364"/>
                </a:lnTo>
                <a:close/>
                <a:moveTo>
                  <a:pt x="11254" y="0"/>
                </a:moveTo>
                <a:lnTo>
                  <a:pt x="11254" y="302"/>
                </a:lnTo>
                <a:cubicBezTo>
                  <a:pt x="5230" y="712"/>
                  <a:pt x="712" y="5531"/>
                  <a:pt x="0" y="11364"/>
                </a:cubicBezTo>
                <a:lnTo>
                  <a:pt x="0" y="12377"/>
                </a:lnTo>
                <a:lnTo>
                  <a:pt x="0" y="134115"/>
                </a:lnTo>
                <a:cubicBezTo>
                  <a:pt x="0" y="136497"/>
                  <a:pt x="630" y="138468"/>
                  <a:pt x="1643" y="140248"/>
                </a:cubicBezTo>
                <a:cubicBezTo>
                  <a:pt x="3998" y="144383"/>
                  <a:pt x="7503" y="146518"/>
                  <a:pt x="12294" y="146518"/>
                </a:cubicBezTo>
                <a:lnTo>
                  <a:pt x="79707" y="146518"/>
                </a:lnTo>
                <a:lnTo>
                  <a:pt x="79707" y="163522"/>
                </a:lnTo>
                <a:lnTo>
                  <a:pt x="66920" y="163522"/>
                </a:lnTo>
                <a:cubicBezTo>
                  <a:pt x="63744" y="163522"/>
                  <a:pt x="61280" y="165987"/>
                  <a:pt x="61280" y="169163"/>
                </a:cubicBezTo>
                <a:cubicBezTo>
                  <a:pt x="61280" y="172339"/>
                  <a:pt x="63744" y="174831"/>
                  <a:pt x="66920" y="174831"/>
                </a:cubicBezTo>
                <a:lnTo>
                  <a:pt x="142466" y="174831"/>
                </a:lnTo>
                <a:cubicBezTo>
                  <a:pt x="145642" y="174831"/>
                  <a:pt x="148216" y="172339"/>
                  <a:pt x="148216" y="169163"/>
                </a:cubicBezTo>
                <a:cubicBezTo>
                  <a:pt x="148216" y="165987"/>
                  <a:pt x="145642" y="163522"/>
                  <a:pt x="142466" y="163522"/>
                </a:cubicBezTo>
                <a:lnTo>
                  <a:pt x="129651" y="163522"/>
                </a:lnTo>
                <a:lnTo>
                  <a:pt x="129651" y="146518"/>
                </a:lnTo>
                <a:lnTo>
                  <a:pt x="197064" y="146518"/>
                </a:lnTo>
                <a:cubicBezTo>
                  <a:pt x="201911" y="146518"/>
                  <a:pt x="205388" y="144437"/>
                  <a:pt x="207715" y="140248"/>
                </a:cubicBezTo>
                <a:cubicBezTo>
                  <a:pt x="208783" y="138359"/>
                  <a:pt x="209468" y="136360"/>
                  <a:pt x="209468" y="134115"/>
                </a:cubicBezTo>
                <a:lnTo>
                  <a:pt x="209468" y="12377"/>
                </a:lnTo>
                <a:lnTo>
                  <a:pt x="209468" y="11364"/>
                </a:lnTo>
                <a:cubicBezTo>
                  <a:pt x="208756" y="5531"/>
                  <a:pt x="203909" y="712"/>
                  <a:pt x="198105" y="302"/>
                </a:cubicBezTo>
                <a:lnTo>
                  <a:pt x="1981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34"/>
          <p:cNvSpPr/>
          <p:nvPr/>
        </p:nvSpPr>
        <p:spPr>
          <a:xfrm>
            <a:off x="2781850" y="1698625"/>
            <a:ext cx="3571800" cy="8763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34"/>
          <p:cNvSpPr/>
          <p:nvPr/>
        </p:nvSpPr>
        <p:spPr>
          <a:xfrm>
            <a:off x="2786100" y="2671025"/>
            <a:ext cx="919800" cy="8763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34"/>
          <p:cNvSpPr/>
          <p:nvPr/>
        </p:nvSpPr>
        <p:spPr>
          <a:xfrm>
            <a:off x="3795875" y="2671025"/>
            <a:ext cx="2557800" cy="8763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2" name="Google Shape;672;p34"/>
          <p:cNvGrpSpPr/>
          <p:nvPr/>
        </p:nvGrpSpPr>
        <p:grpSpPr>
          <a:xfrm>
            <a:off x="2786120" y="3643425"/>
            <a:ext cx="3567611" cy="379200"/>
            <a:chOff x="1071175" y="3688175"/>
            <a:chExt cx="3257200" cy="379200"/>
          </a:xfrm>
        </p:grpSpPr>
        <p:sp>
          <p:nvSpPr>
            <p:cNvPr id="673" name="Google Shape;673;p34"/>
            <p:cNvSpPr/>
            <p:nvPr/>
          </p:nvSpPr>
          <p:spPr>
            <a:xfrm>
              <a:off x="1071175" y="3688175"/>
              <a:ext cx="405300" cy="3792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4"/>
            <p:cNvSpPr/>
            <p:nvPr/>
          </p:nvSpPr>
          <p:spPr>
            <a:xfrm>
              <a:off x="1547425" y="3688175"/>
              <a:ext cx="405300" cy="3792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4"/>
            <p:cNvSpPr/>
            <p:nvPr/>
          </p:nvSpPr>
          <p:spPr>
            <a:xfrm>
              <a:off x="2023675" y="3688175"/>
              <a:ext cx="405300" cy="3792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2499925" y="3688175"/>
              <a:ext cx="405300" cy="3792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4"/>
            <p:cNvSpPr/>
            <p:nvPr/>
          </p:nvSpPr>
          <p:spPr>
            <a:xfrm>
              <a:off x="2976175" y="3688175"/>
              <a:ext cx="405300" cy="3792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3446838" y="3688175"/>
              <a:ext cx="405300" cy="3792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4"/>
            <p:cNvSpPr/>
            <p:nvPr/>
          </p:nvSpPr>
          <p:spPr>
            <a:xfrm>
              <a:off x="3923075" y="3688175"/>
              <a:ext cx="405300" cy="379200"/>
            </a:xfrm>
            <a:prstGeom prst="rect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80" name="Google Shape;680;p34"/>
          <p:cNvCxnSpPr/>
          <p:nvPr/>
        </p:nvCxnSpPr>
        <p:spPr>
          <a:xfrm>
            <a:off x="2800900" y="1717675"/>
            <a:ext cx="3552900" cy="838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1" name="Google Shape;681;p34"/>
          <p:cNvCxnSpPr/>
          <p:nvPr/>
        </p:nvCxnSpPr>
        <p:spPr>
          <a:xfrm rot="10800000" flipH="1">
            <a:off x="2810425" y="1703725"/>
            <a:ext cx="3536400" cy="871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2" name="Google Shape;682;p34"/>
          <p:cNvCxnSpPr/>
          <p:nvPr/>
        </p:nvCxnSpPr>
        <p:spPr>
          <a:xfrm>
            <a:off x="2788800" y="2822575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3" name="Google Shape;683;p34"/>
          <p:cNvCxnSpPr/>
          <p:nvPr/>
        </p:nvCxnSpPr>
        <p:spPr>
          <a:xfrm>
            <a:off x="2788800" y="2927350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4" name="Google Shape;684;p34"/>
          <p:cNvCxnSpPr/>
          <p:nvPr/>
        </p:nvCxnSpPr>
        <p:spPr>
          <a:xfrm>
            <a:off x="2788800" y="3027375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5" name="Google Shape;685;p34"/>
          <p:cNvCxnSpPr/>
          <p:nvPr/>
        </p:nvCxnSpPr>
        <p:spPr>
          <a:xfrm>
            <a:off x="2788800" y="3109175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6" name="Google Shape;686;p34"/>
          <p:cNvCxnSpPr/>
          <p:nvPr/>
        </p:nvCxnSpPr>
        <p:spPr>
          <a:xfrm>
            <a:off x="2788800" y="3194900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7" name="Google Shape;687;p34"/>
          <p:cNvCxnSpPr/>
          <p:nvPr/>
        </p:nvCxnSpPr>
        <p:spPr>
          <a:xfrm>
            <a:off x="2788800" y="3275850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8" name="Google Shape;688;p34"/>
          <p:cNvCxnSpPr/>
          <p:nvPr/>
        </p:nvCxnSpPr>
        <p:spPr>
          <a:xfrm>
            <a:off x="2788800" y="3347300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9" name="Google Shape;689;p34"/>
          <p:cNvCxnSpPr/>
          <p:nvPr/>
        </p:nvCxnSpPr>
        <p:spPr>
          <a:xfrm>
            <a:off x="2788800" y="3428125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0" name="Google Shape;690;p34"/>
          <p:cNvCxnSpPr/>
          <p:nvPr/>
        </p:nvCxnSpPr>
        <p:spPr>
          <a:xfrm>
            <a:off x="2781850" y="2745525"/>
            <a:ext cx="91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1" name="Google Shape;691;p34"/>
          <p:cNvSpPr txBox="1">
            <a:spLocks noGrp="1"/>
          </p:cNvSpPr>
          <p:nvPr>
            <p:ph type="ctrTitle" idx="4294967295"/>
          </p:nvPr>
        </p:nvSpPr>
        <p:spPr>
          <a:xfrm>
            <a:off x="7512303" y="1743374"/>
            <a:ext cx="10641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HEADER</a:t>
            </a:r>
            <a:endParaRPr sz="1200"/>
          </a:p>
        </p:txBody>
      </p:sp>
      <p:sp>
        <p:nvSpPr>
          <p:cNvPr id="692" name="Google Shape;692;p34"/>
          <p:cNvSpPr txBox="1">
            <a:spLocks noGrp="1"/>
          </p:cNvSpPr>
          <p:nvPr>
            <p:ph type="ctrTitle" idx="4294967295"/>
          </p:nvPr>
        </p:nvSpPr>
        <p:spPr>
          <a:xfrm>
            <a:off x="643803" y="2574925"/>
            <a:ext cx="10641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TEXT</a:t>
            </a:r>
            <a:endParaRPr sz="1200"/>
          </a:p>
        </p:txBody>
      </p:sp>
      <p:sp>
        <p:nvSpPr>
          <p:cNvPr id="693" name="Google Shape;693;p34"/>
          <p:cNvSpPr txBox="1">
            <a:spLocks noGrp="1"/>
          </p:cNvSpPr>
          <p:nvPr>
            <p:ph type="ctrTitle" idx="4294967295"/>
          </p:nvPr>
        </p:nvSpPr>
        <p:spPr>
          <a:xfrm>
            <a:off x="7512303" y="3734924"/>
            <a:ext cx="10641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SLIDER</a:t>
            </a:r>
            <a:endParaRPr sz="1200"/>
          </a:p>
        </p:txBody>
      </p:sp>
      <p:sp>
        <p:nvSpPr>
          <p:cNvPr id="694" name="Google Shape;694;p34"/>
          <p:cNvSpPr txBox="1">
            <a:spLocks noGrp="1"/>
          </p:cNvSpPr>
          <p:nvPr>
            <p:ph type="ctrTitle" idx="4294967295"/>
          </p:nvPr>
        </p:nvSpPr>
        <p:spPr>
          <a:xfrm>
            <a:off x="643803" y="3931125"/>
            <a:ext cx="10641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ICONS</a:t>
            </a:r>
            <a:endParaRPr sz="1200"/>
          </a:p>
        </p:txBody>
      </p:sp>
      <p:cxnSp>
        <p:nvCxnSpPr>
          <p:cNvPr id="695" name="Google Shape;695;p34"/>
          <p:cNvCxnSpPr/>
          <p:nvPr/>
        </p:nvCxnSpPr>
        <p:spPr>
          <a:xfrm>
            <a:off x="1707800" y="2745525"/>
            <a:ext cx="1002000" cy="436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6" name="Google Shape;696;p34"/>
          <p:cNvCxnSpPr>
            <a:endCxn id="675" idx="1"/>
          </p:cNvCxnSpPr>
          <p:nvPr/>
        </p:nvCxnSpPr>
        <p:spPr>
          <a:xfrm rot="10800000" flipH="1">
            <a:off x="1783993" y="3833025"/>
            <a:ext cx="2045400" cy="285600"/>
          </a:xfrm>
          <a:prstGeom prst="bentConnector3">
            <a:avLst>
              <a:gd name="adj1" fmla="val 20352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7" name="Google Shape;697;p34"/>
          <p:cNvCxnSpPr/>
          <p:nvPr/>
        </p:nvCxnSpPr>
        <p:spPr>
          <a:xfrm rot="10800000" flipH="1">
            <a:off x="6196253" y="1939474"/>
            <a:ext cx="1234800" cy="295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8" name="Google Shape;698;p34"/>
          <p:cNvCxnSpPr/>
          <p:nvPr/>
        </p:nvCxnSpPr>
        <p:spPr>
          <a:xfrm>
            <a:off x="6114903" y="3194899"/>
            <a:ext cx="1397400" cy="7278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9" name="Google Shape;699;p34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5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VIDEO IS A GOOD IDEA</a:t>
            </a:r>
            <a:endParaRPr/>
          </a:p>
        </p:txBody>
      </p:sp>
      <p:sp>
        <p:nvSpPr>
          <p:cNvPr id="705" name="Google Shape;705;p35"/>
          <p:cNvSpPr txBox="1"/>
          <p:nvPr/>
        </p:nvSpPr>
        <p:spPr>
          <a:xfrm>
            <a:off x="3072013" y="4245600"/>
            <a:ext cx="3000000" cy="3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Insert your multimedia content here</a:t>
            </a:r>
            <a:endParaRPr sz="10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706" name="Google Shape;706;p35"/>
          <p:cNvGrpSpPr/>
          <p:nvPr/>
        </p:nvGrpSpPr>
        <p:grpSpPr>
          <a:xfrm>
            <a:off x="3188606" y="1615717"/>
            <a:ext cx="2766826" cy="2406017"/>
            <a:chOff x="778775" y="238125"/>
            <a:chExt cx="6020075" cy="5235025"/>
          </a:xfrm>
        </p:grpSpPr>
        <p:sp>
          <p:nvSpPr>
            <p:cNvPr id="707" name="Google Shape;707;p35"/>
            <p:cNvSpPr/>
            <p:nvPr/>
          </p:nvSpPr>
          <p:spPr>
            <a:xfrm>
              <a:off x="880950" y="921300"/>
              <a:ext cx="5815700" cy="4551850"/>
            </a:xfrm>
            <a:custGeom>
              <a:avLst/>
              <a:gdLst/>
              <a:ahLst/>
              <a:cxnLst/>
              <a:rect l="l" t="t" r="r" b="b"/>
              <a:pathLst>
                <a:path w="232628" h="182074" extrusionOk="0">
                  <a:moveTo>
                    <a:pt x="116314" y="1"/>
                  </a:moveTo>
                  <a:cubicBezTo>
                    <a:pt x="77422" y="1"/>
                    <a:pt x="38531" y="3054"/>
                    <a:pt x="0" y="9160"/>
                  </a:cubicBezTo>
                  <a:lnTo>
                    <a:pt x="0" y="182073"/>
                  </a:lnTo>
                  <a:cubicBezTo>
                    <a:pt x="38531" y="175967"/>
                    <a:pt x="77422" y="172914"/>
                    <a:pt x="116314" y="172914"/>
                  </a:cubicBezTo>
                  <a:cubicBezTo>
                    <a:pt x="155206" y="172914"/>
                    <a:pt x="194098" y="175967"/>
                    <a:pt x="232628" y="182073"/>
                  </a:cubicBezTo>
                  <a:lnTo>
                    <a:pt x="232628" y="9160"/>
                  </a:lnTo>
                  <a:cubicBezTo>
                    <a:pt x="194098" y="3054"/>
                    <a:pt x="155206" y="1"/>
                    <a:pt x="116314" y="1"/>
                  </a:cubicBezTo>
                  <a:close/>
                </a:path>
              </a:pathLst>
            </a:custGeom>
            <a:solidFill>
              <a:srgbClr val="B3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5"/>
            <p:cNvSpPr/>
            <p:nvPr/>
          </p:nvSpPr>
          <p:spPr>
            <a:xfrm>
              <a:off x="778775" y="238125"/>
              <a:ext cx="6020075" cy="4977075"/>
            </a:xfrm>
            <a:custGeom>
              <a:avLst/>
              <a:gdLst/>
              <a:ahLst/>
              <a:cxnLst/>
              <a:rect l="l" t="t" r="r" b="b"/>
              <a:pathLst>
                <a:path w="240803" h="199083" extrusionOk="0">
                  <a:moveTo>
                    <a:pt x="0" y="0"/>
                  </a:moveTo>
                  <a:lnTo>
                    <a:pt x="0" y="199082"/>
                  </a:lnTo>
                  <a:lnTo>
                    <a:pt x="240802" y="199082"/>
                  </a:lnTo>
                  <a:lnTo>
                    <a:pt x="240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5"/>
            <p:cNvSpPr/>
            <p:nvPr/>
          </p:nvSpPr>
          <p:spPr>
            <a:xfrm>
              <a:off x="1055400" y="454950"/>
              <a:ext cx="5465550" cy="3119100"/>
            </a:xfrm>
            <a:custGeom>
              <a:avLst/>
              <a:gdLst/>
              <a:ahLst/>
              <a:cxnLst/>
              <a:rect l="l" t="t" r="r" b="b"/>
              <a:pathLst>
                <a:path w="218622" h="124764" extrusionOk="0">
                  <a:moveTo>
                    <a:pt x="1" y="0"/>
                  </a:moveTo>
                  <a:lnTo>
                    <a:pt x="1" y="124763"/>
                  </a:lnTo>
                  <a:lnTo>
                    <a:pt x="218622" y="124763"/>
                  </a:lnTo>
                  <a:lnTo>
                    <a:pt x="218622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5"/>
            <p:cNvSpPr/>
            <p:nvPr/>
          </p:nvSpPr>
          <p:spPr>
            <a:xfrm>
              <a:off x="1170050" y="3102975"/>
              <a:ext cx="5237500" cy="51125"/>
            </a:xfrm>
            <a:custGeom>
              <a:avLst/>
              <a:gdLst/>
              <a:ahLst/>
              <a:cxnLst/>
              <a:rect l="l" t="t" r="r" b="b"/>
              <a:pathLst>
                <a:path w="209500" h="2045" extrusionOk="0">
                  <a:moveTo>
                    <a:pt x="0" y="1"/>
                  </a:moveTo>
                  <a:lnTo>
                    <a:pt x="0" y="2044"/>
                  </a:lnTo>
                  <a:lnTo>
                    <a:pt x="209500" y="2044"/>
                  </a:lnTo>
                  <a:lnTo>
                    <a:pt x="2095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5"/>
            <p:cNvSpPr/>
            <p:nvPr/>
          </p:nvSpPr>
          <p:spPr>
            <a:xfrm>
              <a:off x="1170050" y="3102975"/>
              <a:ext cx="3663650" cy="51125"/>
            </a:xfrm>
            <a:custGeom>
              <a:avLst/>
              <a:gdLst/>
              <a:ahLst/>
              <a:cxnLst/>
              <a:rect l="l" t="t" r="r" b="b"/>
              <a:pathLst>
                <a:path w="146546" h="2045" extrusionOk="0">
                  <a:moveTo>
                    <a:pt x="0" y="1"/>
                  </a:moveTo>
                  <a:lnTo>
                    <a:pt x="0" y="2044"/>
                  </a:lnTo>
                  <a:lnTo>
                    <a:pt x="146545" y="2044"/>
                  </a:lnTo>
                  <a:lnTo>
                    <a:pt x="1465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5"/>
            <p:cNvSpPr/>
            <p:nvPr/>
          </p:nvSpPr>
          <p:spPr>
            <a:xfrm>
              <a:off x="3305925" y="1273650"/>
              <a:ext cx="965775" cy="965775"/>
            </a:xfrm>
            <a:custGeom>
              <a:avLst/>
              <a:gdLst/>
              <a:ahLst/>
              <a:cxnLst/>
              <a:rect l="l" t="t" r="r" b="b"/>
              <a:pathLst>
                <a:path w="38631" h="38631" extrusionOk="0">
                  <a:moveTo>
                    <a:pt x="19290" y="1"/>
                  </a:moveTo>
                  <a:cubicBezTo>
                    <a:pt x="8623" y="1"/>
                    <a:pt x="0" y="8624"/>
                    <a:pt x="0" y="19341"/>
                  </a:cubicBezTo>
                  <a:cubicBezTo>
                    <a:pt x="0" y="30007"/>
                    <a:pt x="8623" y="38631"/>
                    <a:pt x="19290" y="38631"/>
                  </a:cubicBezTo>
                  <a:cubicBezTo>
                    <a:pt x="29957" y="38631"/>
                    <a:pt x="38630" y="30007"/>
                    <a:pt x="38630" y="19341"/>
                  </a:cubicBezTo>
                  <a:cubicBezTo>
                    <a:pt x="38630" y="8624"/>
                    <a:pt x="29957" y="1"/>
                    <a:pt x="19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5"/>
            <p:cNvSpPr/>
            <p:nvPr/>
          </p:nvSpPr>
          <p:spPr>
            <a:xfrm>
              <a:off x="3663550" y="1514150"/>
              <a:ext cx="397550" cy="458600"/>
            </a:xfrm>
            <a:custGeom>
              <a:avLst/>
              <a:gdLst/>
              <a:ahLst/>
              <a:cxnLst/>
              <a:rect l="l" t="t" r="r" b="b"/>
              <a:pathLst>
                <a:path w="15902" h="18344" extrusionOk="0">
                  <a:moveTo>
                    <a:pt x="1" y="1"/>
                  </a:moveTo>
                  <a:lnTo>
                    <a:pt x="1" y="18344"/>
                  </a:lnTo>
                  <a:lnTo>
                    <a:pt x="15901" y="917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5"/>
            <p:cNvSpPr/>
            <p:nvPr/>
          </p:nvSpPr>
          <p:spPr>
            <a:xfrm>
              <a:off x="4743950" y="3038175"/>
              <a:ext cx="180725" cy="180725"/>
            </a:xfrm>
            <a:custGeom>
              <a:avLst/>
              <a:gdLst/>
              <a:ahLst/>
              <a:cxnLst/>
              <a:rect l="l" t="t" r="r" b="b"/>
              <a:pathLst>
                <a:path w="7229" h="7229" extrusionOk="0">
                  <a:moveTo>
                    <a:pt x="3589" y="1"/>
                  </a:moveTo>
                  <a:cubicBezTo>
                    <a:pt x="1596" y="1"/>
                    <a:pt x="1" y="1596"/>
                    <a:pt x="1" y="3589"/>
                  </a:cubicBezTo>
                  <a:cubicBezTo>
                    <a:pt x="1" y="5583"/>
                    <a:pt x="1596" y="7228"/>
                    <a:pt x="3589" y="7228"/>
                  </a:cubicBezTo>
                  <a:cubicBezTo>
                    <a:pt x="5583" y="7228"/>
                    <a:pt x="7228" y="5583"/>
                    <a:pt x="7228" y="3589"/>
                  </a:cubicBezTo>
                  <a:cubicBezTo>
                    <a:pt x="7228" y="1596"/>
                    <a:pt x="5583" y="1"/>
                    <a:pt x="35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5"/>
            <p:cNvSpPr/>
            <p:nvPr/>
          </p:nvSpPr>
          <p:spPr>
            <a:xfrm>
              <a:off x="1055400" y="3742250"/>
              <a:ext cx="1588850" cy="194425"/>
            </a:xfrm>
            <a:custGeom>
              <a:avLst/>
              <a:gdLst/>
              <a:ahLst/>
              <a:cxnLst/>
              <a:rect l="l" t="t" r="r" b="b"/>
              <a:pathLst>
                <a:path w="63554" h="7777" extrusionOk="0">
                  <a:moveTo>
                    <a:pt x="1" y="0"/>
                  </a:moveTo>
                  <a:lnTo>
                    <a:pt x="1" y="7776"/>
                  </a:lnTo>
                  <a:lnTo>
                    <a:pt x="63553" y="7776"/>
                  </a:lnTo>
                  <a:lnTo>
                    <a:pt x="635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/>
            <p:cNvSpPr/>
            <p:nvPr/>
          </p:nvSpPr>
          <p:spPr>
            <a:xfrm>
              <a:off x="1055400" y="4038825"/>
              <a:ext cx="3302275" cy="97225"/>
            </a:xfrm>
            <a:custGeom>
              <a:avLst/>
              <a:gdLst/>
              <a:ahLst/>
              <a:cxnLst/>
              <a:rect l="l" t="t" r="r" b="b"/>
              <a:pathLst>
                <a:path w="132091" h="3889" extrusionOk="0">
                  <a:moveTo>
                    <a:pt x="1" y="0"/>
                  </a:moveTo>
                  <a:lnTo>
                    <a:pt x="1" y="3888"/>
                  </a:lnTo>
                  <a:lnTo>
                    <a:pt x="132090" y="3888"/>
                  </a:lnTo>
                  <a:lnTo>
                    <a:pt x="132090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5"/>
            <p:cNvSpPr/>
            <p:nvPr/>
          </p:nvSpPr>
          <p:spPr>
            <a:xfrm>
              <a:off x="1055400" y="4202075"/>
              <a:ext cx="3302275" cy="97225"/>
            </a:xfrm>
            <a:custGeom>
              <a:avLst/>
              <a:gdLst/>
              <a:ahLst/>
              <a:cxnLst/>
              <a:rect l="l" t="t" r="r" b="b"/>
              <a:pathLst>
                <a:path w="132091" h="3889" extrusionOk="0">
                  <a:moveTo>
                    <a:pt x="1" y="0"/>
                  </a:moveTo>
                  <a:lnTo>
                    <a:pt x="1" y="3888"/>
                  </a:lnTo>
                  <a:lnTo>
                    <a:pt x="132090" y="3888"/>
                  </a:lnTo>
                  <a:lnTo>
                    <a:pt x="132090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5"/>
            <p:cNvSpPr/>
            <p:nvPr/>
          </p:nvSpPr>
          <p:spPr>
            <a:xfrm>
              <a:off x="1748250" y="4582150"/>
              <a:ext cx="958300" cy="97200"/>
            </a:xfrm>
            <a:custGeom>
              <a:avLst/>
              <a:gdLst/>
              <a:ahLst/>
              <a:cxnLst/>
              <a:rect l="l" t="t" r="r" b="b"/>
              <a:pathLst>
                <a:path w="38332" h="3888" extrusionOk="0">
                  <a:moveTo>
                    <a:pt x="1" y="0"/>
                  </a:moveTo>
                  <a:lnTo>
                    <a:pt x="1" y="3888"/>
                  </a:lnTo>
                  <a:lnTo>
                    <a:pt x="38332" y="3888"/>
                  </a:lnTo>
                  <a:lnTo>
                    <a:pt x="38332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5"/>
            <p:cNvSpPr/>
            <p:nvPr/>
          </p:nvSpPr>
          <p:spPr>
            <a:xfrm>
              <a:off x="4933350" y="4645700"/>
              <a:ext cx="1587600" cy="366375"/>
            </a:xfrm>
            <a:custGeom>
              <a:avLst/>
              <a:gdLst/>
              <a:ahLst/>
              <a:cxnLst/>
              <a:rect l="l" t="t" r="r" b="b"/>
              <a:pathLst>
                <a:path w="63504" h="14655" extrusionOk="0">
                  <a:moveTo>
                    <a:pt x="3141" y="0"/>
                  </a:moveTo>
                  <a:cubicBezTo>
                    <a:pt x="1397" y="0"/>
                    <a:pt x="1" y="1396"/>
                    <a:pt x="1" y="3140"/>
                  </a:cubicBezTo>
                  <a:lnTo>
                    <a:pt x="1" y="11564"/>
                  </a:lnTo>
                  <a:cubicBezTo>
                    <a:pt x="1" y="13259"/>
                    <a:pt x="1397" y="14655"/>
                    <a:pt x="3141" y="14655"/>
                  </a:cubicBezTo>
                  <a:lnTo>
                    <a:pt x="60413" y="14655"/>
                  </a:lnTo>
                  <a:cubicBezTo>
                    <a:pt x="62108" y="14655"/>
                    <a:pt x="63504" y="13259"/>
                    <a:pt x="63504" y="11564"/>
                  </a:cubicBezTo>
                  <a:lnTo>
                    <a:pt x="63504" y="3140"/>
                  </a:lnTo>
                  <a:cubicBezTo>
                    <a:pt x="63504" y="1396"/>
                    <a:pt x="62108" y="0"/>
                    <a:pt x="60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5"/>
            <p:cNvSpPr/>
            <p:nvPr/>
          </p:nvSpPr>
          <p:spPr>
            <a:xfrm>
              <a:off x="5218725" y="4772800"/>
              <a:ext cx="97225" cy="123400"/>
            </a:xfrm>
            <a:custGeom>
              <a:avLst/>
              <a:gdLst/>
              <a:ahLst/>
              <a:cxnLst/>
              <a:rect l="l" t="t" r="r" b="b"/>
              <a:pathLst>
                <a:path w="3889" h="4936" extrusionOk="0">
                  <a:moveTo>
                    <a:pt x="2094" y="0"/>
                  </a:moveTo>
                  <a:cubicBezTo>
                    <a:pt x="1745" y="0"/>
                    <a:pt x="1446" y="50"/>
                    <a:pt x="1147" y="200"/>
                  </a:cubicBezTo>
                  <a:cubicBezTo>
                    <a:pt x="898" y="299"/>
                    <a:pt x="698" y="449"/>
                    <a:pt x="549" y="648"/>
                  </a:cubicBezTo>
                  <a:cubicBezTo>
                    <a:pt x="399" y="848"/>
                    <a:pt x="300" y="1097"/>
                    <a:pt x="300" y="1396"/>
                  </a:cubicBezTo>
                  <a:cubicBezTo>
                    <a:pt x="300" y="1695"/>
                    <a:pt x="399" y="1944"/>
                    <a:pt x="549" y="2144"/>
                  </a:cubicBezTo>
                  <a:cubicBezTo>
                    <a:pt x="698" y="2293"/>
                    <a:pt x="848" y="2443"/>
                    <a:pt x="1047" y="2542"/>
                  </a:cubicBezTo>
                  <a:cubicBezTo>
                    <a:pt x="1247" y="2642"/>
                    <a:pt x="1546" y="2742"/>
                    <a:pt x="1845" y="2792"/>
                  </a:cubicBezTo>
                  <a:cubicBezTo>
                    <a:pt x="2094" y="2891"/>
                    <a:pt x="2293" y="2941"/>
                    <a:pt x="2393" y="2991"/>
                  </a:cubicBezTo>
                  <a:cubicBezTo>
                    <a:pt x="2543" y="3041"/>
                    <a:pt x="2642" y="3141"/>
                    <a:pt x="2742" y="3240"/>
                  </a:cubicBezTo>
                  <a:cubicBezTo>
                    <a:pt x="2842" y="3290"/>
                    <a:pt x="2892" y="3440"/>
                    <a:pt x="2892" y="3539"/>
                  </a:cubicBezTo>
                  <a:cubicBezTo>
                    <a:pt x="2892" y="3739"/>
                    <a:pt x="2792" y="3838"/>
                    <a:pt x="2642" y="3938"/>
                  </a:cubicBezTo>
                  <a:cubicBezTo>
                    <a:pt x="2543" y="4038"/>
                    <a:pt x="2343" y="4088"/>
                    <a:pt x="2044" y="4088"/>
                  </a:cubicBezTo>
                  <a:cubicBezTo>
                    <a:pt x="1795" y="4088"/>
                    <a:pt x="1546" y="4038"/>
                    <a:pt x="1197" y="3888"/>
                  </a:cubicBezTo>
                  <a:cubicBezTo>
                    <a:pt x="898" y="3789"/>
                    <a:pt x="649" y="3589"/>
                    <a:pt x="399" y="3390"/>
                  </a:cubicBezTo>
                  <a:lnTo>
                    <a:pt x="1" y="4187"/>
                  </a:lnTo>
                  <a:cubicBezTo>
                    <a:pt x="300" y="4387"/>
                    <a:pt x="599" y="4586"/>
                    <a:pt x="948" y="4736"/>
                  </a:cubicBezTo>
                  <a:cubicBezTo>
                    <a:pt x="1297" y="4885"/>
                    <a:pt x="1695" y="4935"/>
                    <a:pt x="2044" y="4935"/>
                  </a:cubicBezTo>
                  <a:cubicBezTo>
                    <a:pt x="2393" y="4935"/>
                    <a:pt x="2742" y="4885"/>
                    <a:pt x="2991" y="4786"/>
                  </a:cubicBezTo>
                  <a:cubicBezTo>
                    <a:pt x="3290" y="4636"/>
                    <a:pt x="3490" y="4486"/>
                    <a:pt x="3639" y="4287"/>
                  </a:cubicBezTo>
                  <a:cubicBezTo>
                    <a:pt x="3789" y="4038"/>
                    <a:pt x="3888" y="3789"/>
                    <a:pt x="3888" y="3490"/>
                  </a:cubicBezTo>
                  <a:cubicBezTo>
                    <a:pt x="3888" y="3190"/>
                    <a:pt x="3789" y="2941"/>
                    <a:pt x="3689" y="2742"/>
                  </a:cubicBezTo>
                  <a:cubicBezTo>
                    <a:pt x="3540" y="2592"/>
                    <a:pt x="3340" y="2443"/>
                    <a:pt x="3141" y="2343"/>
                  </a:cubicBezTo>
                  <a:cubicBezTo>
                    <a:pt x="2941" y="2243"/>
                    <a:pt x="2642" y="2144"/>
                    <a:pt x="2343" y="2044"/>
                  </a:cubicBezTo>
                  <a:cubicBezTo>
                    <a:pt x="2094" y="1994"/>
                    <a:pt x="1895" y="1894"/>
                    <a:pt x="1795" y="1845"/>
                  </a:cubicBezTo>
                  <a:cubicBezTo>
                    <a:pt x="1645" y="1795"/>
                    <a:pt x="1546" y="1745"/>
                    <a:pt x="1446" y="1645"/>
                  </a:cubicBezTo>
                  <a:cubicBezTo>
                    <a:pt x="1346" y="1546"/>
                    <a:pt x="1297" y="1446"/>
                    <a:pt x="1297" y="1296"/>
                  </a:cubicBezTo>
                  <a:cubicBezTo>
                    <a:pt x="1297" y="1147"/>
                    <a:pt x="1396" y="1047"/>
                    <a:pt x="1496" y="947"/>
                  </a:cubicBezTo>
                  <a:cubicBezTo>
                    <a:pt x="1645" y="898"/>
                    <a:pt x="1795" y="848"/>
                    <a:pt x="2044" y="848"/>
                  </a:cubicBezTo>
                  <a:cubicBezTo>
                    <a:pt x="2244" y="848"/>
                    <a:pt x="2443" y="898"/>
                    <a:pt x="2692" y="947"/>
                  </a:cubicBezTo>
                  <a:cubicBezTo>
                    <a:pt x="2991" y="1047"/>
                    <a:pt x="3240" y="1147"/>
                    <a:pt x="3490" y="1296"/>
                  </a:cubicBezTo>
                  <a:lnTo>
                    <a:pt x="3839" y="499"/>
                  </a:lnTo>
                  <a:cubicBezTo>
                    <a:pt x="3589" y="349"/>
                    <a:pt x="3340" y="250"/>
                    <a:pt x="3041" y="150"/>
                  </a:cubicBezTo>
                  <a:cubicBezTo>
                    <a:pt x="2742" y="50"/>
                    <a:pt x="2393" y="0"/>
                    <a:pt x="2094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5"/>
            <p:cNvSpPr/>
            <p:nvPr/>
          </p:nvSpPr>
          <p:spPr>
            <a:xfrm>
              <a:off x="5335850" y="4775300"/>
              <a:ext cx="104700" cy="120900"/>
            </a:xfrm>
            <a:custGeom>
              <a:avLst/>
              <a:gdLst/>
              <a:ahLst/>
              <a:cxnLst/>
              <a:rect l="l" t="t" r="r" b="b"/>
              <a:pathLst>
                <a:path w="4188" h="4836" extrusionOk="0">
                  <a:moveTo>
                    <a:pt x="1" y="0"/>
                  </a:moveTo>
                  <a:lnTo>
                    <a:pt x="1" y="2791"/>
                  </a:lnTo>
                  <a:cubicBezTo>
                    <a:pt x="1" y="3240"/>
                    <a:pt x="51" y="3589"/>
                    <a:pt x="250" y="3888"/>
                  </a:cubicBezTo>
                  <a:cubicBezTo>
                    <a:pt x="400" y="4187"/>
                    <a:pt x="649" y="4436"/>
                    <a:pt x="948" y="4586"/>
                  </a:cubicBezTo>
                  <a:cubicBezTo>
                    <a:pt x="1297" y="4785"/>
                    <a:pt x="1646" y="4835"/>
                    <a:pt x="2094" y="4835"/>
                  </a:cubicBezTo>
                  <a:cubicBezTo>
                    <a:pt x="2493" y="4835"/>
                    <a:pt x="2892" y="4785"/>
                    <a:pt x="3191" y="4586"/>
                  </a:cubicBezTo>
                  <a:cubicBezTo>
                    <a:pt x="3490" y="4436"/>
                    <a:pt x="3739" y="4187"/>
                    <a:pt x="3939" y="3888"/>
                  </a:cubicBezTo>
                  <a:cubicBezTo>
                    <a:pt x="4088" y="3589"/>
                    <a:pt x="4188" y="3240"/>
                    <a:pt x="4188" y="2791"/>
                  </a:cubicBezTo>
                  <a:lnTo>
                    <a:pt x="4188" y="0"/>
                  </a:lnTo>
                  <a:lnTo>
                    <a:pt x="3241" y="0"/>
                  </a:lnTo>
                  <a:lnTo>
                    <a:pt x="3241" y="2791"/>
                  </a:lnTo>
                  <a:cubicBezTo>
                    <a:pt x="3241" y="3190"/>
                    <a:pt x="3141" y="3489"/>
                    <a:pt x="2942" y="3689"/>
                  </a:cubicBezTo>
                  <a:cubicBezTo>
                    <a:pt x="2742" y="3888"/>
                    <a:pt x="2443" y="4038"/>
                    <a:pt x="2094" y="4038"/>
                  </a:cubicBezTo>
                  <a:cubicBezTo>
                    <a:pt x="1746" y="4038"/>
                    <a:pt x="1446" y="3888"/>
                    <a:pt x="1247" y="3689"/>
                  </a:cubicBezTo>
                  <a:cubicBezTo>
                    <a:pt x="998" y="3489"/>
                    <a:pt x="898" y="3190"/>
                    <a:pt x="898" y="2791"/>
                  </a:cubicBezTo>
                  <a:lnTo>
                    <a:pt x="898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5"/>
            <p:cNvSpPr/>
            <p:nvPr/>
          </p:nvSpPr>
          <p:spPr>
            <a:xfrm>
              <a:off x="5466700" y="4775300"/>
              <a:ext cx="99725" cy="119650"/>
            </a:xfrm>
            <a:custGeom>
              <a:avLst/>
              <a:gdLst/>
              <a:ahLst/>
              <a:cxnLst/>
              <a:rect l="l" t="t" r="r" b="b"/>
              <a:pathLst>
                <a:path w="3989" h="4786" extrusionOk="0">
                  <a:moveTo>
                    <a:pt x="2283" y="778"/>
                  </a:moveTo>
                  <a:cubicBezTo>
                    <a:pt x="2443" y="778"/>
                    <a:pt x="2570" y="824"/>
                    <a:pt x="2643" y="897"/>
                  </a:cubicBezTo>
                  <a:cubicBezTo>
                    <a:pt x="2792" y="997"/>
                    <a:pt x="2892" y="1146"/>
                    <a:pt x="2892" y="1346"/>
                  </a:cubicBezTo>
                  <a:cubicBezTo>
                    <a:pt x="2892" y="1545"/>
                    <a:pt x="2792" y="1695"/>
                    <a:pt x="2643" y="1794"/>
                  </a:cubicBezTo>
                  <a:cubicBezTo>
                    <a:pt x="2543" y="1894"/>
                    <a:pt x="2343" y="1944"/>
                    <a:pt x="2094" y="1944"/>
                  </a:cubicBezTo>
                  <a:lnTo>
                    <a:pt x="948" y="1944"/>
                  </a:lnTo>
                  <a:lnTo>
                    <a:pt x="948" y="798"/>
                  </a:lnTo>
                  <a:lnTo>
                    <a:pt x="2094" y="798"/>
                  </a:lnTo>
                  <a:cubicBezTo>
                    <a:pt x="2161" y="784"/>
                    <a:pt x="2224" y="778"/>
                    <a:pt x="2283" y="778"/>
                  </a:cubicBezTo>
                  <a:close/>
                  <a:moveTo>
                    <a:pt x="2094" y="2692"/>
                  </a:moveTo>
                  <a:cubicBezTo>
                    <a:pt x="2393" y="2692"/>
                    <a:pt x="2643" y="2742"/>
                    <a:pt x="2792" y="2891"/>
                  </a:cubicBezTo>
                  <a:cubicBezTo>
                    <a:pt x="2942" y="2991"/>
                    <a:pt x="3041" y="3140"/>
                    <a:pt x="3041" y="3340"/>
                  </a:cubicBezTo>
                  <a:cubicBezTo>
                    <a:pt x="3041" y="3539"/>
                    <a:pt x="2942" y="3689"/>
                    <a:pt x="2792" y="3838"/>
                  </a:cubicBezTo>
                  <a:cubicBezTo>
                    <a:pt x="2643" y="3938"/>
                    <a:pt x="2393" y="3988"/>
                    <a:pt x="2094" y="3988"/>
                  </a:cubicBezTo>
                  <a:lnTo>
                    <a:pt x="948" y="3988"/>
                  </a:lnTo>
                  <a:lnTo>
                    <a:pt x="948" y="2692"/>
                  </a:lnTo>
                  <a:close/>
                  <a:moveTo>
                    <a:pt x="1" y="0"/>
                  </a:moveTo>
                  <a:lnTo>
                    <a:pt x="1" y="4785"/>
                  </a:lnTo>
                  <a:lnTo>
                    <a:pt x="2194" y="4785"/>
                  </a:lnTo>
                  <a:cubicBezTo>
                    <a:pt x="2742" y="4785"/>
                    <a:pt x="3191" y="4686"/>
                    <a:pt x="3490" y="4436"/>
                  </a:cubicBezTo>
                  <a:cubicBezTo>
                    <a:pt x="3839" y="4187"/>
                    <a:pt x="3988" y="3888"/>
                    <a:pt x="3988" y="3439"/>
                  </a:cubicBezTo>
                  <a:cubicBezTo>
                    <a:pt x="3988" y="3140"/>
                    <a:pt x="3889" y="2891"/>
                    <a:pt x="3739" y="2642"/>
                  </a:cubicBezTo>
                  <a:cubicBezTo>
                    <a:pt x="3540" y="2442"/>
                    <a:pt x="3291" y="2293"/>
                    <a:pt x="2991" y="2243"/>
                  </a:cubicBezTo>
                  <a:cubicBezTo>
                    <a:pt x="3241" y="2193"/>
                    <a:pt x="3440" y="2044"/>
                    <a:pt x="3590" y="1844"/>
                  </a:cubicBezTo>
                  <a:cubicBezTo>
                    <a:pt x="3739" y="1695"/>
                    <a:pt x="3789" y="1446"/>
                    <a:pt x="3789" y="1196"/>
                  </a:cubicBezTo>
                  <a:cubicBezTo>
                    <a:pt x="3789" y="798"/>
                    <a:pt x="3639" y="499"/>
                    <a:pt x="3340" y="299"/>
                  </a:cubicBezTo>
                  <a:cubicBezTo>
                    <a:pt x="3091" y="100"/>
                    <a:pt x="2692" y="0"/>
                    <a:pt x="2144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5"/>
            <p:cNvSpPr/>
            <p:nvPr/>
          </p:nvSpPr>
          <p:spPr>
            <a:xfrm>
              <a:off x="5577600" y="4772800"/>
              <a:ext cx="97225" cy="123400"/>
            </a:xfrm>
            <a:custGeom>
              <a:avLst/>
              <a:gdLst/>
              <a:ahLst/>
              <a:cxnLst/>
              <a:rect l="l" t="t" r="r" b="b"/>
              <a:pathLst>
                <a:path w="3889" h="4936" extrusionOk="0">
                  <a:moveTo>
                    <a:pt x="2094" y="0"/>
                  </a:moveTo>
                  <a:cubicBezTo>
                    <a:pt x="1746" y="0"/>
                    <a:pt x="1446" y="50"/>
                    <a:pt x="1147" y="200"/>
                  </a:cubicBezTo>
                  <a:cubicBezTo>
                    <a:pt x="898" y="299"/>
                    <a:pt x="699" y="449"/>
                    <a:pt x="499" y="648"/>
                  </a:cubicBezTo>
                  <a:cubicBezTo>
                    <a:pt x="400" y="848"/>
                    <a:pt x="300" y="1097"/>
                    <a:pt x="300" y="1396"/>
                  </a:cubicBezTo>
                  <a:cubicBezTo>
                    <a:pt x="300" y="1695"/>
                    <a:pt x="400" y="1944"/>
                    <a:pt x="499" y="2144"/>
                  </a:cubicBezTo>
                  <a:cubicBezTo>
                    <a:pt x="649" y="2293"/>
                    <a:pt x="848" y="2443"/>
                    <a:pt x="1048" y="2542"/>
                  </a:cubicBezTo>
                  <a:cubicBezTo>
                    <a:pt x="1247" y="2642"/>
                    <a:pt x="1546" y="2742"/>
                    <a:pt x="1845" y="2792"/>
                  </a:cubicBezTo>
                  <a:cubicBezTo>
                    <a:pt x="2094" y="2891"/>
                    <a:pt x="2294" y="2941"/>
                    <a:pt x="2394" y="2991"/>
                  </a:cubicBezTo>
                  <a:cubicBezTo>
                    <a:pt x="2543" y="3041"/>
                    <a:pt x="2643" y="3141"/>
                    <a:pt x="2742" y="3240"/>
                  </a:cubicBezTo>
                  <a:cubicBezTo>
                    <a:pt x="2842" y="3290"/>
                    <a:pt x="2892" y="3440"/>
                    <a:pt x="2892" y="3539"/>
                  </a:cubicBezTo>
                  <a:cubicBezTo>
                    <a:pt x="2892" y="3739"/>
                    <a:pt x="2792" y="3838"/>
                    <a:pt x="2643" y="3938"/>
                  </a:cubicBezTo>
                  <a:cubicBezTo>
                    <a:pt x="2493" y="4038"/>
                    <a:pt x="2294" y="4088"/>
                    <a:pt x="2045" y="4088"/>
                  </a:cubicBezTo>
                  <a:cubicBezTo>
                    <a:pt x="1795" y="4088"/>
                    <a:pt x="1496" y="4038"/>
                    <a:pt x="1197" y="3888"/>
                  </a:cubicBezTo>
                  <a:cubicBezTo>
                    <a:pt x="898" y="3789"/>
                    <a:pt x="649" y="3589"/>
                    <a:pt x="400" y="3390"/>
                  </a:cubicBezTo>
                  <a:lnTo>
                    <a:pt x="1" y="4187"/>
                  </a:lnTo>
                  <a:cubicBezTo>
                    <a:pt x="300" y="4387"/>
                    <a:pt x="599" y="4586"/>
                    <a:pt x="948" y="4736"/>
                  </a:cubicBezTo>
                  <a:cubicBezTo>
                    <a:pt x="1297" y="4885"/>
                    <a:pt x="1646" y="4935"/>
                    <a:pt x="2045" y="4935"/>
                  </a:cubicBezTo>
                  <a:cubicBezTo>
                    <a:pt x="2394" y="4935"/>
                    <a:pt x="2693" y="4885"/>
                    <a:pt x="2992" y="4786"/>
                  </a:cubicBezTo>
                  <a:cubicBezTo>
                    <a:pt x="3291" y="4636"/>
                    <a:pt x="3490" y="4486"/>
                    <a:pt x="3640" y="4287"/>
                  </a:cubicBezTo>
                  <a:cubicBezTo>
                    <a:pt x="3789" y="4038"/>
                    <a:pt x="3889" y="3789"/>
                    <a:pt x="3889" y="3490"/>
                  </a:cubicBezTo>
                  <a:cubicBezTo>
                    <a:pt x="3889" y="3190"/>
                    <a:pt x="3789" y="2941"/>
                    <a:pt x="3640" y="2742"/>
                  </a:cubicBezTo>
                  <a:cubicBezTo>
                    <a:pt x="3540" y="2592"/>
                    <a:pt x="3341" y="2443"/>
                    <a:pt x="3141" y="2343"/>
                  </a:cubicBezTo>
                  <a:cubicBezTo>
                    <a:pt x="2942" y="2243"/>
                    <a:pt x="2643" y="2144"/>
                    <a:pt x="2344" y="2044"/>
                  </a:cubicBezTo>
                  <a:cubicBezTo>
                    <a:pt x="2094" y="1994"/>
                    <a:pt x="1895" y="1894"/>
                    <a:pt x="1795" y="1845"/>
                  </a:cubicBezTo>
                  <a:cubicBezTo>
                    <a:pt x="1646" y="1795"/>
                    <a:pt x="1546" y="1745"/>
                    <a:pt x="1446" y="1645"/>
                  </a:cubicBezTo>
                  <a:cubicBezTo>
                    <a:pt x="1347" y="1546"/>
                    <a:pt x="1297" y="1446"/>
                    <a:pt x="1297" y="1296"/>
                  </a:cubicBezTo>
                  <a:cubicBezTo>
                    <a:pt x="1297" y="1147"/>
                    <a:pt x="1397" y="1047"/>
                    <a:pt x="1496" y="947"/>
                  </a:cubicBezTo>
                  <a:cubicBezTo>
                    <a:pt x="1646" y="898"/>
                    <a:pt x="1795" y="848"/>
                    <a:pt x="2045" y="848"/>
                  </a:cubicBezTo>
                  <a:cubicBezTo>
                    <a:pt x="2244" y="848"/>
                    <a:pt x="2443" y="898"/>
                    <a:pt x="2693" y="947"/>
                  </a:cubicBezTo>
                  <a:cubicBezTo>
                    <a:pt x="2942" y="1047"/>
                    <a:pt x="3241" y="1147"/>
                    <a:pt x="3440" y="1296"/>
                  </a:cubicBezTo>
                  <a:lnTo>
                    <a:pt x="3839" y="499"/>
                  </a:lnTo>
                  <a:cubicBezTo>
                    <a:pt x="3590" y="349"/>
                    <a:pt x="3341" y="250"/>
                    <a:pt x="3042" y="150"/>
                  </a:cubicBezTo>
                  <a:cubicBezTo>
                    <a:pt x="2693" y="50"/>
                    <a:pt x="2394" y="0"/>
                    <a:pt x="2094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5"/>
            <p:cNvSpPr/>
            <p:nvPr/>
          </p:nvSpPr>
          <p:spPr>
            <a:xfrm>
              <a:off x="5687275" y="4772800"/>
              <a:ext cx="109675" cy="123400"/>
            </a:xfrm>
            <a:custGeom>
              <a:avLst/>
              <a:gdLst/>
              <a:ahLst/>
              <a:cxnLst/>
              <a:rect l="l" t="t" r="r" b="b"/>
              <a:pathLst>
                <a:path w="4387" h="4936" extrusionOk="0">
                  <a:moveTo>
                    <a:pt x="2542" y="0"/>
                  </a:moveTo>
                  <a:cubicBezTo>
                    <a:pt x="2044" y="0"/>
                    <a:pt x="1645" y="150"/>
                    <a:pt x="1246" y="349"/>
                  </a:cubicBezTo>
                  <a:cubicBezTo>
                    <a:pt x="848" y="549"/>
                    <a:pt x="549" y="848"/>
                    <a:pt x="349" y="1246"/>
                  </a:cubicBezTo>
                  <a:cubicBezTo>
                    <a:pt x="100" y="1595"/>
                    <a:pt x="0" y="1994"/>
                    <a:pt x="0" y="2493"/>
                  </a:cubicBezTo>
                  <a:cubicBezTo>
                    <a:pt x="0" y="2941"/>
                    <a:pt x="100" y="3340"/>
                    <a:pt x="299" y="3739"/>
                  </a:cubicBezTo>
                  <a:cubicBezTo>
                    <a:pt x="549" y="4088"/>
                    <a:pt x="848" y="4387"/>
                    <a:pt x="1246" y="4636"/>
                  </a:cubicBezTo>
                  <a:cubicBezTo>
                    <a:pt x="1595" y="4835"/>
                    <a:pt x="2044" y="4935"/>
                    <a:pt x="2493" y="4935"/>
                  </a:cubicBezTo>
                  <a:cubicBezTo>
                    <a:pt x="2842" y="4935"/>
                    <a:pt x="3190" y="4885"/>
                    <a:pt x="3489" y="4736"/>
                  </a:cubicBezTo>
                  <a:cubicBezTo>
                    <a:pt x="3838" y="4586"/>
                    <a:pt x="4137" y="4387"/>
                    <a:pt x="4387" y="4138"/>
                  </a:cubicBezTo>
                  <a:lnTo>
                    <a:pt x="3838" y="3539"/>
                  </a:lnTo>
                  <a:cubicBezTo>
                    <a:pt x="3689" y="3689"/>
                    <a:pt x="3440" y="3838"/>
                    <a:pt x="3240" y="3938"/>
                  </a:cubicBezTo>
                  <a:cubicBezTo>
                    <a:pt x="2991" y="4038"/>
                    <a:pt x="2792" y="4088"/>
                    <a:pt x="2542" y="4088"/>
                  </a:cubicBezTo>
                  <a:cubicBezTo>
                    <a:pt x="2243" y="4088"/>
                    <a:pt x="1994" y="4038"/>
                    <a:pt x="1745" y="3888"/>
                  </a:cubicBezTo>
                  <a:cubicBezTo>
                    <a:pt x="1496" y="3739"/>
                    <a:pt x="1296" y="3539"/>
                    <a:pt x="1147" y="3290"/>
                  </a:cubicBezTo>
                  <a:cubicBezTo>
                    <a:pt x="997" y="3041"/>
                    <a:pt x="947" y="2742"/>
                    <a:pt x="947" y="2443"/>
                  </a:cubicBezTo>
                  <a:cubicBezTo>
                    <a:pt x="947" y="2144"/>
                    <a:pt x="997" y="1894"/>
                    <a:pt x="1147" y="1645"/>
                  </a:cubicBezTo>
                  <a:cubicBezTo>
                    <a:pt x="1296" y="1396"/>
                    <a:pt x="1496" y="1197"/>
                    <a:pt x="1745" y="1047"/>
                  </a:cubicBezTo>
                  <a:cubicBezTo>
                    <a:pt x="1994" y="898"/>
                    <a:pt x="2243" y="848"/>
                    <a:pt x="2542" y="848"/>
                  </a:cubicBezTo>
                  <a:cubicBezTo>
                    <a:pt x="2792" y="848"/>
                    <a:pt x="2991" y="898"/>
                    <a:pt x="3240" y="997"/>
                  </a:cubicBezTo>
                  <a:cubicBezTo>
                    <a:pt x="3489" y="1097"/>
                    <a:pt x="3689" y="1246"/>
                    <a:pt x="3838" y="1446"/>
                  </a:cubicBezTo>
                  <a:lnTo>
                    <a:pt x="4387" y="798"/>
                  </a:lnTo>
                  <a:cubicBezTo>
                    <a:pt x="4137" y="549"/>
                    <a:pt x="3888" y="349"/>
                    <a:pt x="3539" y="250"/>
                  </a:cubicBezTo>
                  <a:cubicBezTo>
                    <a:pt x="3190" y="100"/>
                    <a:pt x="2891" y="0"/>
                    <a:pt x="2542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5"/>
            <p:cNvSpPr/>
            <p:nvPr/>
          </p:nvSpPr>
          <p:spPr>
            <a:xfrm>
              <a:off x="5815625" y="4775300"/>
              <a:ext cx="100950" cy="119650"/>
            </a:xfrm>
            <a:custGeom>
              <a:avLst/>
              <a:gdLst/>
              <a:ahLst/>
              <a:cxnLst/>
              <a:rect l="l" t="t" r="r" b="b"/>
              <a:pathLst>
                <a:path w="4038" h="4786" extrusionOk="0">
                  <a:moveTo>
                    <a:pt x="1994" y="798"/>
                  </a:moveTo>
                  <a:cubicBezTo>
                    <a:pt x="2343" y="798"/>
                    <a:pt x="2592" y="847"/>
                    <a:pt x="2792" y="997"/>
                  </a:cubicBezTo>
                  <a:cubicBezTo>
                    <a:pt x="2991" y="1146"/>
                    <a:pt x="3091" y="1346"/>
                    <a:pt x="3091" y="1645"/>
                  </a:cubicBezTo>
                  <a:cubicBezTo>
                    <a:pt x="3091" y="1944"/>
                    <a:pt x="2991" y="2193"/>
                    <a:pt x="2792" y="2343"/>
                  </a:cubicBezTo>
                  <a:cubicBezTo>
                    <a:pt x="2592" y="2492"/>
                    <a:pt x="2343" y="2542"/>
                    <a:pt x="1994" y="2542"/>
                  </a:cubicBezTo>
                  <a:lnTo>
                    <a:pt x="898" y="2542"/>
                  </a:lnTo>
                  <a:lnTo>
                    <a:pt x="898" y="798"/>
                  </a:lnTo>
                  <a:close/>
                  <a:moveTo>
                    <a:pt x="0" y="0"/>
                  </a:moveTo>
                  <a:lnTo>
                    <a:pt x="0" y="4785"/>
                  </a:lnTo>
                  <a:lnTo>
                    <a:pt x="898" y="4785"/>
                  </a:lnTo>
                  <a:lnTo>
                    <a:pt x="898" y="3390"/>
                  </a:lnTo>
                  <a:lnTo>
                    <a:pt x="1994" y="3390"/>
                  </a:lnTo>
                  <a:cubicBezTo>
                    <a:pt x="2094" y="3390"/>
                    <a:pt x="2144" y="3390"/>
                    <a:pt x="2194" y="3340"/>
                  </a:cubicBezTo>
                  <a:lnTo>
                    <a:pt x="2991" y="4785"/>
                  </a:lnTo>
                  <a:lnTo>
                    <a:pt x="4038" y="4785"/>
                  </a:lnTo>
                  <a:lnTo>
                    <a:pt x="2991" y="3190"/>
                  </a:lnTo>
                  <a:cubicBezTo>
                    <a:pt x="3290" y="3041"/>
                    <a:pt x="3539" y="2841"/>
                    <a:pt x="3689" y="2592"/>
                  </a:cubicBezTo>
                  <a:cubicBezTo>
                    <a:pt x="3888" y="2343"/>
                    <a:pt x="3938" y="1994"/>
                    <a:pt x="3938" y="1645"/>
                  </a:cubicBezTo>
                  <a:cubicBezTo>
                    <a:pt x="3938" y="1097"/>
                    <a:pt x="3789" y="698"/>
                    <a:pt x="3440" y="399"/>
                  </a:cubicBezTo>
                  <a:cubicBezTo>
                    <a:pt x="3091" y="150"/>
                    <a:pt x="2642" y="0"/>
                    <a:pt x="1994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5"/>
            <p:cNvSpPr/>
            <p:nvPr/>
          </p:nvSpPr>
          <p:spPr>
            <a:xfrm>
              <a:off x="5939000" y="4775300"/>
              <a:ext cx="23700" cy="119650"/>
            </a:xfrm>
            <a:custGeom>
              <a:avLst/>
              <a:gdLst/>
              <a:ahLst/>
              <a:cxnLst/>
              <a:rect l="l" t="t" r="r" b="b"/>
              <a:pathLst>
                <a:path w="948" h="4786" extrusionOk="0">
                  <a:moveTo>
                    <a:pt x="0" y="0"/>
                  </a:moveTo>
                  <a:lnTo>
                    <a:pt x="0" y="4785"/>
                  </a:lnTo>
                  <a:lnTo>
                    <a:pt x="947" y="4785"/>
                  </a:lnTo>
                  <a:lnTo>
                    <a:pt x="947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5"/>
            <p:cNvSpPr/>
            <p:nvPr/>
          </p:nvSpPr>
          <p:spPr>
            <a:xfrm>
              <a:off x="5992575" y="4775300"/>
              <a:ext cx="98475" cy="119650"/>
            </a:xfrm>
            <a:custGeom>
              <a:avLst/>
              <a:gdLst/>
              <a:ahLst/>
              <a:cxnLst/>
              <a:rect l="l" t="t" r="r" b="b"/>
              <a:pathLst>
                <a:path w="3939" h="4786" extrusionOk="0">
                  <a:moveTo>
                    <a:pt x="2234" y="778"/>
                  </a:moveTo>
                  <a:cubicBezTo>
                    <a:pt x="2397" y="778"/>
                    <a:pt x="2533" y="824"/>
                    <a:pt x="2642" y="897"/>
                  </a:cubicBezTo>
                  <a:cubicBezTo>
                    <a:pt x="2742" y="997"/>
                    <a:pt x="2842" y="1146"/>
                    <a:pt x="2842" y="1346"/>
                  </a:cubicBezTo>
                  <a:cubicBezTo>
                    <a:pt x="2842" y="1545"/>
                    <a:pt x="2742" y="1695"/>
                    <a:pt x="2642" y="1794"/>
                  </a:cubicBezTo>
                  <a:cubicBezTo>
                    <a:pt x="2493" y="1894"/>
                    <a:pt x="2293" y="1944"/>
                    <a:pt x="2044" y="1944"/>
                  </a:cubicBezTo>
                  <a:lnTo>
                    <a:pt x="898" y="1944"/>
                  </a:lnTo>
                  <a:lnTo>
                    <a:pt x="898" y="798"/>
                  </a:lnTo>
                  <a:lnTo>
                    <a:pt x="2044" y="798"/>
                  </a:lnTo>
                  <a:cubicBezTo>
                    <a:pt x="2111" y="784"/>
                    <a:pt x="2174" y="778"/>
                    <a:pt x="2234" y="778"/>
                  </a:cubicBezTo>
                  <a:close/>
                  <a:moveTo>
                    <a:pt x="2044" y="2692"/>
                  </a:moveTo>
                  <a:cubicBezTo>
                    <a:pt x="2343" y="2692"/>
                    <a:pt x="2592" y="2742"/>
                    <a:pt x="2742" y="2891"/>
                  </a:cubicBezTo>
                  <a:cubicBezTo>
                    <a:pt x="2891" y="2991"/>
                    <a:pt x="2991" y="3140"/>
                    <a:pt x="2991" y="3340"/>
                  </a:cubicBezTo>
                  <a:cubicBezTo>
                    <a:pt x="2991" y="3539"/>
                    <a:pt x="2891" y="3689"/>
                    <a:pt x="2742" y="3838"/>
                  </a:cubicBezTo>
                  <a:cubicBezTo>
                    <a:pt x="2592" y="3938"/>
                    <a:pt x="2343" y="3988"/>
                    <a:pt x="2044" y="3988"/>
                  </a:cubicBezTo>
                  <a:lnTo>
                    <a:pt x="898" y="3988"/>
                  </a:lnTo>
                  <a:lnTo>
                    <a:pt x="898" y="2692"/>
                  </a:lnTo>
                  <a:close/>
                  <a:moveTo>
                    <a:pt x="0" y="0"/>
                  </a:moveTo>
                  <a:lnTo>
                    <a:pt x="0" y="4785"/>
                  </a:lnTo>
                  <a:lnTo>
                    <a:pt x="2194" y="4785"/>
                  </a:lnTo>
                  <a:cubicBezTo>
                    <a:pt x="2742" y="4785"/>
                    <a:pt x="3141" y="4686"/>
                    <a:pt x="3490" y="4436"/>
                  </a:cubicBezTo>
                  <a:cubicBezTo>
                    <a:pt x="3789" y="4187"/>
                    <a:pt x="3938" y="3888"/>
                    <a:pt x="3938" y="3439"/>
                  </a:cubicBezTo>
                  <a:cubicBezTo>
                    <a:pt x="3938" y="3140"/>
                    <a:pt x="3838" y="2891"/>
                    <a:pt x="3689" y="2642"/>
                  </a:cubicBezTo>
                  <a:cubicBezTo>
                    <a:pt x="3490" y="2442"/>
                    <a:pt x="3240" y="2293"/>
                    <a:pt x="2941" y="2243"/>
                  </a:cubicBezTo>
                  <a:cubicBezTo>
                    <a:pt x="3191" y="2193"/>
                    <a:pt x="3390" y="2044"/>
                    <a:pt x="3539" y="1844"/>
                  </a:cubicBezTo>
                  <a:cubicBezTo>
                    <a:pt x="3689" y="1695"/>
                    <a:pt x="3739" y="1446"/>
                    <a:pt x="3739" y="1196"/>
                  </a:cubicBezTo>
                  <a:cubicBezTo>
                    <a:pt x="3739" y="798"/>
                    <a:pt x="3589" y="499"/>
                    <a:pt x="3340" y="299"/>
                  </a:cubicBezTo>
                  <a:cubicBezTo>
                    <a:pt x="3041" y="100"/>
                    <a:pt x="2642" y="0"/>
                    <a:pt x="2094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5"/>
            <p:cNvSpPr/>
            <p:nvPr/>
          </p:nvSpPr>
          <p:spPr>
            <a:xfrm>
              <a:off x="6113450" y="4775300"/>
              <a:ext cx="89750" cy="119650"/>
            </a:xfrm>
            <a:custGeom>
              <a:avLst/>
              <a:gdLst/>
              <a:ahLst/>
              <a:cxnLst/>
              <a:rect l="l" t="t" r="r" b="b"/>
              <a:pathLst>
                <a:path w="3590" h="4786" extrusionOk="0">
                  <a:moveTo>
                    <a:pt x="0" y="0"/>
                  </a:moveTo>
                  <a:lnTo>
                    <a:pt x="0" y="4785"/>
                  </a:lnTo>
                  <a:lnTo>
                    <a:pt x="3589" y="4785"/>
                  </a:lnTo>
                  <a:lnTo>
                    <a:pt x="3589" y="3988"/>
                  </a:lnTo>
                  <a:lnTo>
                    <a:pt x="898" y="3988"/>
                  </a:lnTo>
                  <a:lnTo>
                    <a:pt x="898" y="2791"/>
                  </a:lnTo>
                  <a:lnTo>
                    <a:pt x="3240" y="2791"/>
                  </a:lnTo>
                  <a:lnTo>
                    <a:pt x="3240" y="1994"/>
                  </a:lnTo>
                  <a:lnTo>
                    <a:pt x="898" y="1994"/>
                  </a:lnTo>
                  <a:lnTo>
                    <a:pt x="898" y="798"/>
                  </a:lnTo>
                  <a:lnTo>
                    <a:pt x="3539" y="798"/>
                  </a:lnTo>
                  <a:lnTo>
                    <a:pt x="3539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5"/>
            <p:cNvSpPr/>
            <p:nvPr/>
          </p:nvSpPr>
          <p:spPr>
            <a:xfrm>
              <a:off x="6093500" y="3742250"/>
              <a:ext cx="427450" cy="51100"/>
            </a:xfrm>
            <a:custGeom>
              <a:avLst/>
              <a:gdLst/>
              <a:ahLst/>
              <a:cxnLst/>
              <a:rect l="l" t="t" r="r" b="b"/>
              <a:pathLst>
                <a:path w="17098" h="2044" extrusionOk="0">
                  <a:moveTo>
                    <a:pt x="1" y="0"/>
                  </a:moveTo>
                  <a:lnTo>
                    <a:pt x="1" y="2044"/>
                  </a:lnTo>
                  <a:lnTo>
                    <a:pt x="17098" y="2044"/>
                  </a:lnTo>
                  <a:lnTo>
                    <a:pt x="17098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5"/>
            <p:cNvSpPr/>
            <p:nvPr/>
          </p:nvSpPr>
          <p:spPr>
            <a:xfrm>
              <a:off x="6093500" y="3835700"/>
              <a:ext cx="427450" cy="51125"/>
            </a:xfrm>
            <a:custGeom>
              <a:avLst/>
              <a:gdLst/>
              <a:ahLst/>
              <a:cxnLst/>
              <a:rect l="l" t="t" r="r" b="b"/>
              <a:pathLst>
                <a:path w="17098" h="2045" extrusionOk="0">
                  <a:moveTo>
                    <a:pt x="1" y="1"/>
                  </a:moveTo>
                  <a:lnTo>
                    <a:pt x="1" y="2044"/>
                  </a:lnTo>
                  <a:lnTo>
                    <a:pt x="17098" y="2044"/>
                  </a:lnTo>
                  <a:lnTo>
                    <a:pt x="17098" y="1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5"/>
            <p:cNvSpPr/>
            <p:nvPr/>
          </p:nvSpPr>
          <p:spPr>
            <a:xfrm>
              <a:off x="6093500" y="3927925"/>
              <a:ext cx="427450" cy="51100"/>
            </a:xfrm>
            <a:custGeom>
              <a:avLst/>
              <a:gdLst/>
              <a:ahLst/>
              <a:cxnLst/>
              <a:rect l="l" t="t" r="r" b="b"/>
              <a:pathLst>
                <a:path w="17098" h="2044" extrusionOk="0">
                  <a:moveTo>
                    <a:pt x="1" y="0"/>
                  </a:moveTo>
                  <a:lnTo>
                    <a:pt x="1" y="2044"/>
                  </a:lnTo>
                  <a:lnTo>
                    <a:pt x="17098" y="2044"/>
                  </a:lnTo>
                  <a:lnTo>
                    <a:pt x="17098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5"/>
            <p:cNvSpPr/>
            <p:nvPr/>
          </p:nvSpPr>
          <p:spPr>
            <a:xfrm>
              <a:off x="5841800" y="3742250"/>
              <a:ext cx="83500" cy="83500"/>
            </a:xfrm>
            <a:custGeom>
              <a:avLst/>
              <a:gdLst/>
              <a:ahLst/>
              <a:cxnLst/>
              <a:rect l="l" t="t" r="r" b="b"/>
              <a:pathLst>
                <a:path w="3340" h="3340" extrusionOk="0">
                  <a:moveTo>
                    <a:pt x="1695" y="0"/>
                  </a:moveTo>
                  <a:cubicBezTo>
                    <a:pt x="748" y="0"/>
                    <a:pt x="0" y="748"/>
                    <a:pt x="0" y="1695"/>
                  </a:cubicBezTo>
                  <a:cubicBezTo>
                    <a:pt x="0" y="2592"/>
                    <a:pt x="748" y="3340"/>
                    <a:pt x="1695" y="3340"/>
                  </a:cubicBezTo>
                  <a:cubicBezTo>
                    <a:pt x="2592" y="3340"/>
                    <a:pt x="3340" y="2592"/>
                    <a:pt x="3340" y="1695"/>
                  </a:cubicBezTo>
                  <a:cubicBezTo>
                    <a:pt x="3340" y="748"/>
                    <a:pt x="2592" y="0"/>
                    <a:pt x="1695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5"/>
            <p:cNvSpPr/>
            <p:nvPr/>
          </p:nvSpPr>
          <p:spPr>
            <a:xfrm>
              <a:off x="5705975" y="3742250"/>
              <a:ext cx="83500" cy="83500"/>
            </a:xfrm>
            <a:custGeom>
              <a:avLst/>
              <a:gdLst/>
              <a:ahLst/>
              <a:cxnLst/>
              <a:rect l="l" t="t" r="r" b="b"/>
              <a:pathLst>
                <a:path w="3340" h="3340" extrusionOk="0">
                  <a:moveTo>
                    <a:pt x="1695" y="0"/>
                  </a:moveTo>
                  <a:cubicBezTo>
                    <a:pt x="748" y="0"/>
                    <a:pt x="0" y="748"/>
                    <a:pt x="0" y="1695"/>
                  </a:cubicBezTo>
                  <a:cubicBezTo>
                    <a:pt x="0" y="2592"/>
                    <a:pt x="748" y="3340"/>
                    <a:pt x="1695" y="3340"/>
                  </a:cubicBezTo>
                  <a:cubicBezTo>
                    <a:pt x="2592" y="3340"/>
                    <a:pt x="3340" y="2592"/>
                    <a:pt x="3340" y="1695"/>
                  </a:cubicBezTo>
                  <a:cubicBezTo>
                    <a:pt x="3340" y="748"/>
                    <a:pt x="2592" y="0"/>
                    <a:pt x="1695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5"/>
            <p:cNvSpPr/>
            <p:nvPr/>
          </p:nvSpPr>
          <p:spPr>
            <a:xfrm>
              <a:off x="5570125" y="3742250"/>
              <a:ext cx="83525" cy="83500"/>
            </a:xfrm>
            <a:custGeom>
              <a:avLst/>
              <a:gdLst/>
              <a:ahLst/>
              <a:cxnLst/>
              <a:rect l="l" t="t" r="r" b="b"/>
              <a:pathLst>
                <a:path w="3341" h="3340" extrusionOk="0">
                  <a:moveTo>
                    <a:pt x="1646" y="0"/>
                  </a:moveTo>
                  <a:cubicBezTo>
                    <a:pt x="749" y="0"/>
                    <a:pt x="1" y="748"/>
                    <a:pt x="1" y="1695"/>
                  </a:cubicBezTo>
                  <a:cubicBezTo>
                    <a:pt x="1" y="2592"/>
                    <a:pt x="749" y="3340"/>
                    <a:pt x="1646" y="3340"/>
                  </a:cubicBezTo>
                  <a:cubicBezTo>
                    <a:pt x="2593" y="3340"/>
                    <a:pt x="3341" y="2592"/>
                    <a:pt x="3341" y="1695"/>
                  </a:cubicBezTo>
                  <a:cubicBezTo>
                    <a:pt x="3341" y="748"/>
                    <a:pt x="2593" y="0"/>
                    <a:pt x="164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5"/>
            <p:cNvSpPr/>
            <p:nvPr/>
          </p:nvSpPr>
          <p:spPr>
            <a:xfrm>
              <a:off x="1055400" y="4487993"/>
              <a:ext cx="559550" cy="558275"/>
            </a:xfrm>
            <a:custGeom>
              <a:avLst/>
              <a:gdLst/>
              <a:ahLst/>
              <a:cxnLst/>
              <a:rect l="l" t="t" r="r" b="b"/>
              <a:pathLst>
                <a:path w="22382" h="22331" extrusionOk="0">
                  <a:moveTo>
                    <a:pt x="11216" y="0"/>
                  </a:moveTo>
                  <a:cubicBezTo>
                    <a:pt x="5035" y="0"/>
                    <a:pt x="1" y="4985"/>
                    <a:pt x="1" y="11165"/>
                  </a:cubicBezTo>
                  <a:cubicBezTo>
                    <a:pt x="1" y="17346"/>
                    <a:pt x="5035" y="22331"/>
                    <a:pt x="11216" y="22331"/>
                  </a:cubicBezTo>
                  <a:cubicBezTo>
                    <a:pt x="17347" y="22331"/>
                    <a:pt x="22381" y="17346"/>
                    <a:pt x="22381" y="11165"/>
                  </a:cubicBezTo>
                  <a:cubicBezTo>
                    <a:pt x="22381" y="4985"/>
                    <a:pt x="17347" y="0"/>
                    <a:pt x="11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5"/>
            <p:cNvSpPr/>
            <p:nvPr/>
          </p:nvSpPr>
          <p:spPr>
            <a:xfrm>
              <a:off x="1253550" y="4518550"/>
              <a:ext cx="164500" cy="193250"/>
            </a:xfrm>
            <a:custGeom>
              <a:avLst/>
              <a:gdLst/>
              <a:ahLst/>
              <a:cxnLst/>
              <a:rect l="l" t="t" r="r" b="b"/>
              <a:pathLst>
                <a:path w="6580" h="7730" extrusionOk="0">
                  <a:moveTo>
                    <a:pt x="3377" y="1"/>
                  </a:moveTo>
                  <a:cubicBezTo>
                    <a:pt x="3348" y="1"/>
                    <a:pt x="3319" y="1"/>
                    <a:pt x="3290" y="2"/>
                  </a:cubicBezTo>
                  <a:cubicBezTo>
                    <a:pt x="1446" y="2"/>
                    <a:pt x="0" y="1447"/>
                    <a:pt x="0" y="3242"/>
                  </a:cubicBezTo>
                  <a:lnTo>
                    <a:pt x="0" y="4488"/>
                  </a:lnTo>
                  <a:cubicBezTo>
                    <a:pt x="0" y="6282"/>
                    <a:pt x="1446" y="7728"/>
                    <a:pt x="3290" y="7728"/>
                  </a:cubicBezTo>
                  <a:cubicBezTo>
                    <a:pt x="3319" y="7729"/>
                    <a:pt x="3348" y="7729"/>
                    <a:pt x="3377" y="7729"/>
                  </a:cubicBezTo>
                  <a:cubicBezTo>
                    <a:pt x="5132" y="7729"/>
                    <a:pt x="6580" y="6253"/>
                    <a:pt x="6580" y="4488"/>
                  </a:cubicBezTo>
                  <a:lnTo>
                    <a:pt x="6580" y="3242"/>
                  </a:lnTo>
                  <a:cubicBezTo>
                    <a:pt x="6531" y="1477"/>
                    <a:pt x="5131" y="1"/>
                    <a:pt x="3377" y="1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5"/>
            <p:cNvSpPr/>
            <p:nvPr/>
          </p:nvSpPr>
          <p:spPr>
            <a:xfrm>
              <a:off x="1197450" y="4740400"/>
              <a:ext cx="275425" cy="159525"/>
            </a:xfrm>
            <a:custGeom>
              <a:avLst/>
              <a:gdLst/>
              <a:ahLst/>
              <a:cxnLst/>
              <a:rect l="l" t="t" r="r" b="b"/>
              <a:pathLst>
                <a:path w="11017" h="6381" extrusionOk="0">
                  <a:moveTo>
                    <a:pt x="2942" y="0"/>
                  </a:moveTo>
                  <a:cubicBezTo>
                    <a:pt x="1297" y="0"/>
                    <a:pt x="1" y="1296"/>
                    <a:pt x="1" y="2941"/>
                  </a:cubicBezTo>
                  <a:lnTo>
                    <a:pt x="1" y="6381"/>
                  </a:lnTo>
                  <a:lnTo>
                    <a:pt x="11017" y="6381"/>
                  </a:lnTo>
                  <a:lnTo>
                    <a:pt x="11017" y="2941"/>
                  </a:lnTo>
                  <a:cubicBezTo>
                    <a:pt x="11017" y="1296"/>
                    <a:pt x="9721" y="0"/>
                    <a:pt x="807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5"/>
            <p:cNvSpPr/>
            <p:nvPr/>
          </p:nvSpPr>
          <p:spPr>
            <a:xfrm>
              <a:off x="6017500" y="3252500"/>
              <a:ext cx="77275" cy="77300"/>
            </a:xfrm>
            <a:custGeom>
              <a:avLst/>
              <a:gdLst/>
              <a:ahLst/>
              <a:cxnLst/>
              <a:rect l="l" t="t" r="r" b="b"/>
              <a:pathLst>
                <a:path w="3091" h="3092" fill="none" extrusionOk="0">
                  <a:moveTo>
                    <a:pt x="0" y="3091"/>
                  </a:moveTo>
                  <a:lnTo>
                    <a:pt x="0" y="1"/>
                  </a:lnTo>
                  <a:lnTo>
                    <a:pt x="3091" y="1"/>
                  </a:lnTo>
                </a:path>
              </a:pathLst>
            </a:custGeom>
            <a:solidFill>
              <a:schemeClr val="accent1"/>
            </a:solidFill>
            <a:ln w="31150" cap="flat" cmpd="sng">
              <a:solidFill>
                <a:srgbClr val="48FFD5"/>
              </a:solidFill>
              <a:prstDash val="solid"/>
              <a:miter lim="4984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5"/>
            <p:cNvSpPr/>
            <p:nvPr/>
          </p:nvSpPr>
          <p:spPr>
            <a:xfrm>
              <a:off x="6190700" y="3252500"/>
              <a:ext cx="77300" cy="77300"/>
            </a:xfrm>
            <a:custGeom>
              <a:avLst/>
              <a:gdLst/>
              <a:ahLst/>
              <a:cxnLst/>
              <a:rect l="l" t="t" r="r" b="b"/>
              <a:pathLst>
                <a:path w="3092" h="3092" fill="none" extrusionOk="0">
                  <a:moveTo>
                    <a:pt x="3091" y="3091"/>
                  </a:moveTo>
                  <a:lnTo>
                    <a:pt x="3091" y="1"/>
                  </a:lnTo>
                  <a:lnTo>
                    <a:pt x="1" y="1"/>
                  </a:lnTo>
                </a:path>
              </a:pathLst>
            </a:custGeom>
            <a:solidFill>
              <a:schemeClr val="accent1"/>
            </a:solidFill>
            <a:ln w="31150" cap="flat" cmpd="sng">
              <a:solidFill>
                <a:srgbClr val="48FFD5"/>
              </a:solidFill>
              <a:prstDash val="solid"/>
              <a:miter lim="4984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5"/>
            <p:cNvSpPr/>
            <p:nvPr/>
          </p:nvSpPr>
          <p:spPr>
            <a:xfrm>
              <a:off x="6017500" y="3398300"/>
              <a:ext cx="77275" cy="77300"/>
            </a:xfrm>
            <a:custGeom>
              <a:avLst/>
              <a:gdLst/>
              <a:ahLst/>
              <a:cxnLst/>
              <a:rect l="l" t="t" r="r" b="b"/>
              <a:pathLst>
                <a:path w="3091" h="3092" fill="none" extrusionOk="0">
                  <a:moveTo>
                    <a:pt x="0" y="1"/>
                  </a:moveTo>
                  <a:lnTo>
                    <a:pt x="0" y="3091"/>
                  </a:lnTo>
                  <a:lnTo>
                    <a:pt x="3091" y="3091"/>
                  </a:lnTo>
                </a:path>
              </a:pathLst>
            </a:custGeom>
            <a:solidFill>
              <a:schemeClr val="accent1"/>
            </a:solidFill>
            <a:ln w="31150" cap="flat" cmpd="sng">
              <a:solidFill>
                <a:srgbClr val="48FFD5"/>
              </a:solidFill>
              <a:prstDash val="solid"/>
              <a:miter lim="4984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5"/>
            <p:cNvSpPr/>
            <p:nvPr/>
          </p:nvSpPr>
          <p:spPr>
            <a:xfrm>
              <a:off x="6190700" y="3398300"/>
              <a:ext cx="77300" cy="77300"/>
            </a:xfrm>
            <a:custGeom>
              <a:avLst/>
              <a:gdLst/>
              <a:ahLst/>
              <a:cxnLst/>
              <a:rect l="l" t="t" r="r" b="b"/>
              <a:pathLst>
                <a:path w="3092" h="3092" fill="none" extrusionOk="0">
                  <a:moveTo>
                    <a:pt x="3091" y="1"/>
                  </a:moveTo>
                  <a:lnTo>
                    <a:pt x="3091" y="3091"/>
                  </a:lnTo>
                  <a:lnTo>
                    <a:pt x="1" y="3091"/>
                  </a:lnTo>
                </a:path>
              </a:pathLst>
            </a:custGeom>
            <a:solidFill>
              <a:schemeClr val="accent1"/>
            </a:solidFill>
            <a:ln w="31150" cap="flat" cmpd="sng">
              <a:solidFill>
                <a:srgbClr val="48FFD5"/>
              </a:solidFill>
              <a:prstDash val="solid"/>
              <a:miter lim="4984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5"/>
            <p:cNvSpPr/>
            <p:nvPr/>
          </p:nvSpPr>
          <p:spPr>
            <a:xfrm>
              <a:off x="1683450" y="3282425"/>
              <a:ext cx="118400" cy="162025"/>
            </a:xfrm>
            <a:custGeom>
              <a:avLst/>
              <a:gdLst/>
              <a:ahLst/>
              <a:cxnLst/>
              <a:rect l="l" t="t" r="r" b="b"/>
              <a:pathLst>
                <a:path w="4736" h="6481" extrusionOk="0">
                  <a:moveTo>
                    <a:pt x="1" y="0"/>
                  </a:moveTo>
                  <a:lnTo>
                    <a:pt x="1" y="6480"/>
                  </a:lnTo>
                  <a:lnTo>
                    <a:pt x="4736" y="32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5"/>
            <p:cNvSpPr/>
            <p:nvPr/>
          </p:nvSpPr>
          <p:spPr>
            <a:xfrm>
              <a:off x="1986275" y="3282425"/>
              <a:ext cx="119650" cy="162025"/>
            </a:xfrm>
            <a:custGeom>
              <a:avLst/>
              <a:gdLst/>
              <a:ahLst/>
              <a:cxnLst/>
              <a:rect l="l" t="t" r="r" b="b"/>
              <a:pathLst>
                <a:path w="4786" h="6481" extrusionOk="0">
                  <a:moveTo>
                    <a:pt x="0" y="0"/>
                  </a:moveTo>
                  <a:lnTo>
                    <a:pt x="0" y="6480"/>
                  </a:lnTo>
                  <a:lnTo>
                    <a:pt x="4785" y="3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5"/>
            <p:cNvSpPr/>
            <p:nvPr/>
          </p:nvSpPr>
          <p:spPr>
            <a:xfrm>
              <a:off x="2144525" y="3282425"/>
              <a:ext cx="25" cy="162025"/>
            </a:xfrm>
            <a:custGeom>
              <a:avLst/>
              <a:gdLst/>
              <a:ahLst/>
              <a:cxnLst/>
              <a:rect l="l" t="t" r="r" b="b"/>
              <a:pathLst>
                <a:path w="1" h="6481" fill="none" extrusionOk="0">
                  <a:moveTo>
                    <a:pt x="0" y="0"/>
                  </a:moveTo>
                  <a:lnTo>
                    <a:pt x="0" y="6480"/>
                  </a:lnTo>
                </a:path>
              </a:pathLst>
            </a:custGeom>
            <a:solidFill>
              <a:schemeClr val="accent1"/>
            </a:solidFill>
            <a:ln w="31150" cap="flat" cmpd="sng">
              <a:solidFill>
                <a:srgbClr val="48FFD5"/>
              </a:solidFill>
              <a:prstDash val="solid"/>
              <a:miter lim="4984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5"/>
            <p:cNvSpPr/>
            <p:nvPr/>
          </p:nvSpPr>
          <p:spPr>
            <a:xfrm>
              <a:off x="1342025" y="3282425"/>
              <a:ext cx="118400" cy="162025"/>
            </a:xfrm>
            <a:custGeom>
              <a:avLst/>
              <a:gdLst/>
              <a:ahLst/>
              <a:cxnLst/>
              <a:rect l="l" t="t" r="r" b="b"/>
              <a:pathLst>
                <a:path w="4736" h="6481" extrusionOk="0">
                  <a:moveTo>
                    <a:pt x="4735" y="0"/>
                  </a:moveTo>
                  <a:lnTo>
                    <a:pt x="0" y="3240"/>
                  </a:lnTo>
                  <a:lnTo>
                    <a:pt x="4735" y="6480"/>
                  </a:lnTo>
                  <a:lnTo>
                    <a:pt x="47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5"/>
            <p:cNvSpPr/>
            <p:nvPr/>
          </p:nvSpPr>
          <p:spPr>
            <a:xfrm>
              <a:off x="1303375" y="3282425"/>
              <a:ext cx="25" cy="162025"/>
            </a:xfrm>
            <a:custGeom>
              <a:avLst/>
              <a:gdLst/>
              <a:ahLst/>
              <a:cxnLst/>
              <a:rect l="l" t="t" r="r" b="b"/>
              <a:pathLst>
                <a:path w="1" h="6481" fill="none" extrusionOk="0">
                  <a:moveTo>
                    <a:pt x="1" y="0"/>
                  </a:moveTo>
                  <a:lnTo>
                    <a:pt x="1" y="6480"/>
                  </a:lnTo>
                </a:path>
              </a:pathLst>
            </a:custGeom>
            <a:solidFill>
              <a:schemeClr val="accent1"/>
            </a:solidFill>
            <a:ln w="31150" cap="flat" cmpd="sng">
              <a:solidFill>
                <a:srgbClr val="48FFD5"/>
              </a:solidFill>
              <a:prstDash val="solid"/>
              <a:miter lim="4984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47" name="Google Shape;747;p35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6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PROJECT STAGES</a:t>
            </a:r>
            <a:endParaRPr/>
          </a:p>
        </p:txBody>
      </p:sp>
      <p:sp>
        <p:nvSpPr>
          <p:cNvPr id="753" name="Google Shape;753;p36"/>
          <p:cNvSpPr/>
          <p:nvPr/>
        </p:nvSpPr>
        <p:spPr>
          <a:xfrm>
            <a:off x="4346435" y="4146005"/>
            <a:ext cx="214487" cy="192778"/>
          </a:xfrm>
          <a:custGeom>
            <a:avLst/>
            <a:gdLst/>
            <a:ahLst/>
            <a:cxnLst/>
            <a:rect l="l" t="t" r="r" b="b"/>
            <a:pathLst>
              <a:path w="10819" h="9724" extrusionOk="0">
                <a:moveTo>
                  <a:pt x="5406" y="0"/>
                </a:moveTo>
                <a:cubicBezTo>
                  <a:pt x="3266" y="0"/>
                  <a:pt x="1305" y="1422"/>
                  <a:pt x="712" y="3585"/>
                </a:cubicBezTo>
                <a:cubicBezTo>
                  <a:pt x="1" y="6180"/>
                  <a:pt x="1528" y="8858"/>
                  <a:pt x="4123" y="9549"/>
                </a:cubicBezTo>
                <a:cubicBezTo>
                  <a:pt x="4554" y="9667"/>
                  <a:pt x="4987" y="9723"/>
                  <a:pt x="5414" y="9723"/>
                </a:cubicBezTo>
                <a:cubicBezTo>
                  <a:pt x="7553" y="9723"/>
                  <a:pt x="9514" y="8305"/>
                  <a:pt x="10107" y="6159"/>
                </a:cubicBezTo>
                <a:cubicBezTo>
                  <a:pt x="10818" y="3564"/>
                  <a:pt x="9291" y="886"/>
                  <a:pt x="6696" y="175"/>
                </a:cubicBezTo>
                <a:cubicBezTo>
                  <a:pt x="6265" y="57"/>
                  <a:pt x="5832" y="0"/>
                  <a:pt x="54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6"/>
          <p:cNvSpPr/>
          <p:nvPr/>
        </p:nvSpPr>
        <p:spPr>
          <a:xfrm>
            <a:off x="4402857" y="4191782"/>
            <a:ext cx="101643" cy="101226"/>
          </a:xfrm>
          <a:custGeom>
            <a:avLst/>
            <a:gdLst/>
            <a:ahLst/>
            <a:cxnLst/>
            <a:rect l="l" t="t" r="r" b="b"/>
            <a:pathLst>
              <a:path w="5127" h="5106" fill="none" extrusionOk="0">
                <a:moveTo>
                  <a:pt x="3076" y="293"/>
                </a:moveTo>
                <a:cubicBezTo>
                  <a:pt x="4331" y="565"/>
                  <a:pt x="5126" y="1820"/>
                  <a:pt x="4834" y="3076"/>
                </a:cubicBezTo>
                <a:cubicBezTo>
                  <a:pt x="4541" y="4331"/>
                  <a:pt x="3306" y="5105"/>
                  <a:pt x="2051" y="4833"/>
                </a:cubicBezTo>
                <a:cubicBezTo>
                  <a:pt x="795" y="4540"/>
                  <a:pt x="0" y="3306"/>
                  <a:pt x="293" y="2051"/>
                </a:cubicBezTo>
                <a:cubicBezTo>
                  <a:pt x="586" y="795"/>
                  <a:pt x="1821" y="0"/>
                  <a:pt x="3076" y="293"/>
                </a:cubicBezTo>
                <a:close/>
              </a:path>
            </a:pathLst>
          </a:custGeom>
          <a:solidFill>
            <a:srgbClr val="0E2A47"/>
          </a:solidFill>
          <a:ln w="19350" cap="rnd" cmpd="sng">
            <a:solidFill>
              <a:srgbClr val="0E2A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36"/>
          <p:cNvSpPr/>
          <p:nvPr/>
        </p:nvSpPr>
        <p:spPr>
          <a:xfrm>
            <a:off x="4453451" y="4174355"/>
            <a:ext cx="20" cy="68039"/>
          </a:xfrm>
          <a:custGeom>
            <a:avLst/>
            <a:gdLst/>
            <a:ahLst/>
            <a:cxnLst/>
            <a:rect l="l" t="t" r="r" b="b"/>
            <a:pathLst>
              <a:path w="1" h="3432" extrusionOk="0">
                <a:moveTo>
                  <a:pt x="1" y="0"/>
                </a:moveTo>
                <a:lnTo>
                  <a:pt x="1" y="343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6"/>
          <p:cNvSpPr/>
          <p:nvPr/>
        </p:nvSpPr>
        <p:spPr>
          <a:xfrm>
            <a:off x="4453451" y="4174355"/>
            <a:ext cx="20" cy="68039"/>
          </a:xfrm>
          <a:custGeom>
            <a:avLst/>
            <a:gdLst/>
            <a:ahLst/>
            <a:cxnLst/>
            <a:rect l="l" t="t" r="r" b="b"/>
            <a:pathLst>
              <a:path w="1" h="3432" fill="none" extrusionOk="0">
                <a:moveTo>
                  <a:pt x="1" y="0"/>
                </a:moveTo>
                <a:lnTo>
                  <a:pt x="1" y="3432"/>
                </a:lnTo>
              </a:path>
            </a:pathLst>
          </a:custGeom>
          <a:solidFill>
            <a:srgbClr val="0E2A47"/>
          </a:solidFill>
          <a:ln w="19875" cap="rnd" cmpd="sng">
            <a:solidFill>
              <a:srgbClr val="0E2A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E2A47"/>
              </a:solidFill>
              <a:highlight>
                <a:srgbClr val="0E2A47"/>
              </a:highlight>
            </a:endParaRPr>
          </a:p>
        </p:txBody>
      </p:sp>
      <p:sp>
        <p:nvSpPr>
          <p:cNvPr id="757" name="Google Shape;757;p36"/>
          <p:cNvSpPr/>
          <p:nvPr/>
        </p:nvSpPr>
        <p:spPr>
          <a:xfrm>
            <a:off x="3124390" y="2917872"/>
            <a:ext cx="1329484" cy="1205875"/>
          </a:xfrm>
          <a:custGeom>
            <a:avLst/>
            <a:gdLst/>
            <a:ahLst/>
            <a:cxnLst/>
            <a:rect l="l" t="t" r="r" b="b"/>
            <a:pathLst>
              <a:path w="67061" h="60826" fill="none" extrusionOk="0">
                <a:moveTo>
                  <a:pt x="1" y="1"/>
                </a:moveTo>
                <a:lnTo>
                  <a:pt x="1" y="7701"/>
                </a:lnTo>
                <a:cubicBezTo>
                  <a:pt x="1" y="11843"/>
                  <a:pt x="3369" y="15233"/>
                  <a:pt x="7533" y="15233"/>
                </a:cubicBezTo>
                <a:lnTo>
                  <a:pt x="54611" y="15233"/>
                </a:lnTo>
                <a:cubicBezTo>
                  <a:pt x="61474" y="15233"/>
                  <a:pt x="67061" y="20799"/>
                  <a:pt x="67061" y="27683"/>
                </a:cubicBezTo>
                <a:lnTo>
                  <a:pt x="67061" y="60826"/>
                </a:lnTo>
              </a:path>
            </a:pathLst>
          </a:custGeom>
          <a:solidFill>
            <a:srgbClr val="FFFFFF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6"/>
          <p:cNvSpPr/>
          <p:nvPr/>
        </p:nvSpPr>
        <p:spPr>
          <a:xfrm>
            <a:off x="2931510" y="2335050"/>
            <a:ext cx="1900682" cy="1451448"/>
          </a:xfrm>
          <a:custGeom>
            <a:avLst/>
            <a:gdLst/>
            <a:ahLst/>
            <a:cxnLst/>
            <a:rect l="l" t="t" r="r" b="b"/>
            <a:pathLst>
              <a:path w="95873" h="73213" fill="none" extrusionOk="0">
                <a:moveTo>
                  <a:pt x="95872" y="1"/>
                </a:moveTo>
                <a:lnTo>
                  <a:pt x="95872" y="13539"/>
                </a:lnTo>
                <a:cubicBezTo>
                  <a:pt x="95872" y="17137"/>
                  <a:pt x="92943" y="20046"/>
                  <a:pt x="89365" y="20046"/>
                </a:cubicBezTo>
                <a:lnTo>
                  <a:pt x="87147" y="20046"/>
                </a:lnTo>
                <a:cubicBezTo>
                  <a:pt x="84113" y="20046"/>
                  <a:pt x="81644" y="22494"/>
                  <a:pt x="81644" y="25528"/>
                </a:cubicBezTo>
                <a:lnTo>
                  <a:pt x="81644" y="29273"/>
                </a:lnTo>
                <a:cubicBezTo>
                  <a:pt x="81644" y="32181"/>
                  <a:pt x="84008" y="34525"/>
                  <a:pt x="86896" y="34525"/>
                </a:cubicBezTo>
                <a:lnTo>
                  <a:pt x="88716" y="34525"/>
                </a:lnTo>
                <a:cubicBezTo>
                  <a:pt x="92650" y="34525"/>
                  <a:pt x="95872" y="37747"/>
                  <a:pt x="95872" y="41702"/>
                </a:cubicBezTo>
                <a:lnTo>
                  <a:pt x="95872" y="64111"/>
                </a:lnTo>
                <a:cubicBezTo>
                  <a:pt x="95872" y="69133"/>
                  <a:pt x="91792" y="73213"/>
                  <a:pt x="86770" y="73213"/>
                </a:cubicBezTo>
                <a:lnTo>
                  <a:pt x="76790" y="73213"/>
                </a:lnTo>
                <a:lnTo>
                  <a:pt x="11048" y="73213"/>
                </a:lnTo>
                <a:cubicBezTo>
                  <a:pt x="4938" y="73213"/>
                  <a:pt x="0" y="68275"/>
                  <a:pt x="0" y="62144"/>
                </a:cubicBezTo>
                <a:lnTo>
                  <a:pt x="0" y="11509"/>
                </a:lnTo>
              </a:path>
            </a:pathLst>
          </a:custGeom>
          <a:solidFill>
            <a:srgbClr val="FFFFFF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6"/>
          <p:cNvSpPr/>
          <p:nvPr/>
        </p:nvSpPr>
        <p:spPr>
          <a:xfrm>
            <a:off x="3797852" y="2496843"/>
            <a:ext cx="1932620" cy="998050"/>
          </a:xfrm>
          <a:custGeom>
            <a:avLst/>
            <a:gdLst/>
            <a:ahLst/>
            <a:cxnLst/>
            <a:rect l="l" t="t" r="r" b="b"/>
            <a:pathLst>
              <a:path w="97484" h="50343" fill="none" extrusionOk="0">
                <a:moveTo>
                  <a:pt x="0" y="36470"/>
                </a:moveTo>
                <a:lnTo>
                  <a:pt x="0" y="41010"/>
                </a:lnTo>
                <a:cubicBezTo>
                  <a:pt x="0" y="46158"/>
                  <a:pt x="4185" y="50342"/>
                  <a:pt x="9332" y="50342"/>
                </a:cubicBezTo>
                <a:lnTo>
                  <a:pt x="77460" y="50342"/>
                </a:lnTo>
                <a:cubicBezTo>
                  <a:pt x="82544" y="50342"/>
                  <a:pt x="86645" y="46241"/>
                  <a:pt x="86645" y="41178"/>
                </a:cubicBezTo>
                <a:lnTo>
                  <a:pt x="86645" y="31511"/>
                </a:lnTo>
                <a:cubicBezTo>
                  <a:pt x="86645" y="28373"/>
                  <a:pt x="89198" y="25841"/>
                  <a:pt x="92336" y="25841"/>
                </a:cubicBezTo>
                <a:lnTo>
                  <a:pt x="92336" y="25841"/>
                </a:lnTo>
                <a:cubicBezTo>
                  <a:pt x="95182" y="25841"/>
                  <a:pt x="97483" y="23539"/>
                  <a:pt x="97483" y="20694"/>
                </a:cubicBezTo>
                <a:lnTo>
                  <a:pt x="97483" y="0"/>
                </a:lnTo>
              </a:path>
            </a:pathLst>
          </a:custGeom>
          <a:solidFill>
            <a:srgbClr val="FFFFFF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6"/>
          <p:cNvSpPr/>
          <p:nvPr/>
        </p:nvSpPr>
        <p:spPr>
          <a:xfrm>
            <a:off x="2689247" y="1962553"/>
            <a:ext cx="829637" cy="598596"/>
          </a:xfrm>
          <a:custGeom>
            <a:avLst/>
            <a:gdLst/>
            <a:ahLst/>
            <a:cxnLst/>
            <a:rect l="l" t="t" r="r" b="b"/>
            <a:pathLst>
              <a:path w="41848" h="30194" fill="none" extrusionOk="0">
                <a:moveTo>
                  <a:pt x="1" y="18413"/>
                </a:moveTo>
                <a:lnTo>
                  <a:pt x="1" y="23916"/>
                </a:lnTo>
                <a:cubicBezTo>
                  <a:pt x="1" y="27410"/>
                  <a:pt x="2825" y="30193"/>
                  <a:pt x="6278" y="30193"/>
                </a:cubicBezTo>
                <a:lnTo>
                  <a:pt x="33207" y="30193"/>
                </a:lnTo>
                <a:cubicBezTo>
                  <a:pt x="37977" y="30193"/>
                  <a:pt x="41848" y="26322"/>
                  <a:pt x="41848" y="21573"/>
                </a:cubicBezTo>
                <a:lnTo>
                  <a:pt x="41848" y="1"/>
                </a:lnTo>
              </a:path>
            </a:pathLst>
          </a:custGeom>
          <a:solidFill>
            <a:srgbClr val="FFFFFF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36"/>
          <p:cNvSpPr/>
          <p:nvPr/>
        </p:nvSpPr>
        <p:spPr>
          <a:xfrm>
            <a:off x="4453867" y="3595260"/>
            <a:ext cx="1633144" cy="321502"/>
          </a:xfrm>
          <a:custGeom>
            <a:avLst/>
            <a:gdLst/>
            <a:ahLst/>
            <a:cxnLst/>
            <a:rect l="l" t="t" r="r" b="b"/>
            <a:pathLst>
              <a:path w="82378" h="16217" fill="none" extrusionOk="0">
                <a:moveTo>
                  <a:pt x="1" y="16217"/>
                </a:moveTo>
                <a:lnTo>
                  <a:pt x="71413" y="16217"/>
                </a:lnTo>
                <a:cubicBezTo>
                  <a:pt x="77460" y="16217"/>
                  <a:pt x="82377" y="11321"/>
                  <a:pt x="82377" y="5253"/>
                </a:cubicBezTo>
                <a:lnTo>
                  <a:pt x="82377" y="1"/>
                </a:lnTo>
              </a:path>
            </a:pathLst>
          </a:custGeom>
          <a:solidFill>
            <a:srgbClr val="FFFFFF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36"/>
          <p:cNvSpPr/>
          <p:nvPr/>
        </p:nvSpPr>
        <p:spPr>
          <a:xfrm>
            <a:off x="3631915" y="3774044"/>
            <a:ext cx="24920" cy="24920"/>
          </a:xfrm>
          <a:custGeom>
            <a:avLst/>
            <a:gdLst/>
            <a:ahLst/>
            <a:cxnLst/>
            <a:rect l="l" t="t" r="r" b="b"/>
            <a:pathLst>
              <a:path w="1257" h="1257" extrusionOk="0">
                <a:moveTo>
                  <a:pt x="629" y="1"/>
                </a:moveTo>
                <a:cubicBezTo>
                  <a:pt x="273" y="1"/>
                  <a:pt x="1" y="273"/>
                  <a:pt x="1" y="629"/>
                </a:cubicBezTo>
                <a:cubicBezTo>
                  <a:pt x="1" y="984"/>
                  <a:pt x="273" y="1256"/>
                  <a:pt x="629" y="1256"/>
                </a:cubicBezTo>
                <a:cubicBezTo>
                  <a:pt x="984" y="1256"/>
                  <a:pt x="1256" y="984"/>
                  <a:pt x="1256" y="629"/>
                </a:cubicBezTo>
                <a:cubicBezTo>
                  <a:pt x="1256" y="273"/>
                  <a:pt x="984" y="1"/>
                  <a:pt x="629" y="1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36"/>
          <p:cNvSpPr/>
          <p:nvPr/>
        </p:nvSpPr>
        <p:spPr>
          <a:xfrm>
            <a:off x="4412611" y="3774044"/>
            <a:ext cx="24900" cy="24920"/>
          </a:xfrm>
          <a:custGeom>
            <a:avLst/>
            <a:gdLst/>
            <a:ahLst/>
            <a:cxnLst/>
            <a:rect l="l" t="t" r="r" b="b"/>
            <a:pathLst>
              <a:path w="1256" h="1257" extrusionOk="0">
                <a:moveTo>
                  <a:pt x="628" y="1"/>
                </a:moveTo>
                <a:cubicBezTo>
                  <a:pt x="293" y="1"/>
                  <a:pt x="0" y="273"/>
                  <a:pt x="0" y="629"/>
                </a:cubicBezTo>
                <a:cubicBezTo>
                  <a:pt x="0" y="984"/>
                  <a:pt x="293" y="1256"/>
                  <a:pt x="628" y="1256"/>
                </a:cubicBezTo>
                <a:cubicBezTo>
                  <a:pt x="984" y="1256"/>
                  <a:pt x="1256" y="984"/>
                  <a:pt x="1256" y="629"/>
                </a:cubicBezTo>
                <a:cubicBezTo>
                  <a:pt x="1256" y="273"/>
                  <a:pt x="984" y="1"/>
                  <a:pt x="628" y="1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6"/>
          <p:cNvSpPr/>
          <p:nvPr/>
        </p:nvSpPr>
        <p:spPr>
          <a:xfrm>
            <a:off x="4441236" y="3917546"/>
            <a:ext cx="24900" cy="24920"/>
          </a:xfrm>
          <a:custGeom>
            <a:avLst/>
            <a:gdLst/>
            <a:ahLst/>
            <a:cxnLst/>
            <a:rect l="l" t="t" r="r" b="b"/>
            <a:pathLst>
              <a:path w="1256" h="1257" extrusionOk="0">
                <a:moveTo>
                  <a:pt x="628" y="1"/>
                </a:moveTo>
                <a:cubicBezTo>
                  <a:pt x="293" y="1"/>
                  <a:pt x="0" y="273"/>
                  <a:pt x="0" y="629"/>
                </a:cubicBezTo>
                <a:cubicBezTo>
                  <a:pt x="0" y="963"/>
                  <a:pt x="293" y="1256"/>
                  <a:pt x="628" y="1256"/>
                </a:cubicBezTo>
                <a:cubicBezTo>
                  <a:pt x="984" y="1256"/>
                  <a:pt x="1256" y="963"/>
                  <a:pt x="1256" y="629"/>
                </a:cubicBezTo>
                <a:cubicBezTo>
                  <a:pt x="1256" y="273"/>
                  <a:pt x="984" y="1"/>
                  <a:pt x="628" y="1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36"/>
          <p:cNvSpPr/>
          <p:nvPr/>
        </p:nvSpPr>
        <p:spPr>
          <a:xfrm>
            <a:off x="4412611" y="3482435"/>
            <a:ext cx="24900" cy="24920"/>
          </a:xfrm>
          <a:custGeom>
            <a:avLst/>
            <a:gdLst/>
            <a:ahLst/>
            <a:cxnLst/>
            <a:rect l="l" t="t" r="r" b="b"/>
            <a:pathLst>
              <a:path w="1256" h="1257" extrusionOk="0">
                <a:moveTo>
                  <a:pt x="628" y="1"/>
                </a:moveTo>
                <a:cubicBezTo>
                  <a:pt x="293" y="1"/>
                  <a:pt x="0" y="294"/>
                  <a:pt x="0" y="628"/>
                </a:cubicBezTo>
                <a:cubicBezTo>
                  <a:pt x="0" y="984"/>
                  <a:pt x="293" y="1256"/>
                  <a:pt x="628" y="1256"/>
                </a:cubicBezTo>
                <a:cubicBezTo>
                  <a:pt x="984" y="1256"/>
                  <a:pt x="1256" y="984"/>
                  <a:pt x="1256" y="628"/>
                </a:cubicBezTo>
                <a:cubicBezTo>
                  <a:pt x="1256" y="294"/>
                  <a:pt x="984" y="1"/>
                  <a:pt x="628" y="1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36"/>
          <p:cNvSpPr/>
          <p:nvPr/>
        </p:nvSpPr>
        <p:spPr>
          <a:xfrm>
            <a:off x="4791332" y="3482435"/>
            <a:ext cx="24900" cy="24920"/>
          </a:xfrm>
          <a:custGeom>
            <a:avLst/>
            <a:gdLst/>
            <a:ahLst/>
            <a:cxnLst/>
            <a:rect l="l" t="t" r="r" b="b"/>
            <a:pathLst>
              <a:path w="1256" h="1257" extrusionOk="0">
                <a:moveTo>
                  <a:pt x="628" y="1"/>
                </a:moveTo>
                <a:cubicBezTo>
                  <a:pt x="272" y="1"/>
                  <a:pt x="0" y="294"/>
                  <a:pt x="0" y="628"/>
                </a:cubicBezTo>
                <a:cubicBezTo>
                  <a:pt x="0" y="984"/>
                  <a:pt x="272" y="1256"/>
                  <a:pt x="628" y="1256"/>
                </a:cubicBezTo>
                <a:cubicBezTo>
                  <a:pt x="984" y="1256"/>
                  <a:pt x="1256" y="984"/>
                  <a:pt x="1256" y="628"/>
                </a:cubicBezTo>
                <a:cubicBezTo>
                  <a:pt x="1256" y="294"/>
                  <a:pt x="984" y="1"/>
                  <a:pt x="628" y="1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36"/>
          <p:cNvSpPr/>
          <p:nvPr/>
        </p:nvSpPr>
        <p:spPr>
          <a:xfrm>
            <a:off x="3813811" y="3207003"/>
            <a:ext cx="24920" cy="24900"/>
          </a:xfrm>
          <a:custGeom>
            <a:avLst/>
            <a:gdLst/>
            <a:ahLst/>
            <a:cxnLst/>
            <a:rect l="l" t="t" r="r" b="b"/>
            <a:pathLst>
              <a:path w="1257" h="1256" extrusionOk="0">
                <a:moveTo>
                  <a:pt x="628" y="0"/>
                </a:moveTo>
                <a:cubicBezTo>
                  <a:pt x="273" y="0"/>
                  <a:pt x="1" y="272"/>
                  <a:pt x="1" y="628"/>
                </a:cubicBezTo>
                <a:cubicBezTo>
                  <a:pt x="1" y="963"/>
                  <a:pt x="273" y="1256"/>
                  <a:pt x="628" y="1256"/>
                </a:cubicBezTo>
                <a:cubicBezTo>
                  <a:pt x="984" y="1256"/>
                  <a:pt x="1256" y="963"/>
                  <a:pt x="1256" y="628"/>
                </a:cubicBezTo>
                <a:cubicBezTo>
                  <a:pt x="1256" y="272"/>
                  <a:pt x="984" y="0"/>
                  <a:pt x="628" y="0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36"/>
          <p:cNvSpPr/>
          <p:nvPr/>
        </p:nvSpPr>
        <p:spPr>
          <a:xfrm>
            <a:off x="3111523" y="2905421"/>
            <a:ext cx="25336" cy="24920"/>
          </a:xfrm>
          <a:custGeom>
            <a:avLst/>
            <a:gdLst/>
            <a:ahLst/>
            <a:cxnLst/>
            <a:rect l="l" t="t" r="r" b="b"/>
            <a:pathLst>
              <a:path w="1278" h="1257" extrusionOk="0">
                <a:moveTo>
                  <a:pt x="650" y="1"/>
                </a:moveTo>
                <a:cubicBezTo>
                  <a:pt x="294" y="1"/>
                  <a:pt x="1" y="294"/>
                  <a:pt x="1" y="629"/>
                </a:cubicBezTo>
                <a:cubicBezTo>
                  <a:pt x="1" y="984"/>
                  <a:pt x="294" y="1256"/>
                  <a:pt x="650" y="1256"/>
                </a:cubicBezTo>
                <a:cubicBezTo>
                  <a:pt x="984" y="1256"/>
                  <a:pt x="1277" y="984"/>
                  <a:pt x="1277" y="629"/>
                </a:cubicBezTo>
                <a:cubicBezTo>
                  <a:pt x="1277" y="294"/>
                  <a:pt x="984" y="1"/>
                  <a:pt x="650" y="1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36"/>
          <p:cNvSpPr/>
          <p:nvPr/>
        </p:nvSpPr>
        <p:spPr>
          <a:xfrm>
            <a:off x="3506441" y="1950519"/>
            <a:ext cx="24900" cy="24920"/>
          </a:xfrm>
          <a:custGeom>
            <a:avLst/>
            <a:gdLst/>
            <a:ahLst/>
            <a:cxnLst/>
            <a:rect l="l" t="t" r="r" b="b"/>
            <a:pathLst>
              <a:path w="1256" h="1257" extrusionOk="0">
                <a:moveTo>
                  <a:pt x="628" y="1"/>
                </a:moveTo>
                <a:cubicBezTo>
                  <a:pt x="272" y="1"/>
                  <a:pt x="0" y="273"/>
                  <a:pt x="0" y="628"/>
                </a:cubicBezTo>
                <a:cubicBezTo>
                  <a:pt x="0" y="963"/>
                  <a:pt x="272" y="1256"/>
                  <a:pt x="628" y="1256"/>
                </a:cubicBezTo>
                <a:cubicBezTo>
                  <a:pt x="963" y="1256"/>
                  <a:pt x="1256" y="963"/>
                  <a:pt x="1256" y="628"/>
                </a:cubicBezTo>
                <a:cubicBezTo>
                  <a:pt x="1256" y="273"/>
                  <a:pt x="963" y="1"/>
                  <a:pt x="628" y="1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36"/>
          <p:cNvSpPr/>
          <p:nvPr/>
        </p:nvSpPr>
        <p:spPr>
          <a:xfrm>
            <a:off x="2676816" y="2310169"/>
            <a:ext cx="24900" cy="24900"/>
          </a:xfrm>
          <a:custGeom>
            <a:avLst/>
            <a:gdLst/>
            <a:ahLst/>
            <a:cxnLst/>
            <a:rect l="l" t="t" r="r" b="b"/>
            <a:pathLst>
              <a:path w="1256" h="1256" extrusionOk="0">
                <a:moveTo>
                  <a:pt x="628" y="1"/>
                </a:moveTo>
                <a:cubicBezTo>
                  <a:pt x="272" y="1"/>
                  <a:pt x="0" y="293"/>
                  <a:pt x="0" y="628"/>
                </a:cubicBezTo>
                <a:cubicBezTo>
                  <a:pt x="0" y="984"/>
                  <a:pt x="272" y="1256"/>
                  <a:pt x="628" y="1256"/>
                </a:cubicBezTo>
                <a:cubicBezTo>
                  <a:pt x="963" y="1256"/>
                  <a:pt x="1255" y="984"/>
                  <a:pt x="1255" y="628"/>
                </a:cubicBezTo>
                <a:cubicBezTo>
                  <a:pt x="1255" y="293"/>
                  <a:pt x="963" y="1"/>
                  <a:pt x="628" y="1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36"/>
          <p:cNvSpPr/>
          <p:nvPr/>
        </p:nvSpPr>
        <p:spPr>
          <a:xfrm>
            <a:off x="4819741" y="2322619"/>
            <a:ext cx="24900" cy="24900"/>
          </a:xfrm>
          <a:custGeom>
            <a:avLst/>
            <a:gdLst/>
            <a:ahLst/>
            <a:cxnLst/>
            <a:rect l="l" t="t" r="r" b="b"/>
            <a:pathLst>
              <a:path w="1256" h="1256" extrusionOk="0">
                <a:moveTo>
                  <a:pt x="628" y="0"/>
                </a:moveTo>
                <a:cubicBezTo>
                  <a:pt x="272" y="0"/>
                  <a:pt x="0" y="293"/>
                  <a:pt x="0" y="628"/>
                </a:cubicBezTo>
                <a:cubicBezTo>
                  <a:pt x="0" y="984"/>
                  <a:pt x="272" y="1256"/>
                  <a:pt x="628" y="1256"/>
                </a:cubicBezTo>
                <a:cubicBezTo>
                  <a:pt x="984" y="1256"/>
                  <a:pt x="1256" y="984"/>
                  <a:pt x="1256" y="628"/>
                </a:cubicBezTo>
                <a:cubicBezTo>
                  <a:pt x="1256" y="293"/>
                  <a:pt x="984" y="0"/>
                  <a:pt x="628" y="0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36"/>
          <p:cNvSpPr/>
          <p:nvPr/>
        </p:nvSpPr>
        <p:spPr>
          <a:xfrm>
            <a:off x="5718021" y="2486475"/>
            <a:ext cx="24920" cy="24900"/>
          </a:xfrm>
          <a:custGeom>
            <a:avLst/>
            <a:gdLst/>
            <a:ahLst/>
            <a:cxnLst/>
            <a:rect l="l" t="t" r="r" b="b"/>
            <a:pathLst>
              <a:path w="1257" h="1256" extrusionOk="0">
                <a:moveTo>
                  <a:pt x="628" y="0"/>
                </a:moveTo>
                <a:cubicBezTo>
                  <a:pt x="273" y="0"/>
                  <a:pt x="1" y="293"/>
                  <a:pt x="1" y="628"/>
                </a:cubicBezTo>
                <a:cubicBezTo>
                  <a:pt x="1" y="983"/>
                  <a:pt x="273" y="1255"/>
                  <a:pt x="628" y="1255"/>
                </a:cubicBezTo>
                <a:cubicBezTo>
                  <a:pt x="963" y="1255"/>
                  <a:pt x="1256" y="983"/>
                  <a:pt x="1256" y="628"/>
                </a:cubicBezTo>
                <a:cubicBezTo>
                  <a:pt x="1256" y="293"/>
                  <a:pt x="963" y="0"/>
                  <a:pt x="628" y="0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36"/>
          <p:cNvSpPr/>
          <p:nvPr/>
        </p:nvSpPr>
        <p:spPr>
          <a:xfrm>
            <a:off x="6074147" y="3592780"/>
            <a:ext cx="24900" cy="24900"/>
          </a:xfrm>
          <a:custGeom>
            <a:avLst/>
            <a:gdLst/>
            <a:ahLst/>
            <a:cxnLst/>
            <a:rect l="l" t="t" r="r" b="b"/>
            <a:pathLst>
              <a:path w="1256" h="1256" extrusionOk="0">
                <a:moveTo>
                  <a:pt x="628" y="0"/>
                </a:moveTo>
                <a:cubicBezTo>
                  <a:pt x="272" y="0"/>
                  <a:pt x="0" y="272"/>
                  <a:pt x="0" y="628"/>
                </a:cubicBezTo>
                <a:cubicBezTo>
                  <a:pt x="0" y="963"/>
                  <a:pt x="272" y="1256"/>
                  <a:pt x="628" y="1256"/>
                </a:cubicBezTo>
                <a:cubicBezTo>
                  <a:pt x="984" y="1256"/>
                  <a:pt x="1256" y="963"/>
                  <a:pt x="1256" y="628"/>
                </a:cubicBezTo>
                <a:cubicBezTo>
                  <a:pt x="1256" y="272"/>
                  <a:pt x="984" y="0"/>
                  <a:pt x="628" y="0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36"/>
          <p:cNvSpPr/>
          <p:nvPr/>
        </p:nvSpPr>
        <p:spPr>
          <a:xfrm>
            <a:off x="5523060" y="3902650"/>
            <a:ext cx="24920" cy="24900"/>
          </a:xfrm>
          <a:custGeom>
            <a:avLst/>
            <a:gdLst/>
            <a:ahLst/>
            <a:cxnLst/>
            <a:rect l="l" t="t" r="r" b="b"/>
            <a:pathLst>
              <a:path w="1257" h="1256" extrusionOk="0">
                <a:moveTo>
                  <a:pt x="628" y="0"/>
                </a:moveTo>
                <a:cubicBezTo>
                  <a:pt x="273" y="0"/>
                  <a:pt x="1" y="272"/>
                  <a:pt x="1" y="628"/>
                </a:cubicBezTo>
                <a:cubicBezTo>
                  <a:pt x="1" y="984"/>
                  <a:pt x="273" y="1256"/>
                  <a:pt x="628" y="1256"/>
                </a:cubicBezTo>
                <a:cubicBezTo>
                  <a:pt x="963" y="1256"/>
                  <a:pt x="1256" y="984"/>
                  <a:pt x="1256" y="628"/>
                </a:cubicBezTo>
                <a:cubicBezTo>
                  <a:pt x="1256" y="272"/>
                  <a:pt x="963" y="0"/>
                  <a:pt x="628" y="0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36"/>
          <p:cNvSpPr/>
          <p:nvPr/>
        </p:nvSpPr>
        <p:spPr>
          <a:xfrm>
            <a:off x="5533230" y="2186975"/>
            <a:ext cx="225252" cy="224835"/>
          </a:xfrm>
          <a:custGeom>
            <a:avLst/>
            <a:gdLst/>
            <a:ahLst/>
            <a:cxnLst/>
            <a:rect l="l" t="t" r="r" b="b"/>
            <a:pathLst>
              <a:path w="11362" h="11341" extrusionOk="0">
                <a:moveTo>
                  <a:pt x="0" y="0"/>
                </a:moveTo>
                <a:cubicBezTo>
                  <a:pt x="0" y="6277"/>
                  <a:pt x="5084" y="11341"/>
                  <a:pt x="11362" y="11341"/>
                </a:cubicBezTo>
                <a:lnTo>
                  <a:pt x="11362" y="8914"/>
                </a:lnTo>
                <a:cubicBezTo>
                  <a:pt x="11349" y="8914"/>
                  <a:pt x="11336" y="8914"/>
                  <a:pt x="11323" y="8914"/>
                </a:cubicBezTo>
                <a:cubicBezTo>
                  <a:pt x="6424" y="8914"/>
                  <a:pt x="2427" y="4925"/>
                  <a:pt x="2427" y="0"/>
                </a:cubicBezTo>
                <a:close/>
              </a:path>
            </a:pathLst>
          </a:custGeom>
          <a:solidFill>
            <a:srgbClr val="48FFD5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36"/>
          <p:cNvSpPr/>
          <p:nvPr/>
        </p:nvSpPr>
        <p:spPr>
          <a:xfrm>
            <a:off x="5533627" y="1961304"/>
            <a:ext cx="225271" cy="225271"/>
          </a:xfrm>
          <a:custGeom>
            <a:avLst/>
            <a:gdLst/>
            <a:ahLst/>
            <a:cxnLst/>
            <a:rect l="l" t="t" r="r" b="b"/>
            <a:pathLst>
              <a:path w="11363" h="11363" extrusionOk="0">
                <a:moveTo>
                  <a:pt x="11362" y="1"/>
                </a:moveTo>
                <a:cubicBezTo>
                  <a:pt x="5085" y="1"/>
                  <a:pt x="1" y="5085"/>
                  <a:pt x="1" y="11362"/>
                </a:cubicBezTo>
                <a:lnTo>
                  <a:pt x="2449" y="11362"/>
                </a:lnTo>
                <a:cubicBezTo>
                  <a:pt x="2407" y="6445"/>
                  <a:pt x="6425" y="2428"/>
                  <a:pt x="11362" y="2428"/>
                </a:cubicBezTo>
                <a:lnTo>
                  <a:pt x="1136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36"/>
          <p:cNvSpPr/>
          <p:nvPr/>
        </p:nvSpPr>
        <p:spPr>
          <a:xfrm>
            <a:off x="5758880" y="1961721"/>
            <a:ext cx="225668" cy="225688"/>
          </a:xfrm>
          <a:custGeom>
            <a:avLst/>
            <a:gdLst/>
            <a:ahLst/>
            <a:cxnLst/>
            <a:rect l="l" t="t" r="r" b="b"/>
            <a:pathLst>
              <a:path w="11383" h="11384" extrusionOk="0">
                <a:moveTo>
                  <a:pt x="0" y="1"/>
                </a:moveTo>
                <a:lnTo>
                  <a:pt x="0" y="2449"/>
                </a:lnTo>
                <a:cubicBezTo>
                  <a:pt x="4938" y="2449"/>
                  <a:pt x="8935" y="6445"/>
                  <a:pt x="8935" y="11383"/>
                </a:cubicBezTo>
                <a:lnTo>
                  <a:pt x="11383" y="11383"/>
                </a:lnTo>
                <a:cubicBezTo>
                  <a:pt x="11341" y="5085"/>
                  <a:pt x="6278" y="1"/>
                  <a:pt x="0" y="1"/>
                </a:cubicBezTo>
                <a:close/>
              </a:path>
            </a:pathLst>
          </a:custGeom>
          <a:solidFill>
            <a:srgbClr val="48FFD5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36"/>
          <p:cNvSpPr/>
          <p:nvPr/>
        </p:nvSpPr>
        <p:spPr>
          <a:xfrm>
            <a:off x="5758880" y="2187391"/>
            <a:ext cx="224855" cy="225252"/>
          </a:xfrm>
          <a:custGeom>
            <a:avLst/>
            <a:gdLst/>
            <a:ahLst/>
            <a:cxnLst/>
            <a:rect l="l" t="t" r="r" b="b"/>
            <a:pathLst>
              <a:path w="11342" h="11362" extrusionOk="0">
                <a:moveTo>
                  <a:pt x="8914" y="0"/>
                </a:moveTo>
                <a:cubicBezTo>
                  <a:pt x="8935" y="4917"/>
                  <a:pt x="4938" y="8914"/>
                  <a:pt x="0" y="8914"/>
                </a:cubicBezTo>
                <a:lnTo>
                  <a:pt x="0" y="11362"/>
                </a:lnTo>
                <a:cubicBezTo>
                  <a:pt x="6278" y="11362"/>
                  <a:pt x="11341" y="6277"/>
                  <a:pt x="113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36"/>
          <p:cNvSpPr/>
          <p:nvPr/>
        </p:nvSpPr>
        <p:spPr>
          <a:xfrm>
            <a:off x="3533820" y="1402550"/>
            <a:ext cx="560017" cy="155587"/>
          </a:xfrm>
          <a:custGeom>
            <a:avLst/>
            <a:gdLst/>
            <a:ahLst/>
            <a:cxnLst/>
            <a:rect l="l" t="t" r="r" b="b"/>
            <a:pathLst>
              <a:path w="28248" h="7848" fill="none" extrusionOk="0">
                <a:moveTo>
                  <a:pt x="0" y="7847"/>
                </a:moveTo>
                <a:cubicBezTo>
                  <a:pt x="2930" y="3139"/>
                  <a:pt x="8160" y="1"/>
                  <a:pt x="14124" y="1"/>
                </a:cubicBezTo>
                <a:cubicBezTo>
                  <a:pt x="20087" y="1"/>
                  <a:pt x="25318" y="3139"/>
                  <a:pt x="28247" y="7847"/>
                </a:cubicBezTo>
              </a:path>
            </a:pathLst>
          </a:custGeom>
          <a:noFill/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36"/>
          <p:cNvSpPr/>
          <p:nvPr/>
        </p:nvSpPr>
        <p:spPr>
          <a:xfrm>
            <a:off x="4065023" y="1536897"/>
            <a:ext cx="53072" cy="53151"/>
          </a:xfrm>
          <a:custGeom>
            <a:avLst/>
            <a:gdLst/>
            <a:ahLst/>
            <a:cxnLst/>
            <a:rect l="l" t="t" r="r" b="b"/>
            <a:pathLst>
              <a:path w="2677" h="2681" extrusionOk="0">
                <a:moveTo>
                  <a:pt x="2502" y="1"/>
                </a:moveTo>
                <a:cubicBezTo>
                  <a:pt x="2491" y="1"/>
                  <a:pt x="2480" y="2"/>
                  <a:pt x="2469" y="4"/>
                </a:cubicBezTo>
                <a:lnTo>
                  <a:pt x="1298" y="402"/>
                </a:lnTo>
                <a:lnTo>
                  <a:pt x="126" y="799"/>
                </a:lnTo>
                <a:cubicBezTo>
                  <a:pt x="21" y="820"/>
                  <a:pt x="0" y="946"/>
                  <a:pt x="63" y="1029"/>
                </a:cubicBezTo>
                <a:lnTo>
                  <a:pt x="984" y="1845"/>
                </a:lnTo>
                <a:lnTo>
                  <a:pt x="1905" y="2641"/>
                </a:lnTo>
                <a:cubicBezTo>
                  <a:pt x="1932" y="2668"/>
                  <a:pt x="1965" y="2680"/>
                  <a:pt x="1997" y="2680"/>
                </a:cubicBezTo>
                <a:cubicBezTo>
                  <a:pt x="2060" y="2680"/>
                  <a:pt x="2121" y="2634"/>
                  <a:pt x="2135" y="2578"/>
                </a:cubicBezTo>
                <a:lnTo>
                  <a:pt x="2407" y="1364"/>
                </a:lnTo>
                <a:lnTo>
                  <a:pt x="2658" y="172"/>
                </a:lnTo>
                <a:cubicBezTo>
                  <a:pt x="2676" y="78"/>
                  <a:pt x="2595" y="1"/>
                  <a:pt x="2502" y="1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36"/>
          <p:cNvSpPr/>
          <p:nvPr/>
        </p:nvSpPr>
        <p:spPr>
          <a:xfrm>
            <a:off x="5188093" y="1744357"/>
            <a:ext cx="560017" cy="155587"/>
          </a:xfrm>
          <a:custGeom>
            <a:avLst/>
            <a:gdLst/>
            <a:ahLst/>
            <a:cxnLst/>
            <a:rect l="l" t="t" r="r" b="b"/>
            <a:pathLst>
              <a:path w="28248" h="7848" fill="none" extrusionOk="0">
                <a:moveTo>
                  <a:pt x="28247" y="7847"/>
                </a:moveTo>
                <a:cubicBezTo>
                  <a:pt x="25297" y="3139"/>
                  <a:pt x="20066" y="1"/>
                  <a:pt x="14124" y="1"/>
                </a:cubicBezTo>
                <a:cubicBezTo>
                  <a:pt x="8161" y="1"/>
                  <a:pt x="2930" y="3139"/>
                  <a:pt x="1" y="7847"/>
                </a:cubicBezTo>
              </a:path>
            </a:pathLst>
          </a:custGeom>
          <a:solidFill>
            <a:srgbClr val="FFFFFF"/>
          </a:solidFill>
          <a:ln w="285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36"/>
          <p:cNvSpPr/>
          <p:nvPr/>
        </p:nvSpPr>
        <p:spPr>
          <a:xfrm>
            <a:off x="5168701" y="1888170"/>
            <a:ext cx="53428" cy="53250"/>
          </a:xfrm>
          <a:custGeom>
            <a:avLst/>
            <a:gdLst/>
            <a:ahLst/>
            <a:cxnLst/>
            <a:rect l="l" t="t" r="r" b="b"/>
            <a:pathLst>
              <a:path w="2695" h="2686" extrusionOk="0">
                <a:moveTo>
                  <a:pt x="165" y="0"/>
                </a:moveTo>
                <a:cubicBezTo>
                  <a:pt x="75" y="0"/>
                  <a:pt x="0" y="62"/>
                  <a:pt x="37" y="172"/>
                </a:cubicBezTo>
                <a:lnTo>
                  <a:pt x="288" y="1364"/>
                </a:lnTo>
                <a:lnTo>
                  <a:pt x="560" y="2578"/>
                </a:lnTo>
                <a:cubicBezTo>
                  <a:pt x="573" y="2644"/>
                  <a:pt x="628" y="2685"/>
                  <a:pt x="688" y="2685"/>
                </a:cubicBezTo>
                <a:cubicBezTo>
                  <a:pt x="723" y="2685"/>
                  <a:pt x="759" y="2671"/>
                  <a:pt x="790" y="2641"/>
                </a:cubicBezTo>
                <a:lnTo>
                  <a:pt x="1711" y="1845"/>
                </a:lnTo>
                <a:lnTo>
                  <a:pt x="2611" y="1029"/>
                </a:lnTo>
                <a:cubicBezTo>
                  <a:pt x="2694" y="946"/>
                  <a:pt x="2673" y="820"/>
                  <a:pt x="2569" y="799"/>
                </a:cubicBezTo>
                <a:lnTo>
                  <a:pt x="1397" y="402"/>
                </a:lnTo>
                <a:lnTo>
                  <a:pt x="204" y="4"/>
                </a:lnTo>
                <a:cubicBezTo>
                  <a:pt x="191" y="1"/>
                  <a:pt x="178" y="0"/>
                  <a:pt x="165" y="0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36"/>
          <p:cNvSpPr/>
          <p:nvPr/>
        </p:nvSpPr>
        <p:spPr>
          <a:xfrm>
            <a:off x="3388620" y="1625723"/>
            <a:ext cx="260520" cy="260520"/>
          </a:xfrm>
          <a:custGeom>
            <a:avLst/>
            <a:gdLst/>
            <a:ahLst/>
            <a:cxnLst/>
            <a:rect l="l" t="t" r="r" b="b"/>
            <a:pathLst>
              <a:path w="13141" h="13141" extrusionOk="0">
                <a:moveTo>
                  <a:pt x="6571" y="1151"/>
                </a:moveTo>
                <a:cubicBezTo>
                  <a:pt x="9584" y="1151"/>
                  <a:pt x="12011" y="3599"/>
                  <a:pt x="12011" y="6592"/>
                </a:cubicBezTo>
                <a:cubicBezTo>
                  <a:pt x="12011" y="9605"/>
                  <a:pt x="9584" y="12032"/>
                  <a:pt x="6571" y="12032"/>
                </a:cubicBezTo>
                <a:cubicBezTo>
                  <a:pt x="3558" y="12032"/>
                  <a:pt x="1131" y="9605"/>
                  <a:pt x="1131" y="6592"/>
                </a:cubicBezTo>
                <a:cubicBezTo>
                  <a:pt x="1131" y="3599"/>
                  <a:pt x="3558" y="1151"/>
                  <a:pt x="6571" y="1151"/>
                </a:cubicBezTo>
                <a:close/>
                <a:moveTo>
                  <a:pt x="6571" y="1"/>
                </a:moveTo>
                <a:cubicBezTo>
                  <a:pt x="2930" y="1"/>
                  <a:pt x="1" y="2930"/>
                  <a:pt x="1" y="6571"/>
                </a:cubicBezTo>
                <a:cubicBezTo>
                  <a:pt x="1" y="10211"/>
                  <a:pt x="2930" y="13141"/>
                  <a:pt x="6571" y="13141"/>
                </a:cubicBezTo>
                <a:cubicBezTo>
                  <a:pt x="10212" y="13141"/>
                  <a:pt x="13141" y="10211"/>
                  <a:pt x="13141" y="6571"/>
                </a:cubicBezTo>
                <a:cubicBezTo>
                  <a:pt x="13141" y="2930"/>
                  <a:pt x="10212" y="1"/>
                  <a:pt x="6571" y="1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rgbClr val="42FF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36"/>
          <p:cNvSpPr/>
          <p:nvPr/>
        </p:nvSpPr>
        <p:spPr>
          <a:xfrm>
            <a:off x="3397343" y="1648125"/>
            <a:ext cx="243094" cy="215775"/>
          </a:xfrm>
          <a:custGeom>
            <a:avLst/>
            <a:gdLst/>
            <a:ahLst/>
            <a:cxnLst/>
            <a:rect l="l" t="t" r="r" b="b"/>
            <a:pathLst>
              <a:path w="12262" h="10884" extrusionOk="0">
                <a:moveTo>
                  <a:pt x="6129" y="0"/>
                </a:moveTo>
                <a:cubicBezTo>
                  <a:pt x="3886" y="0"/>
                  <a:pt x="1796" y="1395"/>
                  <a:pt x="1005" y="3620"/>
                </a:cubicBezTo>
                <a:cubicBezTo>
                  <a:pt x="0" y="6466"/>
                  <a:pt x="1465" y="9563"/>
                  <a:pt x="4311" y="10567"/>
                </a:cubicBezTo>
                <a:cubicBezTo>
                  <a:pt x="4913" y="10781"/>
                  <a:pt x="5530" y="10883"/>
                  <a:pt x="6136" y="10883"/>
                </a:cubicBezTo>
                <a:cubicBezTo>
                  <a:pt x="8370" y="10883"/>
                  <a:pt x="10467" y="9499"/>
                  <a:pt x="11257" y="7261"/>
                </a:cubicBezTo>
                <a:cubicBezTo>
                  <a:pt x="12262" y="4436"/>
                  <a:pt x="10776" y="1319"/>
                  <a:pt x="7951" y="314"/>
                </a:cubicBezTo>
                <a:cubicBezTo>
                  <a:pt x="7348" y="101"/>
                  <a:pt x="6733" y="0"/>
                  <a:pt x="6129" y="0"/>
                </a:cubicBezTo>
                <a:close/>
              </a:path>
            </a:pathLst>
          </a:custGeom>
          <a:solidFill>
            <a:srgbClr val="052643"/>
          </a:solidFill>
          <a:ln w="19050" cap="flat" cmpd="sng">
            <a:solidFill>
              <a:srgbClr val="42FF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6"/>
          <p:cNvSpPr/>
          <p:nvPr/>
        </p:nvSpPr>
        <p:spPr>
          <a:xfrm>
            <a:off x="3518871" y="1670111"/>
            <a:ext cx="46490" cy="113260"/>
          </a:xfrm>
          <a:custGeom>
            <a:avLst/>
            <a:gdLst/>
            <a:ahLst/>
            <a:cxnLst/>
            <a:rect l="l" t="t" r="r" b="b"/>
            <a:pathLst>
              <a:path w="2345" h="5713" fill="none" extrusionOk="0">
                <a:moveTo>
                  <a:pt x="1" y="0"/>
                </a:moveTo>
                <a:lnTo>
                  <a:pt x="1" y="4332"/>
                </a:lnTo>
                <a:lnTo>
                  <a:pt x="2344" y="5713"/>
                </a:lnTo>
              </a:path>
            </a:pathLst>
          </a:custGeom>
          <a:solidFill>
            <a:schemeClr val="accent1"/>
          </a:solidFill>
          <a:ln w="19050" cap="rnd" cmpd="sng">
            <a:solidFill>
              <a:srgbClr val="42FF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36"/>
          <p:cNvSpPr/>
          <p:nvPr/>
        </p:nvSpPr>
        <p:spPr>
          <a:xfrm>
            <a:off x="4503232" y="1735237"/>
            <a:ext cx="233975" cy="174242"/>
          </a:xfrm>
          <a:custGeom>
            <a:avLst/>
            <a:gdLst/>
            <a:ahLst/>
            <a:cxnLst/>
            <a:rect l="l" t="t" r="r" b="b"/>
            <a:pathLst>
              <a:path w="11802" h="8789" extrusionOk="0">
                <a:moveTo>
                  <a:pt x="10211" y="0"/>
                </a:moveTo>
                <a:cubicBezTo>
                  <a:pt x="10086" y="0"/>
                  <a:pt x="9960" y="126"/>
                  <a:pt x="9960" y="251"/>
                </a:cubicBezTo>
                <a:lnTo>
                  <a:pt x="9960" y="8307"/>
                </a:lnTo>
                <a:lnTo>
                  <a:pt x="8224" y="8307"/>
                </a:lnTo>
                <a:lnTo>
                  <a:pt x="8224" y="879"/>
                </a:lnTo>
                <a:cubicBezTo>
                  <a:pt x="8224" y="733"/>
                  <a:pt x="8098" y="628"/>
                  <a:pt x="7973" y="628"/>
                </a:cubicBezTo>
                <a:cubicBezTo>
                  <a:pt x="7826" y="628"/>
                  <a:pt x="7701" y="754"/>
                  <a:pt x="7701" y="879"/>
                </a:cubicBezTo>
                <a:lnTo>
                  <a:pt x="7701" y="8307"/>
                </a:lnTo>
                <a:lnTo>
                  <a:pt x="5964" y="8307"/>
                </a:lnTo>
                <a:lnTo>
                  <a:pt x="5964" y="1904"/>
                </a:lnTo>
                <a:cubicBezTo>
                  <a:pt x="5964" y="1758"/>
                  <a:pt x="5838" y="1653"/>
                  <a:pt x="5713" y="1653"/>
                </a:cubicBezTo>
                <a:cubicBezTo>
                  <a:pt x="5545" y="1653"/>
                  <a:pt x="5441" y="1779"/>
                  <a:pt x="5441" y="1904"/>
                </a:cubicBezTo>
                <a:lnTo>
                  <a:pt x="5441" y="8307"/>
                </a:lnTo>
                <a:lnTo>
                  <a:pt x="3725" y="8307"/>
                </a:lnTo>
                <a:lnTo>
                  <a:pt x="3725" y="2972"/>
                </a:lnTo>
                <a:cubicBezTo>
                  <a:pt x="3725" y="2825"/>
                  <a:pt x="3600" y="2720"/>
                  <a:pt x="3453" y="2720"/>
                </a:cubicBezTo>
                <a:cubicBezTo>
                  <a:pt x="3328" y="2720"/>
                  <a:pt x="3202" y="2846"/>
                  <a:pt x="3202" y="2972"/>
                </a:cubicBezTo>
                <a:lnTo>
                  <a:pt x="3202" y="8307"/>
                </a:lnTo>
                <a:lnTo>
                  <a:pt x="252" y="8307"/>
                </a:lnTo>
                <a:cubicBezTo>
                  <a:pt x="105" y="8307"/>
                  <a:pt x="1" y="8433"/>
                  <a:pt x="1" y="8558"/>
                </a:cubicBezTo>
                <a:cubicBezTo>
                  <a:pt x="1" y="8684"/>
                  <a:pt x="105" y="8788"/>
                  <a:pt x="252" y="8788"/>
                </a:cubicBezTo>
                <a:lnTo>
                  <a:pt x="11571" y="8788"/>
                </a:lnTo>
                <a:cubicBezTo>
                  <a:pt x="11697" y="8788"/>
                  <a:pt x="11802" y="8684"/>
                  <a:pt x="11802" y="8558"/>
                </a:cubicBezTo>
                <a:cubicBezTo>
                  <a:pt x="11802" y="8433"/>
                  <a:pt x="11697" y="8307"/>
                  <a:pt x="11571" y="8307"/>
                </a:cubicBezTo>
                <a:lnTo>
                  <a:pt x="10483" y="8307"/>
                </a:lnTo>
                <a:lnTo>
                  <a:pt x="10483" y="251"/>
                </a:lnTo>
                <a:cubicBezTo>
                  <a:pt x="10483" y="105"/>
                  <a:pt x="10337" y="0"/>
                  <a:pt x="10211" y="0"/>
                </a:cubicBezTo>
                <a:close/>
              </a:path>
            </a:pathLst>
          </a:custGeom>
          <a:solidFill>
            <a:srgbClr val="48FFD5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36"/>
          <p:cNvSpPr/>
          <p:nvPr/>
        </p:nvSpPr>
        <p:spPr>
          <a:xfrm>
            <a:off x="4090908" y="3286641"/>
            <a:ext cx="233558" cy="174242"/>
          </a:xfrm>
          <a:custGeom>
            <a:avLst/>
            <a:gdLst/>
            <a:ahLst/>
            <a:cxnLst/>
            <a:rect l="l" t="t" r="r" b="b"/>
            <a:pathLst>
              <a:path w="11781" h="8789" extrusionOk="0">
                <a:moveTo>
                  <a:pt x="1591" y="1"/>
                </a:moveTo>
                <a:cubicBezTo>
                  <a:pt x="1423" y="1"/>
                  <a:pt x="1319" y="126"/>
                  <a:pt x="1319" y="273"/>
                </a:cubicBezTo>
                <a:lnTo>
                  <a:pt x="1319" y="8328"/>
                </a:lnTo>
                <a:lnTo>
                  <a:pt x="231" y="8328"/>
                </a:lnTo>
                <a:cubicBezTo>
                  <a:pt x="84" y="8328"/>
                  <a:pt x="1" y="8412"/>
                  <a:pt x="1" y="8558"/>
                </a:cubicBezTo>
                <a:cubicBezTo>
                  <a:pt x="1" y="8684"/>
                  <a:pt x="84" y="8789"/>
                  <a:pt x="231" y="8789"/>
                </a:cubicBezTo>
                <a:lnTo>
                  <a:pt x="11550" y="8789"/>
                </a:lnTo>
                <a:cubicBezTo>
                  <a:pt x="11676" y="8789"/>
                  <a:pt x="11781" y="8684"/>
                  <a:pt x="11781" y="8558"/>
                </a:cubicBezTo>
                <a:cubicBezTo>
                  <a:pt x="11781" y="8433"/>
                  <a:pt x="11676" y="8328"/>
                  <a:pt x="11550" y="8328"/>
                </a:cubicBezTo>
                <a:lnTo>
                  <a:pt x="8600" y="8328"/>
                </a:lnTo>
                <a:lnTo>
                  <a:pt x="8600" y="2993"/>
                </a:lnTo>
                <a:cubicBezTo>
                  <a:pt x="8600" y="2825"/>
                  <a:pt x="8475" y="2721"/>
                  <a:pt x="8328" y="2721"/>
                </a:cubicBezTo>
                <a:cubicBezTo>
                  <a:pt x="8182" y="2721"/>
                  <a:pt x="8077" y="2846"/>
                  <a:pt x="8077" y="2993"/>
                </a:cubicBezTo>
                <a:lnTo>
                  <a:pt x="8077" y="8328"/>
                </a:lnTo>
                <a:lnTo>
                  <a:pt x="6340" y="8328"/>
                </a:lnTo>
                <a:lnTo>
                  <a:pt x="6340" y="1905"/>
                </a:lnTo>
                <a:cubicBezTo>
                  <a:pt x="6340" y="1758"/>
                  <a:pt x="6215" y="1654"/>
                  <a:pt x="6089" y="1654"/>
                </a:cubicBezTo>
                <a:cubicBezTo>
                  <a:pt x="5964" y="1654"/>
                  <a:pt x="5817" y="1779"/>
                  <a:pt x="5817" y="1905"/>
                </a:cubicBezTo>
                <a:lnTo>
                  <a:pt x="5817" y="8328"/>
                </a:lnTo>
                <a:lnTo>
                  <a:pt x="4102" y="8328"/>
                </a:lnTo>
                <a:lnTo>
                  <a:pt x="4102" y="900"/>
                </a:lnTo>
                <a:cubicBezTo>
                  <a:pt x="4102" y="733"/>
                  <a:pt x="3976" y="628"/>
                  <a:pt x="3830" y="628"/>
                </a:cubicBezTo>
                <a:cubicBezTo>
                  <a:pt x="3704" y="628"/>
                  <a:pt x="3579" y="754"/>
                  <a:pt x="3579" y="900"/>
                </a:cubicBezTo>
                <a:lnTo>
                  <a:pt x="3579" y="8328"/>
                </a:lnTo>
                <a:lnTo>
                  <a:pt x="1842" y="8328"/>
                </a:lnTo>
                <a:lnTo>
                  <a:pt x="1842" y="273"/>
                </a:lnTo>
                <a:cubicBezTo>
                  <a:pt x="1842" y="105"/>
                  <a:pt x="1716" y="1"/>
                  <a:pt x="1591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36"/>
          <p:cNvSpPr/>
          <p:nvPr/>
        </p:nvSpPr>
        <p:spPr>
          <a:xfrm>
            <a:off x="3659095" y="2851081"/>
            <a:ext cx="334349" cy="290397"/>
          </a:xfrm>
          <a:custGeom>
            <a:avLst/>
            <a:gdLst/>
            <a:ahLst/>
            <a:cxnLst/>
            <a:rect l="l" t="t" r="r" b="b"/>
            <a:pathLst>
              <a:path w="16865" h="14648" extrusionOk="0">
                <a:moveTo>
                  <a:pt x="2720" y="1"/>
                </a:moveTo>
                <a:cubicBezTo>
                  <a:pt x="1235" y="1"/>
                  <a:pt x="0" y="1235"/>
                  <a:pt x="0" y="2721"/>
                </a:cubicBezTo>
                <a:lnTo>
                  <a:pt x="0" y="8956"/>
                </a:lnTo>
                <a:cubicBezTo>
                  <a:pt x="0" y="10442"/>
                  <a:pt x="1235" y="11676"/>
                  <a:pt x="2720" y="11676"/>
                </a:cubicBezTo>
                <a:lnTo>
                  <a:pt x="6696" y="11676"/>
                </a:lnTo>
                <a:lnTo>
                  <a:pt x="7574" y="13162"/>
                </a:lnTo>
                <a:lnTo>
                  <a:pt x="8432" y="14647"/>
                </a:lnTo>
                <a:lnTo>
                  <a:pt x="9290" y="13162"/>
                </a:lnTo>
                <a:lnTo>
                  <a:pt x="10169" y="11676"/>
                </a:lnTo>
                <a:lnTo>
                  <a:pt x="14145" y="11676"/>
                </a:lnTo>
                <a:cubicBezTo>
                  <a:pt x="15630" y="11676"/>
                  <a:pt x="16844" y="10442"/>
                  <a:pt x="16844" y="8956"/>
                </a:cubicBezTo>
                <a:lnTo>
                  <a:pt x="16844" y="2721"/>
                </a:lnTo>
                <a:cubicBezTo>
                  <a:pt x="16865" y="1214"/>
                  <a:pt x="15651" y="1"/>
                  <a:pt x="141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36"/>
          <p:cNvSpPr/>
          <p:nvPr/>
        </p:nvSpPr>
        <p:spPr>
          <a:xfrm>
            <a:off x="5968770" y="3373753"/>
            <a:ext cx="229415" cy="151840"/>
          </a:xfrm>
          <a:custGeom>
            <a:avLst/>
            <a:gdLst/>
            <a:ahLst/>
            <a:cxnLst/>
            <a:rect l="l" t="t" r="r" b="b"/>
            <a:pathLst>
              <a:path w="11572" h="7659" extrusionOk="0">
                <a:moveTo>
                  <a:pt x="691" y="1"/>
                </a:moveTo>
                <a:cubicBezTo>
                  <a:pt x="315" y="1"/>
                  <a:pt x="1" y="315"/>
                  <a:pt x="1" y="691"/>
                </a:cubicBezTo>
                <a:lnTo>
                  <a:pt x="1" y="6989"/>
                </a:lnTo>
                <a:cubicBezTo>
                  <a:pt x="1" y="7345"/>
                  <a:pt x="315" y="7659"/>
                  <a:pt x="691" y="7659"/>
                </a:cubicBezTo>
                <a:lnTo>
                  <a:pt x="10881" y="7659"/>
                </a:lnTo>
                <a:cubicBezTo>
                  <a:pt x="11279" y="7659"/>
                  <a:pt x="11572" y="7387"/>
                  <a:pt x="11572" y="6989"/>
                </a:cubicBezTo>
                <a:lnTo>
                  <a:pt x="11572" y="691"/>
                </a:lnTo>
                <a:cubicBezTo>
                  <a:pt x="11572" y="315"/>
                  <a:pt x="11258" y="1"/>
                  <a:pt x="10881" y="1"/>
                </a:cubicBezTo>
                <a:close/>
              </a:path>
            </a:pathLst>
          </a:custGeom>
          <a:solidFill>
            <a:srgbClr val="48FFD5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36"/>
          <p:cNvSpPr/>
          <p:nvPr/>
        </p:nvSpPr>
        <p:spPr>
          <a:xfrm>
            <a:off x="5968770" y="3373753"/>
            <a:ext cx="229831" cy="122816"/>
          </a:xfrm>
          <a:custGeom>
            <a:avLst/>
            <a:gdLst/>
            <a:ahLst/>
            <a:cxnLst/>
            <a:rect l="l" t="t" r="r" b="b"/>
            <a:pathLst>
              <a:path w="11593" h="6195" extrusionOk="0">
                <a:moveTo>
                  <a:pt x="901" y="1"/>
                </a:moveTo>
                <a:cubicBezTo>
                  <a:pt x="398" y="1"/>
                  <a:pt x="1" y="398"/>
                  <a:pt x="1" y="900"/>
                </a:cubicBezTo>
                <a:lnTo>
                  <a:pt x="5127" y="5943"/>
                </a:lnTo>
                <a:cubicBezTo>
                  <a:pt x="5315" y="6110"/>
                  <a:pt x="5551" y="6194"/>
                  <a:pt x="5789" y="6194"/>
                </a:cubicBezTo>
                <a:cubicBezTo>
                  <a:pt x="6027" y="6194"/>
                  <a:pt x="6267" y="6110"/>
                  <a:pt x="6466" y="5943"/>
                </a:cubicBezTo>
                <a:lnTo>
                  <a:pt x="11593" y="900"/>
                </a:lnTo>
                <a:cubicBezTo>
                  <a:pt x="11593" y="398"/>
                  <a:pt x="11195" y="1"/>
                  <a:pt x="1069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36"/>
          <p:cNvSpPr/>
          <p:nvPr/>
        </p:nvSpPr>
        <p:spPr>
          <a:xfrm>
            <a:off x="2564388" y="2131385"/>
            <a:ext cx="274219" cy="111179"/>
          </a:xfrm>
          <a:custGeom>
            <a:avLst/>
            <a:gdLst/>
            <a:ahLst/>
            <a:cxnLst/>
            <a:rect l="l" t="t" r="r" b="b"/>
            <a:pathLst>
              <a:path w="13832" h="5608" extrusionOk="0">
                <a:moveTo>
                  <a:pt x="10588" y="0"/>
                </a:moveTo>
                <a:lnTo>
                  <a:pt x="1" y="5608"/>
                </a:lnTo>
                <a:lnTo>
                  <a:pt x="1296" y="5201"/>
                </a:lnTo>
                <a:lnTo>
                  <a:pt x="1296" y="5201"/>
                </a:lnTo>
                <a:lnTo>
                  <a:pt x="12032" y="2804"/>
                </a:lnTo>
                <a:lnTo>
                  <a:pt x="12764" y="1591"/>
                </a:lnTo>
                <a:lnTo>
                  <a:pt x="13831" y="1256"/>
                </a:lnTo>
                <a:lnTo>
                  <a:pt x="10588" y="0"/>
                </a:lnTo>
                <a:close/>
              </a:path>
            </a:pathLst>
          </a:custGeom>
          <a:solidFill>
            <a:srgbClr val="1EFF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36"/>
          <p:cNvSpPr/>
          <p:nvPr/>
        </p:nvSpPr>
        <p:spPr>
          <a:xfrm>
            <a:off x="2564388" y="2106504"/>
            <a:ext cx="191668" cy="136059"/>
          </a:xfrm>
          <a:custGeom>
            <a:avLst/>
            <a:gdLst/>
            <a:ahLst/>
            <a:cxnLst/>
            <a:rect l="l" t="t" r="r" b="b"/>
            <a:pathLst>
              <a:path w="9668" h="6863" extrusionOk="0">
                <a:moveTo>
                  <a:pt x="6926" y="0"/>
                </a:moveTo>
                <a:lnTo>
                  <a:pt x="1" y="6863"/>
                </a:lnTo>
                <a:lnTo>
                  <a:pt x="1" y="6863"/>
                </a:lnTo>
                <a:lnTo>
                  <a:pt x="9667" y="816"/>
                </a:lnTo>
                <a:lnTo>
                  <a:pt x="692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36"/>
          <p:cNvSpPr/>
          <p:nvPr/>
        </p:nvSpPr>
        <p:spPr>
          <a:xfrm>
            <a:off x="5990143" y="2710870"/>
            <a:ext cx="192897" cy="218313"/>
          </a:xfrm>
          <a:custGeom>
            <a:avLst/>
            <a:gdLst/>
            <a:ahLst/>
            <a:cxnLst/>
            <a:rect l="l" t="t" r="r" b="b"/>
            <a:pathLst>
              <a:path w="9730" h="11012" extrusionOk="0">
                <a:moveTo>
                  <a:pt x="8317" y="0"/>
                </a:moveTo>
                <a:cubicBezTo>
                  <a:pt x="7960" y="0"/>
                  <a:pt x="7606" y="147"/>
                  <a:pt x="7365" y="445"/>
                </a:cubicBezTo>
                <a:lnTo>
                  <a:pt x="670" y="8375"/>
                </a:lnTo>
                <a:lnTo>
                  <a:pt x="293" y="9861"/>
                </a:lnTo>
                <a:lnTo>
                  <a:pt x="189" y="10280"/>
                </a:lnTo>
                <a:lnTo>
                  <a:pt x="0" y="11012"/>
                </a:lnTo>
                <a:lnTo>
                  <a:pt x="2574" y="10008"/>
                </a:lnTo>
                <a:lnTo>
                  <a:pt x="9269" y="2077"/>
                </a:lnTo>
                <a:cubicBezTo>
                  <a:pt x="9730" y="1533"/>
                  <a:pt x="9688" y="738"/>
                  <a:pt x="9144" y="299"/>
                </a:cubicBezTo>
                <a:cubicBezTo>
                  <a:pt x="8907" y="100"/>
                  <a:pt x="8611" y="0"/>
                  <a:pt x="831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36"/>
          <p:cNvSpPr/>
          <p:nvPr/>
        </p:nvSpPr>
        <p:spPr>
          <a:xfrm>
            <a:off x="4602378" y="2749456"/>
            <a:ext cx="101643" cy="101643"/>
          </a:xfrm>
          <a:custGeom>
            <a:avLst/>
            <a:gdLst/>
            <a:ahLst/>
            <a:cxnLst/>
            <a:rect l="l" t="t" r="r" b="b"/>
            <a:pathLst>
              <a:path w="5127" h="5127" extrusionOk="0">
                <a:moveTo>
                  <a:pt x="2574" y="2114"/>
                </a:moveTo>
                <a:cubicBezTo>
                  <a:pt x="2804" y="2114"/>
                  <a:pt x="2993" y="2302"/>
                  <a:pt x="2993" y="2532"/>
                </a:cubicBezTo>
                <a:cubicBezTo>
                  <a:pt x="2993" y="2783"/>
                  <a:pt x="2804" y="2951"/>
                  <a:pt x="2574" y="2951"/>
                </a:cubicBezTo>
                <a:cubicBezTo>
                  <a:pt x="2323" y="2951"/>
                  <a:pt x="2156" y="2783"/>
                  <a:pt x="2156" y="2532"/>
                </a:cubicBezTo>
                <a:cubicBezTo>
                  <a:pt x="2156" y="2302"/>
                  <a:pt x="2344" y="2114"/>
                  <a:pt x="2574" y="2114"/>
                </a:cubicBezTo>
                <a:close/>
                <a:moveTo>
                  <a:pt x="2302" y="1"/>
                </a:moveTo>
                <a:lnTo>
                  <a:pt x="2302" y="419"/>
                </a:lnTo>
                <a:cubicBezTo>
                  <a:pt x="2093" y="440"/>
                  <a:pt x="1904" y="503"/>
                  <a:pt x="1737" y="587"/>
                </a:cubicBezTo>
                <a:lnTo>
                  <a:pt x="1528" y="210"/>
                </a:lnTo>
                <a:lnTo>
                  <a:pt x="1047" y="482"/>
                </a:lnTo>
                <a:lnTo>
                  <a:pt x="1256" y="838"/>
                </a:lnTo>
                <a:cubicBezTo>
                  <a:pt x="1109" y="963"/>
                  <a:pt x="942" y="1110"/>
                  <a:pt x="837" y="1256"/>
                </a:cubicBezTo>
                <a:lnTo>
                  <a:pt x="482" y="1047"/>
                </a:lnTo>
                <a:lnTo>
                  <a:pt x="210" y="1528"/>
                </a:lnTo>
                <a:lnTo>
                  <a:pt x="586" y="1737"/>
                </a:lnTo>
                <a:cubicBezTo>
                  <a:pt x="503" y="1905"/>
                  <a:pt x="440" y="2093"/>
                  <a:pt x="419" y="2302"/>
                </a:cubicBezTo>
                <a:lnTo>
                  <a:pt x="0" y="2302"/>
                </a:lnTo>
                <a:lnTo>
                  <a:pt x="0" y="2825"/>
                </a:lnTo>
                <a:lnTo>
                  <a:pt x="419" y="2825"/>
                </a:lnTo>
                <a:cubicBezTo>
                  <a:pt x="440" y="3035"/>
                  <a:pt x="503" y="3223"/>
                  <a:pt x="586" y="3411"/>
                </a:cubicBezTo>
                <a:lnTo>
                  <a:pt x="210" y="3620"/>
                </a:lnTo>
                <a:lnTo>
                  <a:pt x="482" y="4081"/>
                </a:lnTo>
                <a:lnTo>
                  <a:pt x="837" y="3872"/>
                </a:lnTo>
                <a:cubicBezTo>
                  <a:pt x="963" y="4039"/>
                  <a:pt x="1109" y="4185"/>
                  <a:pt x="1256" y="4290"/>
                </a:cubicBezTo>
                <a:lnTo>
                  <a:pt x="1047" y="4667"/>
                </a:lnTo>
                <a:lnTo>
                  <a:pt x="1528" y="4918"/>
                </a:lnTo>
                <a:lnTo>
                  <a:pt x="1737" y="4562"/>
                </a:lnTo>
                <a:cubicBezTo>
                  <a:pt x="1904" y="4625"/>
                  <a:pt x="2093" y="4688"/>
                  <a:pt x="2302" y="4708"/>
                </a:cubicBezTo>
                <a:lnTo>
                  <a:pt x="2302" y="5127"/>
                </a:lnTo>
                <a:lnTo>
                  <a:pt x="2825" y="5127"/>
                </a:lnTo>
                <a:lnTo>
                  <a:pt x="2825" y="4708"/>
                </a:lnTo>
                <a:cubicBezTo>
                  <a:pt x="3034" y="4688"/>
                  <a:pt x="3223" y="4625"/>
                  <a:pt x="3411" y="4562"/>
                </a:cubicBezTo>
                <a:lnTo>
                  <a:pt x="3620" y="4918"/>
                </a:lnTo>
                <a:lnTo>
                  <a:pt x="4081" y="4667"/>
                </a:lnTo>
                <a:lnTo>
                  <a:pt x="3871" y="4290"/>
                </a:lnTo>
                <a:cubicBezTo>
                  <a:pt x="4039" y="4164"/>
                  <a:pt x="4185" y="4039"/>
                  <a:pt x="4290" y="3872"/>
                </a:cubicBezTo>
                <a:lnTo>
                  <a:pt x="4666" y="4081"/>
                </a:lnTo>
                <a:lnTo>
                  <a:pt x="4917" y="3620"/>
                </a:lnTo>
                <a:lnTo>
                  <a:pt x="4562" y="3411"/>
                </a:lnTo>
                <a:cubicBezTo>
                  <a:pt x="4625" y="3223"/>
                  <a:pt x="4687" y="3035"/>
                  <a:pt x="4708" y="2825"/>
                </a:cubicBezTo>
                <a:lnTo>
                  <a:pt x="5127" y="2825"/>
                </a:lnTo>
                <a:lnTo>
                  <a:pt x="5127" y="2302"/>
                </a:lnTo>
                <a:lnTo>
                  <a:pt x="4708" y="2302"/>
                </a:lnTo>
                <a:cubicBezTo>
                  <a:pt x="4687" y="2093"/>
                  <a:pt x="4625" y="1905"/>
                  <a:pt x="4562" y="1737"/>
                </a:cubicBezTo>
                <a:lnTo>
                  <a:pt x="4917" y="1528"/>
                </a:lnTo>
                <a:lnTo>
                  <a:pt x="4666" y="1047"/>
                </a:lnTo>
                <a:lnTo>
                  <a:pt x="4290" y="1256"/>
                </a:lnTo>
                <a:cubicBezTo>
                  <a:pt x="4164" y="1110"/>
                  <a:pt x="4039" y="942"/>
                  <a:pt x="3871" y="838"/>
                </a:cubicBezTo>
                <a:lnTo>
                  <a:pt x="4081" y="482"/>
                </a:lnTo>
                <a:lnTo>
                  <a:pt x="3620" y="210"/>
                </a:lnTo>
                <a:lnTo>
                  <a:pt x="3411" y="587"/>
                </a:lnTo>
                <a:cubicBezTo>
                  <a:pt x="3223" y="503"/>
                  <a:pt x="3034" y="440"/>
                  <a:pt x="2825" y="419"/>
                </a:cubicBezTo>
                <a:lnTo>
                  <a:pt x="282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36"/>
          <p:cNvSpPr/>
          <p:nvPr/>
        </p:nvSpPr>
        <p:spPr>
          <a:xfrm>
            <a:off x="4581224" y="2861865"/>
            <a:ext cx="143533" cy="143969"/>
          </a:xfrm>
          <a:custGeom>
            <a:avLst/>
            <a:gdLst/>
            <a:ahLst/>
            <a:cxnLst/>
            <a:rect l="l" t="t" r="r" b="b"/>
            <a:pathLst>
              <a:path w="7240" h="7262" extrusionOk="0">
                <a:moveTo>
                  <a:pt x="3641" y="3014"/>
                </a:moveTo>
                <a:cubicBezTo>
                  <a:pt x="3976" y="3014"/>
                  <a:pt x="4248" y="3286"/>
                  <a:pt x="4248" y="3621"/>
                </a:cubicBezTo>
                <a:cubicBezTo>
                  <a:pt x="4248" y="3956"/>
                  <a:pt x="3976" y="4228"/>
                  <a:pt x="3641" y="4228"/>
                </a:cubicBezTo>
                <a:cubicBezTo>
                  <a:pt x="3306" y="4228"/>
                  <a:pt x="3034" y="3956"/>
                  <a:pt x="3034" y="3621"/>
                </a:cubicBezTo>
                <a:cubicBezTo>
                  <a:pt x="3034" y="3307"/>
                  <a:pt x="3306" y="3014"/>
                  <a:pt x="3641" y="3014"/>
                </a:cubicBezTo>
                <a:close/>
                <a:moveTo>
                  <a:pt x="3244" y="1"/>
                </a:moveTo>
                <a:lnTo>
                  <a:pt x="3244" y="608"/>
                </a:lnTo>
                <a:cubicBezTo>
                  <a:pt x="2951" y="629"/>
                  <a:pt x="2699" y="712"/>
                  <a:pt x="2427" y="817"/>
                </a:cubicBezTo>
                <a:lnTo>
                  <a:pt x="2135" y="294"/>
                </a:lnTo>
                <a:lnTo>
                  <a:pt x="1486" y="670"/>
                </a:lnTo>
                <a:lnTo>
                  <a:pt x="1779" y="1194"/>
                </a:lnTo>
                <a:cubicBezTo>
                  <a:pt x="1549" y="1361"/>
                  <a:pt x="1360" y="1549"/>
                  <a:pt x="1172" y="1779"/>
                </a:cubicBezTo>
                <a:lnTo>
                  <a:pt x="649" y="1507"/>
                </a:lnTo>
                <a:lnTo>
                  <a:pt x="293" y="2156"/>
                </a:lnTo>
                <a:lnTo>
                  <a:pt x="816" y="2449"/>
                </a:lnTo>
                <a:cubicBezTo>
                  <a:pt x="712" y="2700"/>
                  <a:pt x="628" y="2972"/>
                  <a:pt x="607" y="3244"/>
                </a:cubicBezTo>
                <a:lnTo>
                  <a:pt x="0" y="3244"/>
                </a:lnTo>
                <a:lnTo>
                  <a:pt x="0" y="4018"/>
                </a:lnTo>
                <a:lnTo>
                  <a:pt x="607" y="4018"/>
                </a:lnTo>
                <a:cubicBezTo>
                  <a:pt x="628" y="4290"/>
                  <a:pt x="712" y="4562"/>
                  <a:pt x="816" y="4813"/>
                </a:cubicBezTo>
                <a:lnTo>
                  <a:pt x="293" y="5106"/>
                </a:lnTo>
                <a:lnTo>
                  <a:pt x="649" y="5755"/>
                </a:lnTo>
                <a:lnTo>
                  <a:pt x="1172" y="5483"/>
                </a:lnTo>
                <a:cubicBezTo>
                  <a:pt x="1360" y="5713"/>
                  <a:pt x="1549" y="5901"/>
                  <a:pt x="1779" y="6069"/>
                </a:cubicBezTo>
                <a:lnTo>
                  <a:pt x="1486" y="6592"/>
                </a:lnTo>
                <a:lnTo>
                  <a:pt x="2135" y="6969"/>
                </a:lnTo>
                <a:lnTo>
                  <a:pt x="2427" y="6445"/>
                </a:lnTo>
                <a:cubicBezTo>
                  <a:pt x="2699" y="6550"/>
                  <a:pt x="2951" y="6634"/>
                  <a:pt x="3244" y="6655"/>
                </a:cubicBezTo>
                <a:lnTo>
                  <a:pt x="3244" y="7261"/>
                </a:lnTo>
                <a:lnTo>
                  <a:pt x="3997" y="7261"/>
                </a:lnTo>
                <a:lnTo>
                  <a:pt x="3997" y="6655"/>
                </a:lnTo>
                <a:cubicBezTo>
                  <a:pt x="4290" y="6634"/>
                  <a:pt x="4562" y="6550"/>
                  <a:pt x="4813" y="6445"/>
                </a:cubicBezTo>
                <a:lnTo>
                  <a:pt x="5106" y="6969"/>
                </a:lnTo>
                <a:lnTo>
                  <a:pt x="5754" y="6592"/>
                </a:lnTo>
                <a:lnTo>
                  <a:pt x="5461" y="6069"/>
                </a:lnTo>
                <a:cubicBezTo>
                  <a:pt x="5692" y="5901"/>
                  <a:pt x="5880" y="5713"/>
                  <a:pt x="6068" y="5483"/>
                </a:cubicBezTo>
                <a:lnTo>
                  <a:pt x="6591" y="5755"/>
                </a:lnTo>
                <a:lnTo>
                  <a:pt x="6968" y="5106"/>
                </a:lnTo>
                <a:lnTo>
                  <a:pt x="6445" y="4813"/>
                </a:lnTo>
                <a:cubicBezTo>
                  <a:pt x="6529" y="4562"/>
                  <a:pt x="6612" y="4290"/>
                  <a:pt x="6654" y="4018"/>
                </a:cubicBezTo>
                <a:lnTo>
                  <a:pt x="7240" y="4018"/>
                </a:lnTo>
                <a:lnTo>
                  <a:pt x="7240" y="3244"/>
                </a:lnTo>
                <a:lnTo>
                  <a:pt x="6654" y="3244"/>
                </a:lnTo>
                <a:cubicBezTo>
                  <a:pt x="6612" y="2972"/>
                  <a:pt x="6549" y="2700"/>
                  <a:pt x="6445" y="2449"/>
                </a:cubicBezTo>
                <a:lnTo>
                  <a:pt x="6968" y="2156"/>
                </a:lnTo>
                <a:lnTo>
                  <a:pt x="6591" y="1507"/>
                </a:lnTo>
                <a:lnTo>
                  <a:pt x="6068" y="1779"/>
                </a:lnTo>
                <a:cubicBezTo>
                  <a:pt x="5880" y="1549"/>
                  <a:pt x="5712" y="1361"/>
                  <a:pt x="5461" y="1194"/>
                </a:cubicBezTo>
                <a:lnTo>
                  <a:pt x="5754" y="670"/>
                </a:lnTo>
                <a:lnTo>
                  <a:pt x="5106" y="294"/>
                </a:lnTo>
                <a:lnTo>
                  <a:pt x="4813" y="817"/>
                </a:lnTo>
                <a:cubicBezTo>
                  <a:pt x="4562" y="712"/>
                  <a:pt x="4290" y="629"/>
                  <a:pt x="3997" y="608"/>
                </a:cubicBezTo>
                <a:lnTo>
                  <a:pt x="399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36"/>
          <p:cNvSpPr/>
          <p:nvPr/>
        </p:nvSpPr>
        <p:spPr>
          <a:xfrm>
            <a:off x="4527716" y="2249186"/>
            <a:ext cx="8307" cy="12470"/>
          </a:xfrm>
          <a:custGeom>
            <a:avLst/>
            <a:gdLst/>
            <a:ahLst/>
            <a:cxnLst/>
            <a:rect l="l" t="t" r="r" b="b"/>
            <a:pathLst>
              <a:path w="419" h="629" extrusionOk="0">
                <a:moveTo>
                  <a:pt x="84" y="1"/>
                </a:moveTo>
                <a:lnTo>
                  <a:pt x="0" y="566"/>
                </a:lnTo>
                <a:lnTo>
                  <a:pt x="356" y="628"/>
                </a:lnTo>
                <a:lnTo>
                  <a:pt x="419" y="22"/>
                </a:lnTo>
                <a:lnTo>
                  <a:pt x="84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36"/>
          <p:cNvSpPr/>
          <p:nvPr/>
        </p:nvSpPr>
        <p:spPr>
          <a:xfrm>
            <a:off x="4529778" y="2228866"/>
            <a:ext cx="7910" cy="12054"/>
          </a:xfrm>
          <a:custGeom>
            <a:avLst/>
            <a:gdLst/>
            <a:ahLst/>
            <a:cxnLst/>
            <a:rect l="l" t="t" r="r" b="b"/>
            <a:pathLst>
              <a:path w="399" h="608" extrusionOk="0">
                <a:moveTo>
                  <a:pt x="64" y="1"/>
                </a:moveTo>
                <a:lnTo>
                  <a:pt x="1" y="586"/>
                </a:lnTo>
                <a:lnTo>
                  <a:pt x="377" y="607"/>
                </a:lnTo>
                <a:lnTo>
                  <a:pt x="398" y="21"/>
                </a:lnTo>
                <a:lnTo>
                  <a:pt x="64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36"/>
          <p:cNvSpPr/>
          <p:nvPr/>
        </p:nvSpPr>
        <p:spPr>
          <a:xfrm>
            <a:off x="4531443" y="2208545"/>
            <a:ext cx="7494" cy="11637"/>
          </a:xfrm>
          <a:custGeom>
            <a:avLst/>
            <a:gdLst/>
            <a:ahLst/>
            <a:cxnLst/>
            <a:rect l="l" t="t" r="r" b="b"/>
            <a:pathLst>
              <a:path w="378" h="587" extrusionOk="0">
                <a:moveTo>
                  <a:pt x="1" y="0"/>
                </a:moveTo>
                <a:lnTo>
                  <a:pt x="1" y="586"/>
                </a:lnTo>
                <a:lnTo>
                  <a:pt x="335" y="586"/>
                </a:lnTo>
                <a:lnTo>
                  <a:pt x="377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36"/>
          <p:cNvSpPr/>
          <p:nvPr/>
        </p:nvSpPr>
        <p:spPr>
          <a:xfrm>
            <a:off x="4515266" y="2310010"/>
            <a:ext cx="9972" cy="12629"/>
          </a:xfrm>
          <a:custGeom>
            <a:avLst/>
            <a:gdLst/>
            <a:ahLst/>
            <a:cxnLst/>
            <a:rect l="l" t="t" r="r" b="b"/>
            <a:pathLst>
              <a:path w="503" h="637" extrusionOk="0">
                <a:moveTo>
                  <a:pt x="168" y="1"/>
                </a:moveTo>
                <a:cubicBezTo>
                  <a:pt x="167" y="1"/>
                  <a:pt x="163" y="24"/>
                  <a:pt x="147" y="71"/>
                </a:cubicBezTo>
                <a:cubicBezTo>
                  <a:pt x="105" y="113"/>
                  <a:pt x="105" y="197"/>
                  <a:pt x="84" y="260"/>
                </a:cubicBezTo>
                <a:cubicBezTo>
                  <a:pt x="42" y="385"/>
                  <a:pt x="0" y="532"/>
                  <a:pt x="0" y="532"/>
                </a:cubicBezTo>
                <a:lnTo>
                  <a:pt x="356" y="636"/>
                </a:lnTo>
                <a:cubicBezTo>
                  <a:pt x="356" y="636"/>
                  <a:pt x="398" y="511"/>
                  <a:pt x="419" y="364"/>
                </a:cubicBezTo>
                <a:cubicBezTo>
                  <a:pt x="461" y="281"/>
                  <a:pt x="482" y="218"/>
                  <a:pt x="482" y="176"/>
                </a:cubicBezTo>
                <a:cubicBezTo>
                  <a:pt x="482" y="113"/>
                  <a:pt x="503" y="92"/>
                  <a:pt x="503" y="92"/>
                </a:cubicBezTo>
                <a:lnTo>
                  <a:pt x="168" y="9"/>
                </a:lnTo>
                <a:cubicBezTo>
                  <a:pt x="168" y="3"/>
                  <a:pt x="168" y="1"/>
                  <a:pt x="168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36"/>
          <p:cNvSpPr/>
          <p:nvPr/>
        </p:nvSpPr>
        <p:spPr>
          <a:xfrm>
            <a:off x="4520658" y="2289432"/>
            <a:ext cx="9139" cy="13283"/>
          </a:xfrm>
          <a:custGeom>
            <a:avLst/>
            <a:gdLst/>
            <a:ahLst/>
            <a:cxnLst/>
            <a:rect l="l" t="t" r="r" b="b"/>
            <a:pathLst>
              <a:path w="461" h="670" extrusionOk="0">
                <a:moveTo>
                  <a:pt x="126" y="0"/>
                </a:moveTo>
                <a:cubicBezTo>
                  <a:pt x="126" y="0"/>
                  <a:pt x="105" y="147"/>
                  <a:pt x="42" y="293"/>
                </a:cubicBezTo>
                <a:cubicBezTo>
                  <a:pt x="21" y="419"/>
                  <a:pt x="0" y="586"/>
                  <a:pt x="0" y="586"/>
                </a:cubicBezTo>
                <a:lnTo>
                  <a:pt x="335" y="670"/>
                </a:lnTo>
                <a:cubicBezTo>
                  <a:pt x="335" y="670"/>
                  <a:pt x="356" y="523"/>
                  <a:pt x="419" y="377"/>
                </a:cubicBezTo>
                <a:cubicBezTo>
                  <a:pt x="440" y="251"/>
                  <a:pt x="461" y="84"/>
                  <a:pt x="461" y="84"/>
                </a:cubicBezTo>
                <a:lnTo>
                  <a:pt x="126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6"/>
          <p:cNvSpPr/>
          <p:nvPr/>
        </p:nvSpPr>
        <p:spPr>
          <a:xfrm>
            <a:off x="4524802" y="2269527"/>
            <a:ext cx="8743" cy="12450"/>
          </a:xfrm>
          <a:custGeom>
            <a:avLst/>
            <a:gdLst/>
            <a:ahLst/>
            <a:cxnLst/>
            <a:rect l="l" t="t" r="r" b="b"/>
            <a:pathLst>
              <a:path w="441" h="628" extrusionOk="0">
                <a:moveTo>
                  <a:pt x="105" y="0"/>
                </a:moveTo>
                <a:lnTo>
                  <a:pt x="1" y="565"/>
                </a:lnTo>
                <a:lnTo>
                  <a:pt x="336" y="628"/>
                </a:lnTo>
                <a:lnTo>
                  <a:pt x="440" y="42"/>
                </a:lnTo>
                <a:lnTo>
                  <a:pt x="105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6"/>
          <p:cNvSpPr/>
          <p:nvPr/>
        </p:nvSpPr>
        <p:spPr>
          <a:xfrm>
            <a:off x="4494529" y="2367821"/>
            <a:ext cx="11221" cy="12886"/>
          </a:xfrm>
          <a:custGeom>
            <a:avLst/>
            <a:gdLst/>
            <a:ahLst/>
            <a:cxnLst/>
            <a:rect l="l" t="t" r="r" b="b"/>
            <a:pathLst>
              <a:path w="566" h="650" extrusionOk="0">
                <a:moveTo>
                  <a:pt x="251" y="1"/>
                </a:moveTo>
                <a:cubicBezTo>
                  <a:pt x="251" y="1"/>
                  <a:pt x="210" y="22"/>
                  <a:pt x="210" y="85"/>
                </a:cubicBezTo>
                <a:cubicBezTo>
                  <a:pt x="189" y="126"/>
                  <a:pt x="168" y="189"/>
                  <a:pt x="147" y="252"/>
                </a:cubicBezTo>
                <a:cubicBezTo>
                  <a:pt x="84" y="398"/>
                  <a:pt x="0" y="524"/>
                  <a:pt x="0" y="524"/>
                </a:cubicBezTo>
                <a:lnTo>
                  <a:pt x="314" y="650"/>
                </a:lnTo>
                <a:cubicBezTo>
                  <a:pt x="314" y="650"/>
                  <a:pt x="377" y="524"/>
                  <a:pt x="461" y="398"/>
                </a:cubicBezTo>
                <a:cubicBezTo>
                  <a:pt x="482" y="315"/>
                  <a:pt x="502" y="252"/>
                  <a:pt x="523" y="210"/>
                </a:cubicBezTo>
                <a:cubicBezTo>
                  <a:pt x="565" y="168"/>
                  <a:pt x="565" y="126"/>
                  <a:pt x="565" y="126"/>
                </a:cubicBezTo>
                <a:lnTo>
                  <a:pt x="251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6"/>
          <p:cNvSpPr/>
          <p:nvPr/>
        </p:nvSpPr>
        <p:spPr>
          <a:xfrm>
            <a:off x="4502399" y="2348749"/>
            <a:ext cx="10388" cy="12886"/>
          </a:xfrm>
          <a:custGeom>
            <a:avLst/>
            <a:gdLst/>
            <a:ahLst/>
            <a:cxnLst/>
            <a:rect l="l" t="t" r="r" b="b"/>
            <a:pathLst>
              <a:path w="524" h="650" extrusionOk="0">
                <a:moveTo>
                  <a:pt x="189" y="0"/>
                </a:moveTo>
                <a:lnTo>
                  <a:pt x="192" y="1"/>
                </a:lnTo>
                <a:lnTo>
                  <a:pt x="192" y="1"/>
                </a:lnTo>
                <a:cubicBezTo>
                  <a:pt x="191" y="1"/>
                  <a:pt x="190" y="0"/>
                  <a:pt x="189" y="0"/>
                </a:cubicBezTo>
                <a:close/>
                <a:moveTo>
                  <a:pt x="192" y="1"/>
                </a:moveTo>
                <a:cubicBezTo>
                  <a:pt x="206" y="14"/>
                  <a:pt x="165" y="133"/>
                  <a:pt x="105" y="252"/>
                </a:cubicBezTo>
                <a:lnTo>
                  <a:pt x="1" y="524"/>
                </a:lnTo>
                <a:lnTo>
                  <a:pt x="315" y="649"/>
                </a:lnTo>
                <a:lnTo>
                  <a:pt x="419" y="398"/>
                </a:lnTo>
                <a:lnTo>
                  <a:pt x="524" y="126"/>
                </a:lnTo>
                <a:lnTo>
                  <a:pt x="192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36"/>
          <p:cNvSpPr/>
          <p:nvPr/>
        </p:nvSpPr>
        <p:spPr>
          <a:xfrm>
            <a:off x="4509041" y="2328428"/>
            <a:ext cx="10388" cy="13699"/>
          </a:xfrm>
          <a:custGeom>
            <a:avLst/>
            <a:gdLst/>
            <a:ahLst/>
            <a:cxnLst/>
            <a:rect l="l" t="t" r="r" b="b"/>
            <a:pathLst>
              <a:path w="524" h="691" extrusionOk="0">
                <a:moveTo>
                  <a:pt x="189" y="0"/>
                </a:moveTo>
                <a:cubicBezTo>
                  <a:pt x="189" y="63"/>
                  <a:pt x="168" y="188"/>
                  <a:pt x="105" y="314"/>
                </a:cubicBezTo>
                <a:lnTo>
                  <a:pt x="1" y="586"/>
                </a:lnTo>
                <a:lnTo>
                  <a:pt x="356" y="691"/>
                </a:lnTo>
                <a:cubicBezTo>
                  <a:pt x="356" y="691"/>
                  <a:pt x="398" y="544"/>
                  <a:pt x="461" y="398"/>
                </a:cubicBezTo>
                <a:cubicBezTo>
                  <a:pt x="503" y="272"/>
                  <a:pt x="524" y="105"/>
                  <a:pt x="524" y="105"/>
                </a:cubicBezTo>
                <a:lnTo>
                  <a:pt x="189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36"/>
          <p:cNvSpPr/>
          <p:nvPr/>
        </p:nvSpPr>
        <p:spPr>
          <a:xfrm>
            <a:off x="4465485" y="2422162"/>
            <a:ext cx="12054" cy="13719"/>
          </a:xfrm>
          <a:custGeom>
            <a:avLst/>
            <a:gdLst/>
            <a:ahLst/>
            <a:cxnLst/>
            <a:rect l="l" t="t" r="r" b="b"/>
            <a:pathLst>
              <a:path w="608" h="692" extrusionOk="0">
                <a:moveTo>
                  <a:pt x="315" y="1"/>
                </a:moveTo>
                <a:lnTo>
                  <a:pt x="168" y="273"/>
                </a:lnTo>
                <a:cubicBezTo>
                  <a:pt x="84" y="398"/>
                  <a:pt x="1" y="503"/>
                  <a:pt x="1" y="503"/>
                </a:cubicBezTo>
                <a:lnTo>
                  <a:pt x="294" y="691"/>
                </a:lnTo>
                <a:cubicBezTo>
                  <a:pt x="294" y="691"/>
                  <a:pt x="377" y="545"/>
                  <a:pt x="461" y="440"/>
                </a:cubicBezTo>
                <a:lnTo>
                  <a:pt x="607" y="189"/>
                </a:lnTo>
                <a:lnTo>
                  <a:pt x="315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36"/>
          <p:cNvSpPr/>
          <p:nvPr/>
        </p:nvSpPr>
        <p:spPr>
          <a:xfrm>
            <a:off x="4476686" y="2405112"/>
            <a:ext cx="11637" cy="13759"/>
          </a:xfrm>
          <a:custGeom>
            <a:avLst/>
            <a:gdLst/>
            <a:ahLst/>
            <a:cxnLst/>
            <a:rect l="l" t="t" r="r" b="b"/>
            <a:pathLst>
              <a:path w="587" h="694" extrusionOk="0">
                <a:moveTo>
                  <a:pt x="268" y="1"/>
                </a:moveTo>
                <a:cubicBezTo>
                  <a:pt x="245" y="1"/>
                  <a:pt x="204" y="117"/>
                  <a:pt x="126" y="233"/>
                </a:cubicBezTo>
                <a:cubicBezTo>
                  <a:pt x="42" y="380"/>
                  <a:pt x="1" y="505"/>
                  <a:pt x="1" y="505"/>
                </a:cubicBezTo>
                <a:lnTo>
                  <a:pt x="314" y="694"/>
                </a:lnTo>
                <a:lnTo>
                  <a:pt x="461" y="422"/>
                </a:lnTo>
                <a:cubicBezTo>
                  <a:pt x="545" y="296"/>
                  <a:pt x="586" y="170"/>
                  <a:pt x="586" y="170"/>
                </a:cubicBezTo>
                <a:lnTo>
                  <a:pt x="273" y="3"/>
                </a:lnTo>
                <a:cubicBezTo>
                  <a:pt x="271" y="1"/>
                  <a:pt x="269" y="1"/>
                  <a:pt x="268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36"/>
          <p:cNvSpPr/>
          <p:nvPr/>
        </p:nvSpPr>
        <p:spPr>
          <a:xfrm>
            <a:off x="4485806" y="2386496"/>
            <a:ext cx="11637" cy="13699"/>
          </a:xfrm>
          <a:custGeom>
            <a:avLst/>
            <a:gdLst/>
            <a:ahLst/>
            <a:cxnLst/>
            <a:rect l="l" t="t" r="r" b="b"/>
            <a:pathLst>
              <a:path w="587" h="691" extrusionOk="0">
                <a:moveTo>
                  <a:pt x="273" y="0"/>
                </a:moveTo>
                <a:cubicBezTo>
                  <a:pt x="273" y="0"/>
                  <a:pt x="210" y="126"/>
                  <a:pt x="126" y="272"/>
                </a:cubicBezTo>
                <a:cubicBezTo>
                  <a:pt x="64" y="398"/>
                  <a:pt x="1" y="524"/>
                  <a:pt x="1" y="524"/>
                </a:cubicBezTo>
                <a:lnTo>
                  <a:pt x="315" y="691"/>
                </a:lnTo>
                <a:cubicBezTo>
                  <a:pt x="315" y="691"/>
                  <a:pt x="398" y="544"/>
                  <a:pt x="440" y="419"/>
                </a:cubicBezTo>
                <a:cubicBezTo>
                  <a:pt x="524" y="293"/>
                  <a:pt x="587" y="168"/>
                  <a:pt x="587" y="168"/>
                </a:cubicBezTo>
                <a:lnTo>
                  <a:pt x="273" y="0"/>
                </a:lnTo>
                <a:close/>
              </a:path>
            </a:pathLst>
          </a:custGeom>
          <a:solidFill>
            <a:srgbClr val="1EFFC1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36"/>
          <p:cNvSpPr/>
          <p:nvPr/>
        </p:nvSpPr>
        <p:spPr>
          <a:xfrm>
            <a:off x="4429819" y="2473192"/>
            <a:ext cx="12450" cy="12886"/>
          </a:xfrm>
          <a:custGeom>
            <a:avLst/>
            <a:gdLst/>
            <a:ahLst/>
            <a:cxnLst/>
            <a:rect l="l" t="t" r="r" b="b"/>
            <a:pathLst>
              <a:path w="628" h="650" extrusionOk="0">
                <a:moveTo>
                  <a:pt x="377" y="1"/>
                </a:moveTo>
                <a:cubicBezTo>
                  <a:pt x="377" y="1"/>
                  <a:pt x="272" y="105"/>
                  <a:pt x="189" y="210"/>
                </a:cubicBezTo>
                <a:cubicBezTo>
                  <a:pt x="84" y="314"/>
                  <a:pt x="0" y="419"/>
                  <a:pt x="0" y="419"/>
                </a:cubicBezTo>
                <a:lnTo>
                  <a:pt x="272" y="649"/>
                </a:lnTo>
                <a:cubicBezTo>
                  <a:pt x="272" y="649"/>
                  <a:pt x="377" y="545"/>
                  <a:pt x="440" y="440"/>
                </a:cubicBezTo>
                <a:cubicBezTo>
                  <a:pt x="523" y="335"/>
                  <a:pt x="628" y="210"/>
                  <a:pt x="628" y="210"/>
                </a:cubicBezTo>
                <a:lnTo>
                  <a:pt x="377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36"/>
          <p:cNvSpPr/>
          <p:nvPr/>
        </p:nvSpPr>
        <p:spPr>
          <a:xfrm>
            <a:off x="4442250" y="2456598"/>
            <a:ext cx="12886" cy="13303"/>
          </a:xfrm>
          <a:custGeom>
            <a:avLst/>
            <a:gdLst/>
            <a:ahLst/>
            <a:cxnLst/>
            <a:rect l="l" t="t" r="r" b="b"/>
            <a:pathLst>
              <a:path w="650" h="671" extrusionOk="0">
                <a:moveTo>
                  <a:pt x="378" y="1"/>
                </a:moveTo>
                <a:cubicBezTo>
                  <a:pt x="378" y="1"/>
                  <a:pt x="273" y="126"/>
                  <a:pt x="189" y="231"/>
                </a:cubicBezTo>
                <a:cubicBezTo>
                  <a:pt x="106" y="335"/>
                  <a:pt x="1" y="461"/>
                  <a:pt x="1" y="461"/>
                </a:cubicBezTo>
                <a:lnTo>
                  <a:pt x="294" y="670"/>
                </a:lnTo>
                <a:cubicBezTo>
                  <a:pt x="294" y="670"/>
                  <a:pt x="378" y="566"/>
                  <a:pt x="482" y="440"/>
                </a:cubicBezTo>
                <a:cubicBezTo>
                  <a:pt x="545" y="314"/>
                  <a:pt x="650" y="210"/>
                  <a:pt x="650" y="210"/>
                </a:cubicBezTo>
                <a:lnTo>
                  <a:pt x="378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36"/>
          <p:cNvSpPr/>
          <p:nvPr/>
        </p:nvSpPr>
        <p:spPr>
          <a:xfrm>
            <a:off x="4454700" y="2440381"/>
            <a:ext cx="12054" cy="12926"/>
          </a:xfrm>
          <a:custGeom>
            <a:avLst/>
            <a:gdLst/>
            <a:ahLst/>
            <a:cxnLst/>
            <a:rect l="l" t="t" r="r" b="b"/>
            <a:pathLst>
              <a:path w="608" h="652" extrusionOk="0">
                <a:moveTo>
                  <a:pt x="313" y="0"/>
                </a:moveTo>
                <a:cubicBezTo>
                  <a:pt x="302" y="0"/>
                  <a:pt x="226" y="115"/>
                  <a:pt x="168" y="212"/>
                </a:cubicBezTo>
                <a:cubicBezTo>
                  <a:pt x="84" y="316"/>
                  <a:pt x="1" y="442"/>
                  <a:pt x="1" y="442"/>
                </a:cubicBezTo>
                <a:lnTo>
                  <a:pt x="294" y="651"/>
                </a:lnTo>
                <a:cubicBezTo>
                  <a:pt x="294" y="651"/>
                  <a:pt x="377" y="526"/>
                  <a:pt x="440" y="421"/>
                </a:cubicBezTo>
                <a:cubicBezTo>
                  <a:pt x="524" y="295"/>
                  <a:pt x="607" y="191"/>
                  <a:pt x="607" y="191"/>
                </a:cubicBezTo>
                <a:lnTo>
                  <a:pt x="314" y="3"/>
                </a:lnTo>
                <a:cubicBezTo>
                  <a:pt x="314" y="1"/>
                  <a:pt x="314" y="0"/>
                  <a:pt x="313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36"/>
          <p:cNvSpPr/>
          <p:nvPr/>
        </p:nvSpPr>
        <p:spPr>
          <a:xfrm>
            <a:off x="4386680" y="2517580"/>
            <a:ext cx="13283" cy="13283"/>
          </a:xfrm>
          <a:custGeom>
            <a:avLst/>
            <a:gdLst/>
            <a:ahLst/>
            <a:cxnLst/>
            <a:rect l="l" t="t" r="r" b="b"/>
            <a:pathLst>
              <a:path w="670" h="670" extrusionOk="0">
                <a:moveTo>
                  <a:pt x="419" y="0"/>
                </a:moveTo>
                <a:lnTo>
                  <a:pt x="209" y="210"/>
                </a:lnTo>
                <a:cubicBezTo>
                  <a:pt x="105" y="314"/>
                  <a:pt x="0" y="398"/>
                  <a:pt x="0" y="398"/>
                </a:cubicBezTo>
                <a:lnTo>
                  <a:pt x="251" y="670"/>
                </a:lnTo>
                <a:cubicBezTo>
                  <a:pt x="251" y="670"/>
                  <a:pt x="335" y="565"/>
                  <a:pt x="460" y="482"/>
                </a:cubicBezTo>
                <a:lnTo>
                  <a:pt x="670" y="272"/>
                </a:lnTo>
                <a:lnTo>
                  <a:pt x="419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6"/>
          <p:cNvSpPr/>
          <p:nvPr/>
        </p:nvSpPr>
        <p:spPr>
          <a:xfrm>
            <a:off x="4402024" y="2504258"/>
            <a:ext cx="12866" cy="12926"/>
          </a:xfrm>
          <a:custGeom>
            <a:avLst/>
            <a:gdLst/>
            <a:ahLst/>
            <a:cxnLst/>
            <a:rect l="l" t="t" r="r" b="b"/>
            <a:pathLst>
              <a:path w="649" h="652" extrusionOk="0">
                <a:moveTo>
                  <a:pt x="375" y="0"/>
                </a:moveTo>
                <a:cubicBezTo>
                  <a:pt x="359" y="0"/>
                  <a:pt x="267" y="94"/>
                  <a:pt x="210" y="170"/>
                </a:cubicBezTo>
                <a:lnTo>
                  <a:pt x="0" y="400"/>
                </a:lnTo>
                <a:lnTo>
                  <a:pt x="231" y="651"/>
                </a:lnTo>
                <a:lnTo>
                  <a:pt x="440" y="442"/>
                </a:lnTo>
                <a:lnTo>
                  <a:pt x="649" y="233"/>
                </a:lnTo>
                <a:lnTo>
                  <a:pt x="377" y="3"/>
                </a:lnTo>
                <a:cubicBezTo>
                  <a:pt x="377" y="1"/>
                  <a:pt x="376" y="0"/>
                  <a:pt x="375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36"/>
          <p:cNvSpPr/>
          <p:nvPr/>
        </p:nvSpPr>
        <p:spPr>
          <a:xfrm>
            <a:off x="4415704" y="2488537"/>
            <a:ext cx="13303" cy="13303"/>
          </a:xfrm>
          <a:custGeom>
            <a:avLst/>
            <a:gdLst/>
            <a:ahLst/>
            <a:cxnLst/>
            <a:rect l="l" t="t" r="r" b="b"/>
            <a:pathLst>
              <a:path w="671" h="671" extrusionOk="0">
                <a:moveTo>
                  <a:pt x="398" y="1"/>
                </a:moveTo>
                <a:cubicBezTo>
                  <a:pt x="398" y="1"/>
                  <a:pt x="294" y="105"/>
                  <a:pt x="210" y="210"/>
                </a:cubicBezTo>
                <a:lnTo>
                  <a:pt x="1" y="419"/>
                </a:lnTo>
                <a:lnTo>
                  <a:pt x="273" y="670"/>
                </a:lnTo>
                <a:lnTo>
                  <a:pt x="482" y="440"/>
                </a:lnTo>
                <a:cubicBezTo>
                  <a:pt x="587" y="356"/>
                  <a:pt x="670" y="231"/>
                  <a:pt x="670" y="231"/>
                </a:cubicBezTo>
                <a:lnTo>
                  <a:pt x="398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36"/>
          <p:cNvSpPr/>
          <p:nvPr/>
        </p:nvSpPr>
        <p:spPr>
          <a:xfrm>
            <a:off x="4338148" y="2556577"/>
            <a:ext cx="12866" cy="12034"/>
          </a:xfrm>
          <a:custGeom>
            <a:avLst/>
            <a:gdLst/>
            <a:ahLst/>
            <a:cxnLst/>
            <a:rect l="l" t="t" r="r" b="b"/>
            <a:pathLst>
              <a:path w="649" h="607" extrusionOk="0">
                <a:moveTo>
                  <a:pt x="440" y="0"/>
                </a:moveTo>
                <a:lnTo>
                  <a:pt x="442" y="3"/>
                </a:lnTo>
                <a:lnTo>
                  <a:pt x="442" y="3"/>
                </a:lnTo>
                <a:cubicBezTo>
                  <a:pt x="443" y="1"/>
                  <a:pt x="442" y="0"/>
                  <a:pt x="440" y="0"/>
                </a:cubicBezTo>
                <a:close/>
                <a:moveTo>
                  <a:pt x="442" y="3"/>
                </a:moveTo>
                <a:cubicBezTo>
                  <a:pt x="436" y="20"/>
                  <a:pt x="341" y="91"/>
                  <a:pt x="230" y="147"/>
                </a:cubicBezTo>
                <a:cubicBezTo>
                  <a:pt x="105" y="230"/>
                  <a:pt x="0" y="314"/>
                  <a:pt x="0" y="314"/>
                </a:cubicBezTo>
                <a:lnTo>
                  <a:pt x="188" y="607"/>
                </a:lnTo>
                <a:cubicBezTo>
                  <a:pt x="188" y="607"/>
                  <a:pt x="314" y="523"/>
                  <a:pt x="419" y="440"/>
                </a:cubicBezTo>
                <a:cubicBezTo>
                  <a:pt x="544" y="377"/>
                  <a:pt x="649" y="293"/>
                  <a:pt x="649" y="293"/>
                </a:cubicBezTo>
                <a:lnTo>
                  <a:pt x="442" y="3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36"/>
          <p:cNvSpPr/>
          <p:nvPr/>
        </p:nvSpPr>
        <p:spPr>
          <a:xfrm>
            <a:off x="4354741" y="2543710"/>
            <a:ext cx="13283" cy="12886"/>
          </a:xfrm>
          <a:custGeom>
            <a:avLst/>
            <a:gdLst/>
            <a:ahLst/>
            <a:cxnLst/>
            <a:rect l="l" t="t" r="r" b="b"/>
            <a:pathLst>
              <a:path w="670" h="650" extrusionOk="0">
                <a:moveTo>
                  <a:pt x="460" y="1"/>
                </a:moveTo>
                <a:cubicBezTo>
                  <a:pt x="460" y="21"/>
                  <a:pt x="356" y="126"/>
                  <a:pt x="230" y="210"/>
                </a:cubicBezTo>
                <a:cubicBezTo>
                  <a:pt x="126" y="293"/>
                  <a:pt x="0" y="356"/>
                  <a:pt x="0" y="356"/>
                </a:cubicBezTo>
                <a:lnTo>
                  <a:pt x="209" y="649"/>
                </a:lnTo>
                <a:cubicBezTo>
                  <a:pt x="209" y="649"/>
                  <a:pt x="335" y="565"/>
                  <a:pt x="439" y="461"/>
                </a:cubicBezTo>
                <a:cubicBezTo>
                  <a:pt x="544" y="398"/>
                  <a:pt x="670" y="293"/>
                  <a:pt x="670" y="293"/>
                </a:cubicBezTo>
                <a:lnTo>
                  <a:pt x="460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36"/>
          <p:cNvSpPr/>
          <p:nvPr/>
        </p:nvSpPr>
        <p:spPr>
          <a:xfrm>
            <a:off x="4370919" y="2531676"/>
            <a:ext cx="12866" cy="12470"/>
          </a:xfrm>
          <a:custGeom>
            <a:avLst/>
            <a:gdLst/>
            <a:ahLst/>
            <a:cxnLst/>
            <a:rect l="l" t="t" r="r" b="b"/>
            <a:pathLst>
              <a:path w="649" h="629" extrusionOk="0">
                <a:moveTo>
                  <a:pt x="419" y="1"/>
                </a:moveTo>
                <a:lnTo>
                  <a:pt x="421" y="4"/>
                </a:lnTo>
                <a:lnTo>
                  <a:pt x="421" y="4"/>
                </a:lnTo>
                <a:cubicBezTo>
                  <a:pt x="422" y="2"/>
                  <a:pt x="421" y="1"/>
                  <a:pt x="419" y="1"/>
                </a:cubicBezTo>
                <a:close/>
                <a:moveTo>
                  <a:pt x="421" y="4"/>
                </a:moveTo>
                <a:lnTo>
                  <a:pt x="421" y="4"/>
                </a:lnTo>
                <a:cubicBezTo>
                  <a:pt x="416" y="19"/>
                  <a:pt x="323" y="96"/>
                  <a:pt x="230" y="189"/>
                </a:cubicBezTo>
                <a:cubicBezTo>
                  <a:pt x="126" y="273"/>
                  <a:pt x="0" y="356"/>
                  <a:pt x="0" y="356"/>
                </a:cubicBezTo>
                <a:lnTo>
                  <a:pt x="209" y="628"/>
                </a:lnTo>
                <a:cubicBezTo>
                  <a:pt x="209" y="628"/>
                  <a:pt x="314" y="545"/>
                  <a:pt x="439" y="440"/>
                </a:cubicBezTo>
                <a:cubicBezTo>
                  <a:pt x="544" y="336"/>
                  <a:pt x="649" y="273"/>
                  <a:pt x="649" y="273"/>
                </a:cubicBezTo>
                <a:lnTo>
                  <a:pt x="421" y="4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36"/>
          <p:cNvSpPr/>
          <p:nvPr/>
        </p:nvSpPr>
        <p:spPr>
          <a:xfrm>
            <a:off x="4284620" y="2587682"/>
            <a:ext cx="13719" cy="11637"/>
          </a:xfrm>
          <a:custGeom>
            <a:avLst/>
            <a:gdLst/>
            <a:ahLst/>
            <a:cxnLst/>
            <a:rect l="l" t="t" r="r" b="b"/>
            <a:pathLst>
              <a:path w="692" h="587" extrusionOk="0">
                <a:moveTo>
                  <a:pt x="524" y="0"/>
                </a:moveTo>
                <a:cubicBezTo>
                  <a:pt x="524" y="0"/>
                  <a:pt x="399" y="84"/>
                  <a:pt x="273" y="126"/>
                </a:cubicBezTo>
                <a:cubicBezTo>
                  <a:pt x="127" y="210"/>
                  <a:pt x="1" y="272"/>
                  <a:pt x="1" y="272"/>
                </a:cubicBezTo>
                <a:lnTo>
                  <a:pt x="168" y="586"/>
                </a:lnTo>
                <a:cubicBezTo>
                  <a:pt x="168" y="586"/>
                  <a:pt x="294" y="524"/>
                  <a:pt x="419" y="440"/>
                </a:cubicBezTo>
                <a:cubicBezTo>
                  <a:pt x="545" y="377"/>
                  <a:pt x="691" y="314"/>
                  <a:pt x="691" y="314"/>
                </a:cubicBezTo>
                <a:lnTo>
                  <a:pt x="524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36"/>
          <p:cNvSpPr/>
          <p:nvPr/>
        </p:nvSpPr>
        <p:spPr>
          <a:xfrm>
            <a:off x="4302879" y="2577730"/>
            <a:ext cx="13303" cy="12054"/>
          </a:xfrm>
          <a:custGeom>
            <a:avLst/>
            <a:gdLst/>
            <a:ahLst/>
            <a:cxnLst/>
            <a:rect l="l" t="t" r="r" b="b"/>
            <a:pathLst>
              <a:path w="671" h="608" extrusionOk="0">
                <a:moveTo>
                  <a:pt x="503" y="0"/>
                </a:moveTo>
                <a:cubicBezTo>
                  <a:pt x="503" y="42"/>
                  <a:pt x="398" y="84"/>
                  <a:pt x="252" y="168"/>
                </a:cubicBezTo>
                <a:cubicBezTo>
                  <a:pt x="126" y="251"/>
                  <a:pt x="1" y="293"/>
                  <a:pt x="1" y="293"/>
                </a:cubicBezTo>
                <a:lnTo>
                  <a:pt x="147" y="607"/>
                </a:lnTo>
                <a:cubicBezTo>
                  <a:pt x="147" y="607"/>
                  <a:pt x="294" y="565"/>
                  <a:pt x="419" y="482"/>
                </a:cubicBezTo>
                <a:lnTo>
                  <a:pt x="670" y="314"/>
                </a:lnTo>
                <a:lnTo>
                  <a:pt x="503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36"/>
          <p:cNvSpPr/>
          <p:nvPr/>
        </p:nvSpPr>
        <p:spPr>
          <a:xfrm>
            <a:off x="4321138" y="2567362"/>
            <a:ext cx="13283" cy="12034"/>
          </a:xfrm>
          <a:custGeom>
            <a:avLst/>
            <a:gdLst/>
            <a:ahLst/>
            <a:cxnLst/>
            <a:rect l="l" t="t" r="r" b="b"/>
            <a:pathLst>
              <a:path w="670" h="607" extrusionOk="0">
                <a:moveTo>
                  <a:pt x="481" y="0"/>
                </a:moveTo>
                <a:cubicBezTo>
                  <a:pt x="461" y="0"/>
                  <a:pt x="335" y="84"/>
                  <a:pt x="230" y="168"/>
                </a:cubicBezTo>
                <a:cubicBezTo>
                  <a:pt x="105" y="251"/>
                  <a:pt x="0" y="314"/>
                  <a:pt x="0" y="314"/>
                </a:cubicBezTo>
                <a:lnTo>
                  <a:pt x="168" y="607"/>
                </a:lnTo>
                <a:lnTo>
                  <a:pt x="440" y="460"/>
                </a:lnTo>
                <a:cubicBezTo>
                  <a:pt x="565" y="377"/>
                  <a:pt x="670" y="293"/>
                  <a:pt x="670" y="293"/>
                </a:cubicBezTo>
                <a:lnTo>
                  <a:pt x="481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36"/>
          <p:cNvSpPr/>
          <p:nvPr/>
        </p:nvSpPr>
        <p:spPr>
          <a:xfrm>
            <a:off x="4227801" y="2610918"/>
            <a:ext cx="13283" cy="10388"/>
          </a:xfrm>
          <a:custGeom>
            <a:avLst/>
            <a:gdLst/>
            <a:ahLst/>
            <a:cxnLst/>
            <a:rect l="l" t="t" r="r" b="b"/>
            <a:pathLst>
              <a:path w="670" h="524" extrusionOk="0">
                <a:moveTo>
                  <a:pt x="565" y="0"/>
                </a:moveTo>
                <a:cubicBezTo>
                  <a:pt x="524" y="21"/>
                  <a:pt x="377" y="63"/>
                  <a:pt x="252" y="105"/>
                </a:cubicBezTo>
                <a:cubicBezTo>
                  <a:pt x="126" y="168"/>
                  <a:pt x="0" y="188"/>
                  <a:pt x="0" y="188"/>
                </a:cubicBezTo>
                <a:lnTo>
                  <a:pt x="105" y="523"/>
                </a:lnTo>
                <a:cubicBezTo>
                  <a:pt x="105" y="523"/>
                  <a:pt x="231" y="502"/>
                  <a:pt x="377" y="460"/>
                </a:cubicBezTo>
                <a:cubicBezTo>
                  <a:pt x="524" y="398"/>
                  <a:pt x="670" y="356"/>
                  <a:pt x="670" y="356"/>
                </a:cubicBezTo>
                <a:lnTo>
                  <a:pt x="565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36"/>
          <p:cNvSpPr/>
          <p:nvPr/>
        </p:nvSpPr>
        <p:spPr>
          <a:xfrm>
            <a:off x="4246872" y="2604613"/>
            <a:ext cx="12886" cy="10468"/>
          </a:xfrm>
          <a:custGeom>
            <a:avLst/>
            <a:gdLst/>
            <a:ahLst/>
            <a:cxnLst/>
            <a:rect l="l" t="t" r="r" b="b"/>
            <a:pathLst>
              <a:path w="650" h="528" extrusionOk="0">
                <a:moveTo>
                  <a:pt x="524" y="0"/>
                </a:moveTo>
                <a:cubicBezTo>
                  <a:pt x="505" y="0"/>
                  <a:pt x="378" y="52"/>
                  <a:pt x="252" y="88"/>
                </a:cubicBezTo>
                <a:lnTo>
                  <a:pt x="1" y="193"/>
                </a:lnTo>
                <a:lnTo>
                  <a:pt x="126" y="527"/>
                </a:lnTo>
                <a:lnTo>
                  <a:pt x="398" y="423"/>
                </a:lnTo>
                <a:lnTo>
                  <a:pt x="650" y="318"/>
                </a:lnTo>
                <a:lnTo>
                  <a:pt x="524" y="4"/>
                </a:lnTo>
                <a:cubicBezTo>
                  <a:pt x="527" y="1"/>
                  <a:pt x="527" y="0"/>
                  <a:pt x="524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36"/>
          <p:cNvSpPr/>
          <p:nvPr/>
        </p:nvSpPr>
        <p:spPr>
          <a:xfrm>
            <a:off x="4265964" y="2596386"/>
            <a:ext cx="12886" cy="11221"/>
          </a:xfrm>
          <a:custGeom>
            <a:avLst/>
            <a:gdLst/>
            <a:ahLst/>
            <a:cxnLst/>
            <a:rect l="l" t="t" r="r" b="b"/>
            <a:pathLst>
              <a:path w="650" h="566" extrusionOk="0">
                <a:moveTo>
                  <a:pt x="523" y="1"/>
                </a:moveTo>
                <a:cubicBezTo>
                  <a:pt x="523" y="1"/>
                  <a:pt x="398" y="64"/>
                  <a:pt x="272" y="147"/>
                </a:cubicBezTo>
                <a:cubicBezTo>
                  <a:pt x="210" y="168"/>
                  <a:pt x="126" y="189"/>
                  <a:pt x="84" y="210"/>
                </a:cubicBezTo>
                <a:cubicBezTo>
                  <a:pt x="21" y="252"/>
                  <a:pt x="0" y="252"/>
                  <a:pt x="0" y="252"/>
                </a:cubicBezTo>
                <a:lnTo>
                  <a:pt x="126" y="566"/>
                </a:lnTo>
                <a:cubicBezTo>
                  <a:pt x="126" y="566"/>
                  <a:pt x="168" y="524"/>
                  <a:pt x="210" y="524"/>
                </a:cubicBezTo>
                <a:cubicBezTo>
                  <a:pt x="272" y="503"/>
                  <a:pt x="335" y="482"/>
                  <a:pt x="398" y="461"/>
                </a:cubicBezTo>
                <a:cubicBezTo>
                  <a:pt x="523" y="398"/>
                  <a:pt x="649" y="315"/>
                  <a:pt x="649" y="315"/>
                </a:cubicBezTo>
                <a:lnTo>
                  <a:pt x="523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36"/>
          <p:cNvSpPr/>
          <p:nvPr/>
        </p:nvSpPr>
        <p:spPr>
          <a:xfrm>
            <a:off x="4167651" y="2626679"/>
            <a:ext cx="12470" cy="8723"/>
          </a:xfrm>
          <a:custGeom>
            <a:avLst/>
            <a:gdLst/>
            <a:ahLst/>
            <a:cxnLst/>
            <a:rect l="l" t="t" r="r" b="b"/>
            <a:pathLst>
              <a:path w="629" h="440" extrusionOk="0">
                <a:moveTo>
                  <a:pt x="565" y="0"/>
                </a:moveTo>
                <a:lnTo>
                  <a:pt x="1" y="105"/>
                </a:lnTo>
                <a:lnTo>
                  <a:pt x="42" y="440"/>
                </a:lnTo>
                <a:lnTo>
                  <a:pt x="628" y="335"/>
                </a:lnTo>
                <a:lnTo>
                  <a:pt x="565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36"/>
          <p:cNvSpPr/>
          <p:nvPr/>
        </p:nvSpPr>
        <p:spPr>
          <a:xfrm>
            <a:off x="4187555" y="2621703"/>
            <a:ext cx="13303" cy="9556"/>
          </a:xfrm>
          <a:custGeom>
            <a:avLst/>
            <a:gdLst/>
            <a:ahLst/>
            <a:cxnLst/>
            <a:rect l="l" t="t" r="r" b="b"/>
            <a:pathLst>
              <a:path w="671" h="482" extrusionOk="0">
                <a:moveTo>
                  <a:pt x="587" y="0"/>
                </a:moveTo>
                <a:cubicBezTo>
                  <a:pt x="587" y="42"/>
                  <a:pt x="419" y="63"/>
                  <a:pt x="294" y="84"/>
                </a:cubicBezTo>
                <a:cubicBezTo>
                  <a:pt x="168" y="126"/>
                  <a:pt x="1" y="147"/>
                  <a:pt x="1" y="147"/>
                </a:cubicBezTo>
                <a:lnTo>
                  <a:pt x="85" y="481"/>
                </a:lnTo>
                <a:cubicBezTo>
                  <a:pt x="85" y="481"/>
                  <a:pt x="210" y="460"/>
                  <a:pt x="377" y="440"/>
                </a:cubicBezTo>
                <a:cubicBezTo>
                  <a:pt x="503" y="398"/>
                  <a:pt x="670" y="356"/>
                  <a:pt x="670" y="356"/>
                </a:cubicBezTo>
                <a:lnTo>
                  <a:pt x="587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36"/>
          <p:cNvSpPr/>
          <p:nvPr/>
        </p:nvSpPr>
        <p:spPr>
          <a:xfrm>
            <a:off x="4207896" y="2617143"/>
            <a:ext cx="12450" cy="9972"/>
          </a:xfrm>
          <a:custGeom>
            <a:avLst/>
            <a:gdLst/>
            <a:ahLst/>
            <a:cxnLst/>
            <a:rect l="l" t="t" r="r" b="b"/>
            <a:pathLst>
              <a:path w="628" h="503" extrusionOk="0">
                <a:moveTo>
                  <a:pt x="523" y="0"/>
                </a:moveTo>
                <a:lnTo>
                  <a:pt x="524" y="2"/>
                </a:lnTo>
                <a:lnTo>
                  <a:pt x="524" y="2"/>
                </a:lnTo>
                <a:cubicBezTo>
                  <a:pt x="526" y="1"/>
                  <a:pt x="526" y="0"/>
                  <a:pt x="523" y="0"/>
                </a:cubicBezTo>
                <a:close/>
                <a:moveTo>
                  <a:pt x="524" y="2"/>
                </a:moveTo>
                <a:lnTo>
                  <a:pt x="524" y="2"/>
                </a:lnTo>
                <a:cubicBezTo>
                  <a:pt x="510" y="14"/>
                  <a:pt x="383" y="65"/>
                  <a:pt x="272" y="84"/>
                </a:cubicBezTo>
                <a:cubicBezTo>
                  <a:pt x="188" y="105"/>
                  <a:pt x="126" y="105"/>
                  <a:pt x="84" y="146"/>
                </a:cubicBezTo>
                <a:cubicBezTo>
                  <a:pt x="21" y="146"/>
                  <a:pt x="0" y="167"/>
                  <a:pt x="0" y="167"/>
                </a:cubicBezTo>
                <a:lnTo>
                  <a:pt x="84" y="502"/>
                </a:lnTo>
                <a:cubicBezTo>
                  <a:pt x="84" y="502"/>
                  <a:pt x="105" y="502"/>
                  <a:pt x="167" y="481"/>
                </a:cubicBezTo>
                <a:cubicBezTo>
                  <a:pt x="209" y="460"/>
                  <a:pt x="293" y="460"/>
                  <a:pt x="335" y="418"/>
                </a:cubicBezTo>
                <a:cubicBezTo>
                  <a:pt x="481" y="377"/>
                  <a:pt x="628" y="356"/>
                  <a:pt x="628" y="356"/>
                </a:cubicBezTo>
                <a:lnTo>
                  <a:pt x="524" y="2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36"/>
          <p:cNvSpPr/>
          <p:nvPr/>
        </p:nvSpPr>
        <p:spPr>
          <a:xfrm>
            <a:off x="4106252" y="2633320"/>
            <a:ext cx="12054" cy="6641"/>
          </a:xfrm>
          <a:custGeom>
            <a:avLst/>
            <a:gdLst/>
            <a:ahLst/>
            <a:cxnLst/>
            <a:rect l="l" t="t" r="r" b="b"/>
            <a:pathLst>
              <a:path w="608" h="335" extrusionOk="0">
                <a:moveTo>
                  <a:pt x="1" y="0"/>
                </a:moveTo>
                <a:lnTo>
                  <a:pt x="22" y="335"/>
                </a:lnTo>
                <a:lnTo>
                  <a:pt x="608" y="335"/>
                </a:lnTo>
                <a:lnTo>
                  <a:pt x="587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36"/>
          <p:cNvSpPr/>
          <p:nvPr/>
        </p:nvSpPr>
        <p:spPr>
          <a:xfrm>
            <a:off x="4126989" y="2631655"/>
            <a:ext cx="12054" cy="7890"/>
          </a:xfrm>
          <a:custGeom>
            <a:avLst/>
            <a:gdLst/>
            <a:ahLst/>
            <a:cxnLst/>
            <a:rect l="l" t="t" r="r" b="b"/>
            <a:pathLst>
              <a:path w="608" h="398" extrusionOk="0">
                <a:moveTo>
                  <a:pt x="587" y="0"/>
                </a:moveTo>
                <a:lnTo>
                  <a:pt x="1" y="63"/>
                </a:lnTo>
                <a:lnTo>
                  <a:pt x="22" y="398"/>
                </a:lnTo>
                <a:lnTo>
                  <a:pt x="608" y="356"/>
                </a:lnTo>
                <a:lnTo>
                  <a:pt x="587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6"/>
          <p:cNvSpPr/>
          <p:nvPr/>
        </p:nvSpPr>
        <p:spPr>
          <a:xfrm>
            <a:off x="4147330" y="2629573"/>
            <a:ext cx="12450" cy="8326"/>
          </a:xfrm>
          <a:custGeom>
            <a:avLst/>
            <a:gdLst/>
            <a:ahLst/>
            <a:cxnLst/>
            <a:rect l="l" t="t" r="r" b="b"/>
            <a:pathLst>
              <a:path w="628" h="420" extrusionOk="0">
                <a:moveTo>
                  <a:pt x="565" y="1"/>
                </a:moveTo>
                <a:lnTo>
                  <a:pt x="0" y="84"/>
                </a:lnTo>
                <a:lnTo>
                  <a:pt x="21" y="419"/>
                </a:lnTo>
                <a:lnTo>
                  <a:pt x="628" y="356"/>
                </a:lnTo>
                <a:lnTo>
                  <a:pt x="565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36"/>
          <p:cNvSpPr/>
          <p:nvPr/>
        </p:nvSpPr>
        <p:spPr>
          <a:xfrm>
            <a:off x="4044457" y="2629573"/>
            <a:ext cx="12034" cy="8326"/>
          </a:xfrm>
          <a:custGeom>
            <a:avLst/>
            <a:gdLst/>
            <a:ahLst/>
            <a:cxnLst/>
            <a:rect l="l" t="t" r="r" b="b"/>
            <a:pathLst>
              <a:path w="607" h="420" extrusionOk="0">
                <a:moveTo>
                  <a:pt x="42" y="1"/>
                </a:moveTo>
                <a:lnTo>
                  <a:pt x="0" y="356"/>
                </a:lnTo>
                <a:lnTo>
                  <a:pt x="586" y="419"/>
                </a:lnTo>
                <a:lnTo>
                  <a:pt x="607" y="84"/>
                </a:lnTo>
                <a:lnTo>
                  <a:pt x="42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36"/>
          <p:cNvSpPr/>
          <p:nvPr/>
        </p:nvSpPr>
        <p:spPr>
          <a:xfrm>
            <a:off x="4064778" y="2631655"/>
            <a:ext cx="12470" cy="7890"/>
          </a:xfrm>
          <a:custGeom>
            <a:avLst/>
            <a:gdLst/>
            <a:ahLst/>
            <a:cxnLst/>
            <a:rect l="l" t="t" r="r" b="b"/>
            <a:pathLst>
              <a:path w="629" h="398" extrusionOk="0">
                <a:moveTo>
                  <a:pt x="63" y="0"/>
                </a:moveTo>
                <a:lnTo>
                  <a:pt x="0" y="356"/>
                </a:lnTo>
                <a:lnTo>
                  <a:pt x="607" y="398"/>
                </a:lnTo>
                <a:lnTo>
                  <a:pt x="628" y="63"/>
                </a:lnTo>
                <a:lnTo>
                  <a:pt x="63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36"/>
          <p:cNvSpPr/>
          <p:nvPr/>
        </p:nvSpPr>
        <p:spPr>
          <a:xfrm>
            <a:off x="4085515" y="2632904"/>
            <a:ext cx="12054" cy="7058"/>
          </a:xfrm>
          <a:custGeom>
            <a:avLst/>
            <a:gdLst/>
            <a:ahLst/>
            <a:cxnLst/>
            <a:rect l="l" t="t" r="r" b="b"/>
            <a:pathLst>
              <a:path w="608" h="356" extrusionOk="0">
                <a:moveTo>
                  <a:pt x="22" y="0"/>
                </a:moveTo>
                <a:lnTo>
                  <a:pt x="1" y="356"/>
                </a:lnTo>
                <a:lnTo>
                  <a:pt x="607" y="356"/>
                </a:lnTo>
                <a:lnTo>
                  <a:pt x="607" y="21"/>
                </a:lnTo>
                <a:lnTo>
                  <a:pt x="22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6"/>
          <p:cNvSpPr/>
          <p:nvPr/>
        </p:nvSpPr>
        <p:spPr>
          <a:xfrm>
            <a:off x="3983059" y="2617143"/>
            <a:ext cx="12470" cy="9972"/>
          </a:xfrm>
          <a:custGeom>
            <a:avLst/>
            <a:gdLst/>
            <a:ahLst/>
            <a:cxnLst/>
            <a:rect l="l" t="t" r="r" b="b"/>
            <a:pathLst>
              <a:path w="629" h="503" extrusionOk="0">
                <a:moveTo>
                  <a:pt x="105" y="0"/>
                </a:moveTo>
                <a:lnTo>
                  <a:pt x="0" y="356"/>
                </a:lnTo>
                <a:cubicBezTo>
                  <a:pt x="0" y="356"/>
                  <a:pt x="126" y="398"/>
                  <a:pt x="272" y="418"/>
                </a:cubicBezTo>
                <a:cubicBezTo>
                  <a:pt x="356" y="460"/>
                  <a:pt x="419" y="481"/>
                  <a:pt x="461" y="481"/>
                </a:cubicBezTo>
                <a:cubicBezTo>
                  <a:pt x="524" y="481"/>
                  <a:pt x="545" y="502"/>
                  <a:pt x="545" y="502"/>
                </a:cubicBezTo>
                <a:lnTo>
                  <a:pt x="628" y="167"/>
                </a:lnTo>
                <a:cubicBezTo>
                  <a:pt x="628" y="167"/>
                  <a:pt x="586" y="167"/>
                  <a:pt x="545" y="146"/>
                </a:cubicBezTo>
                <a:lnTo>
                  <a:pt x="377" y="84"/>
                </a:lnTo>
                <a:cubicBezTo>
                  <a:pt x="252" y="63"/>
                  <a:pt x="105" y="0"/>
                  <a:pt x="105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6"/>
          <p:cNvSpPr/>
          <p:nvPr/>
        </p:nvSpPr>
        <p:spPr>
          <a:xfrm>
            <a:off x="4003379" y="2622535"/>
            <a:ext cx="13303" cy="9139"/>
          </a:xfrm>
          <a:custGeom>
            <a:avLst/>
            <a:gdLst/>
            <a:ahLst/>
            <a:cxnLst/>
            <a:rect l="l" t="t" r="r" b="b"/>
            <a:pathLst>
              <a:path w="671" h="461" extrusionOk="0">
                <a:moveTo>
                  <a:pt x="84" y="0"/>
                </a:moveTo>
                <a:lnTo>
                  <a:pt x="1" y="335"/>
                </a:lnTo>
                <a:cubicBezTo>
                  <a:pt x="1" y="335"/>
                  <a:pt x="147" y="356"/>
                  <a:pt x="294" y="418"/>
                </a:cubicBezTo>
                <a:cubicBezTo>
                  <a:pt x="440" y="439"/>
                  <a:pt x="587" y="460"/>
                  <a:pt x="587" y="460"/>
                </a:cubicBezTo>
                <a:lnTo>
                  <a:pt x="670" y="126"/>
                </a:lnTo>
                <a:cubicBezTo>
                  <a:pt x="670" y="126"/>
                  <a:pt x="545" y="105"/>
                  <a:pt x="377" y="84"/>
                </a:cubicBezTo>
                <a:cubicBezTo>
                  <a:pt x="210" y="21"/>
                  <a:pt x="84" y="0"/>
                  <a:pt x="84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36"/>
          <p:cNvSpPr/>
          <p:nvPr/>
        </p:nvSpPr>
        <p:spPr>
          <a:xfrm>
            <a:off x="4023720" y="2626679"/>
            <a:ext cx="12450" cy="8723"/>
          </a:xfrm>
          <a:custGeom>
            <a:avLst/>
            <a:gdLst/>
            <a:ahLst/>
            <a:cxnLst/>
            <a:rect l="l" t="t" r="r" b="b"/>
            <a:pathLst>
              <a:path w="628" h="440" extrusionOk="0">
                <a:moveTo>
                  <a:pt x="63" y="0"/>
                </a:moveTo>
                <a:lnTo>
                  <a:pt x="0" y="335"/>
                </a:lnTo>
                <a:lnTo>
                  <a:pt x="586" y="440"/>
                </a:lnTo>
                <a:lnTo>
                  <a:pt x="628" y="105"/>
                </a:lnTo>
                <a:lnTo>
                  <a:pt x="63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36"/>
          <p:cNvSpPr/>
          <p:nvPr/>
        </p:nvSpPr>
        <p:spPr>
          <a:xfrm>
            <a:off x="3924574" y="2595969"/>
            <a:ext cx="13283" cy="10805"/>
          </a:xfrm>
          <a:custGeom>
            <a:avLst/>
            <a:gdLst/>
            <a:ahLst/>
            <a:cxnLst/>
            <a:rect l="l" t="t" r="r" b="b"/>
            <a:pathLst>
              <a:path w="670" h="545" extrusionOk="0">
                <a:moveTo>
                  <a:pt x="147" y="1"/>
                </a:moveTo>
                <a:lnTo>
                  <a:pt x="0" y="315"/>
                </a:lnTo>
                <a:cubicBezTo>
                  <a:pt x="0" y="315"/>
                  <a:pt x="147" y="357"/>
                  <a:pt x="272" y="440"/>
                </a:cubicBezTo>
                <a:cubicBezTo>
                  <a:pt x="356" y="482"/>
                  <a:pt x="398" y="503"/>
                  <a:pt x="461" y="524"/>
                </a:cubicBezTo>
                <a:cubicBezTo>
                  <a:pt x="502" y="545"/>
                  <a:pt x="523" y="545"/>
                  <a:pt x="523" y="545"/>
                </a:cubicBezTo>
                <a:lnTo>
                  <a:pt x="670" y="231"/>
                </a:lnTo>
                <a:cubicBezTo>
                  <a:pt x="670" y="231"/>
                  <a:pt x="628" y="210"/>
                  <a:pt x="586" y="210"/>
                </a:cubicBezTo>
                <a:cubicBezTo>
                  <a:pt x="523" y="210"/>
                  <a:pt x="482" y="189"/>
                  <a:pt x="398" y="126"/>
                </a:cubicBezTo>
                <a:cubicBezTo>
                  <a:pt x="272" y="85"/>
                  <a:pt x="147" y="1"/>
                  <a:pt x="147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36"/>
          <p:cNvSpPr/>
          <p:nvPr/>
        </p:nvSpPr>
        <p:spPr>
          <a:xfrm>
            <a:off x="3944062" y="2604276"/>
            <a:ext cx="12886" cy="10388"/>
          </a:xfrm>
          <a:custGeom>
            <a:avLst/>
            <a:gdLst/>
            <a:ahLst/>
            <a:cxnLst/>
            <a:rect l="l" t="t" r="r" b="b"/>
            <a:pathLst>
              <a:path w="650" h="524" extrusionOk="0">
                <a:moveTo>
                  <a:pt x="126" y="0"/>
                </a:moveTo>
                <a:lnTo>
                  <a:pt x="1" y="314"/>
                </a:lnTo>
                <a:lnTo>
                  <a:pt x="252" y="419"/>
                </a:lnTo>
                <a:lnTo>
                  <a:pt x="524" y="523"/>
                </a:lnTo>
                <a:lnTo>
                  <a:pt x="649" y="189"/>
                </a:lnTo>
                <a:lnTo>
                  <a:pt x="398" y="84"/>
                </a:lnTo>
                <a:cubicBezTo>
                  <a:pt x="252" y="63"/>
                  <a:pt x="126" y="0"/>
                  <a:pt x="126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36"/>
          <p:cNvSpPr/>
          <p:nvPr/>
        </p:nvSpPr>
        <p:spPr>
          <a:xfrm>
            <a:off x="3963570" y="2610918"/>
            <a:ext cx="13699" cy="10388"/>
          </a:xfrm>
          <a:custGeom>
            <a:avLst/>
            <a:gdLst/>
            <a:ahLst/>
            <a:cxnLst/>
            <a:rect l="l" t="t" r="r" b="b"/>
            <a:pathLst>
              <a:path w="691" h="524" extrusionOk="0">
                <a:moveTo>
                  <a:pt x="105" y="0"/>
                </a:moveTo>
                <a:lnTo>
                  <a:pt x="0" y="356"/>
                </a:lnTo>
                <a:cubicBezTo>
                  <a:pt x="0" y="356"/>
                  <a:pt x="147" y="398"/>
                  <a:pt x="293" y="460"/>
                </a:cubicBezTo>
                <a:cubicBezTo>
                  <a:pt x="419" y="502"/>
                  <a:pt x="586" y="523"/>
                  <a:pt x="586" y="523"/>
                </a:cubicBezTo>
                <a:lnTo>
                  <a:pt x="691" y="188"/>
                </a:lnTo>
                <a:cubicBezTo>
                  <a:pt x="691" y="188"/>
                  <a:pt x="565" y="168"/>
                  <a:pt x="419" y="105"/>
                </a:cubicBezTo>
                <a:cubicBezTo>
                  <a:pt x="251" y="63"/>
                  <a:pt x="105" y="0"/>
                  <a:pt x="105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36"/>
          <p:cNvSpPr/>
          <p:nvPr/>
        </p:nvSpPr>
        <p:spPr>
          <a:xfrm>
            <a:off x="3869817" y="2567362"/>
            <a:ext cx="13283" cy="12034"/>
          </a:xfrm>
          <a:custGeom>
            <a:avLst/>
            <a:gdLst/>
            <a:ahLst/>
            <a:cxnLst/>
            <a:rect l="l" t="t" r="r" b="b"/>
            <a:pathLst>
              <a:path w="670" h="607" extrusionOk="0">
                <a:moveTo>
                  <a:pt x="189" y="0"/>
                </a:moveTo>
                <a:lnTo>
                  <a:pt x="0" y="293"/>
                </a:lnTo>
                <a:cubicBezTo>
                  <a:pt x="0" y="293"/>
                  <a:pt x="126" y="377"/>
                  <a:pt x="231" y="460"/>
                </a:cubicBezTo>
                <a:lnTo>
                  <a:pt x="503" y="607"/>
                </a:lnTo>
                <a:lnTo>
                  <a:pt x="670" y="314"/>
                </a:lnTo>
                <a:cubicBezTo>
                  <a:pt x="670" y="314"/>
                  <a:pt x="544" y="251"/>
                  <a:pt x="440" y="168"/>
                </a:cubicBezTo>
                <a:lnTo>
                  <a:pt x="189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36"/>
          <p:cNvSpPr/>
          <p:nvPr/>
        </p:nvSpPr>
        <p:spPr>
          <a:xfrm>
            <a:off x="3887660" y="2578563"/>
            <a:ext cx="13283" cy="11617"/>
          </a:xfrm>
          <a:custGeom>
            <a:avLst/>
            <a:gdLst/>
            <a:ahLst/>
            <a:cxnLst/>
            <a:rect l="l" t="t" r="r" b="b"/>
            <a:pathLst>
              <a:path w="670" h="586" extrusionOk="0">
                <a:moveTo>
                  <a:pt x="167" y="0"/>
                </a:moveTo>
                <a:lnTo>
                  <a:pt x="0" y="314"/>
                </a:lnTo>
                <a:lnTo>
                  <a:pt x="251" y="460"/>
                </a:lnTo>
                <a:cubicBezTo>
                  <a:pt x="377" y="544"/>
                  <a:pt x="523" y="586"/>
                  <a:pt x="523" y="586"/>
                </a:cubicBezTo>
                <a:lnTo>
                  <a:pt x="670" y="272"/>
                </a:lnTo>
                <a:cubicBezTo>
                  <a:pt x="670" y="272"/>
                  <a:pt x="544" y="230"/>
                  <a:pt x="419" y="147"/>
                </a:cubicBezTo>
                <a:cubicBezTo>
                  <a:pt x="293" y="42"/>
                  <a:pt x="167" y="0"/>
                  <a:pt x="167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36"/>
          <p:cNvSpPr/>
          <p:nvPr/>
        </p:nvSpPr>
        <p:spPr>
          <a:xfrm>
            <a:off x="3905899" y="2587682"/>
            <a:ext cx="13719" cy="11637"/>
          </a:xfrm>
          <a:custGeom>
            <a:avLst/>
            <a:gdLst/>
            <a:ahLst/>
            <a:cxnLst/>
            <a:rect l="l" t="t" r="r" b="b"/>
            <a:pathLst>
              <a:path w="692" h="587" extrusionOk="0">
                <a:moveTo>
                  <a:pt x="168" y="0"/>
                </a:moveTo>
                <a:lnTo>
                  <a:pt x="1" y="314"/>
                </a:lnTo>
                <a:cubicBezTo>
                  <a:pt x="1" y="314"/>
                  <a:pt x="147" y="398"/>
                  <a:pt x="273" y="440"/>
                </a:cubicBezTo>
                <a:cubicBezTo>
                  <a:pt x="398" y="524"/>
                  <a:pt x="524" y="586"/>
                  <a:pt x="524" y="586"/>
                </a:cubicBezTo>
                <a:lnTo>
                  <a:pt x="691" y="272"/>
                </a:lnTo>
                <a:cubicBezTo>
                  <a:pt x="691" y="272"/>
                  <a:pt x="566" y="210"/>
                  <a:pt x="419" y="126"/>
                </a:cubicBezTo>
                <a:cubicBezTo>
                  <a:pt x="294" y="63"/>
                  <a:pt x="168" y="0"/>
                  <a:pt x="168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36"/>
          <p:cNvSpPr/>
          <p:nvPr/>
        </p:nvSpPr>
        <p:spPr>
          <a:xfrm>
            <a:off x="3819620" y="2531260"/>
            <a:ext cx="12886" cy="12470"/>
          </a:xfrm>
          <a:custGeom>
            <a:avLst/>
            <a:gdLst/>
            <a:ahLst/>
            <a:cxnLst/>
            <a:rect l="l" t="t" r="r" b="b"/>
            <a:pathLst>
              <a:path w="650" h="629" extrusionOk="0">
                <a:moveTo>
                  <a:pt x="231" y="1"/>
                </a:moveTo>
                <a:lnTo>
                  <a:pt x="1" y="252"/>
                </a:lnTo>
                <a:cubicBezTo>
                  <a:pt x="1" y="252"/>
                  <a:pt x="105" y="357"/>
                  <a:pt x="210" y="440"/>
                </a:cubicBezTo>
                <a:cubicBezTo>
                  <a:pt x="314" y="524"/>
                  <a:pt x="440" y="629"/>
                  <a:pt x="440" y="629"/>
                </a:cubicBezTo>
                <a:lnTo>
                  <a:pt x="649" y="357"/>
                </a:lnTo>
                <a:cubicBezTo>
                  <a:pt x="649" y="357"/>
                  <a:pt x="545" y="273"/>
                  <a:pt x="419" y="168"/>
                </a:cubicBezTo>
                <a:lnTo>
                  <a:pt x="231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36"/>
          <p:cNvSpPr/>
          <p:nvPr/>
        </p:nvSpPr>
        <p:spPr>
          <a:xfrm>
            <a:off x="3835797" y="2544126"/>
            <a:ext cx="13303" cy="12886"/>
          </a:xfrm>
          <a:custGeom>
            <a:avLst/>
            <a:gdLst/>
            <a:ahLst/>
            <a:cxnLst/>
            <a:rect l="l" t="t" r="r" b="b"/>
            <a:pathLst>
              <a:path w="671" h="650" extrusionOk="0">
                <a:moveTo>
                  <a:pt x="210" y="0"/>
                </a:moveTo>
                <a:lnTo>
                  <a:pt x="1" y="293"/>
                </a:lnTo>
                <a:cubicBezTo>
                  <a:pt x="1" y="293"/>
                  <a:pt x="84" y="377"/>
                  <a:pt x="231" y="482"/>
                </a:cubicBezTo>
                <a:cubicBezTo>
                  <a:pt x="356" y="544"/>
                  <a:pt x="461" y="649"/>
                  <a:pt x="461" y="649"/>
                </a:cubicBezTo>
                <a:lnTo>
                  <a:pt x="670" y="356"/>
                </a:lnTo>
                <a:cubicBezTo>
                  <a:pt x="670" y="356"/>
                  <a:pt x="566" y="293"/>
                  <a:pt x="440" y="210"/>
                </a:cubicBezTo>
                <a:cubicBezTo>
                  <a:pt x="335" y="105"/>
                  <a:pt x="210" y="0"/>
                  <a:pt x="210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36"/>
          <p:cNvSpPr/>
          <p:nvPr/>
        </p:nvSpPr>
        <p:spPr>
          <a:xfrm>
            <a:off x="3851974" y="2556160"/>
            <a:ext cx="13303" cy="12054"/>
          </a:xfrm>
          <a:custGeom>
            <a:avLst/>
            <a:gdLst/>
            <a:ahLst/>
            <a:cxnLst/>
            <a:rect l="l" t="t" r="r" b="b"/>
            <a:pathLst>
              <a:path w="671" h="608" extrusionOk="0">
                <a:moveTo>
                  <a:pt x="231" y="0"/>
                </a:moveTo>
                <a:lnTo>
                  <a:pt x="1" y="293"/>
                </a:lnTo>
                <a:cubicBezTo>
                  <a:pt x="1" y="293"/>
                  <a:pt x="147" y="356"/>
                  <a:pt x="252" y="440"/>
                </a:cubicBezTo>
                <a:cubicBezTo>
                  <a:pt x="377" y="523"/>
                  <a:pt x="482" y="607"/>
                  <a:pt x="482" y="607"/>
                </a:cubicBezTo>
                <a:lnTo>
                  <a:pt x="670" y="314"/>
                </a:lnTo>
                <a:cubicBezTo>
                  <a:pt x="670" y="314"/>
                  <a:pt x="524" y="230"/>
                  <a:pt x="419" y="147"/>
                </a:cubicBezTo>
                <a:cubicBezTo>
                  <a:pt x="356" y="105"/>
                  <a:pt x="231" y="0"/>
                  <a:pt x="231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36"/>
          <p:cNvSpPr/>
          <p:nvPr/>
        </p:nvSpPr>
        <p:spPr>
          <a:xfrm>
            <a:off x="3774815" y="2488537"/>
            <a:ext cx="13303" cy="13303"/>
          </a:xfrm>
          <a:custGeom>
            <a:avLst/>
            <a:gdLst/>
            <a:ahLst/>
            <a:cxnLst/>
            <a:rect l="l" t="t" r="r" b="b"/>
            <a:pathLst>
              <a:path w="671" h="671" extrusionOk="0">
                <a:moveTo>
                  <a:pt x="273" y="1"/>
                </a:moveTo>
                <a:lnTo>
                  <a:pt x="1" y="231"/>
                </a:lnTo>
                <a:cubicBezTo>
                  <a:pt x="1" y="231"/>
                  <a:pt x="105" y="335"/>
                  <a:pt x="189" y="440"/>
                </a:cubicBezTo>
                <a:lnTo>
                  <a:pt x="398" y="670"/>
                </a:lnTo>
                <a:lnTo>
                  <a:pt x="670" y="419"/>
                </a:lnTo>
                <a:lnTo>
                  <a:pt x="461" y="210"/>
                </a:lnTo>
                <a:cubicBezTo>
                  <a:pt x="377" y="105"/>
                  <a:pt x="273" y="1"/>
                  <a:pt x="273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36"/>
          <p:cNvSpPr/>
          <p:nvPr/>
        </p:nvSpPr>
        <p:spPr>
          <a:xfrm>
            <a:off x="3788930" y="2503881"/>
            <a:ext cx="12866" cy="12886"/>
          </a:xfrm>
          <a:custGeom>
            <a:avLst/>
            <a:gdLst/>
            <a:ahLst/>
            <a:cxnLst/>
            <a:rect l="l" t="t" r="r" b="b"/>
            <a:pathLst>
              <a:path w="649" h="650" extrusionOk="0">
                <a:moveTo>
                  <a:pt x="272" y="1"/>
                </a:moveTo>
                <a:lnTo>
                  <a:pt x="0" y="231"/>
                </a:lnTo>
                <a:lnTo>
                  <a:pt x="209" y="440"/>
                </a:lnTo>
                <a:lnTo>
                  <a:pt x="419" y="649"/>
                </a:lnTo>
                <a:lnTo>
                  <a:pt x="649" y="377"/>
                </a:lnTo>
                <a:lnTo>
                  <a:pt x="440" y="168"/>
                </a:lnTo>
                <a:lnTo>
                  <a:pt x="272" y="1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36"/>
          <p:cNvSpPr/>
          <p:nvPr/>
        </p:nvSpPr>
        <p:spPr>
          <a:xfrm>
            <a:off x="3803859" y="2517580"/>
            <a:ext cx="13303" cy="13283"/>
          </a:xfrm>
          <a:custGeom>
            <a:avLst/>
            <a:gdLst/>
            <a:ahLst/>
            <a:cxnLst/>
            <a:rect l="l" t="t" r="r" b="b"/>
            <a:pathLst>
              <a:path w="671" h="670" extrusionOk="0">
                <a:moveTo>
                  <a:pt x="252" y="0"/>
                </a:moveTo>
                <a:lnTo>
                  <a:pt x="0" y="272"/>
                </a:lnTo>
                <a:lnTo>
                  <a:pt x="210" y="482"/>
                </a:lnTo>
                <a:cubicBezTo>
                  <a:pt x="314" y="586"/>
                  <a:pt x="419" y="670"/>
                  <a:pt x="419" y="670"/>
                </a:cubicBezTo>
                <a:lnTo>
                  <a:pt x="670" y="398"/>
                </a:lnTo>
                <a:cubicBezTo>
                  <a:pt x="670" y="398"/>
                  <a:pt x="565" y="293"/>
                  <a:pt x="461" y="210"/>
                </a:cubicBezTo>
                <a:lnTo>
                  <a:pt x="252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36"/>
          <p:cNvSpPr/>
          <p:nvPr/>
        </p:nvSpPr>
        <p:spPr>
          <a:xfrm>
            <a:off x="3737068" y="2440004"/>
            <a:ext cx="12173" cy="12886"/>
          </a:xfrm>
          <a:custGeom>
            <a:avLst/>
            <a:gdLst/>
            <a:ahLst/>
            <a:cxnLst/>
            <a:rect l="l" t="t" r="r" b="b"/>
            <a:pathLst>
              <a:path w="614" h="650" extrusionOk="0">
                <a:moveTo>
                  <a:pt x="294" y="1"/>
                </a:moveTo>
                <a:lnTo>
                  <a:pt x="1" y="189"/>
                </a:lnTo>
                <a:cubicBezTo>
                  <a:pt x="1" y="189"/>
                  <a:pt x="84" y="314"/>
                  <a:pt x="147" y="419"/>
                </a:cubicBezTo>
                <a:cubicBezTo>
                  <a:pt x="231" y="545"/>
                  <a:pt x="315" y="649"/>
                  <a:pt x="315" y="649"/>
                </a:cubicBezTo>
                <a:lnTo>
                  <a:pt x="608" y="440"/>
                </a:lnTo>
                <a:cubicBezTo>
                  <a:pt x="609" y="442"/>
                  <a:pt x="610" y="443"/>
                  <a:pt x="611" y="443"/>
                </a:cubicBezTo>
                <a:cubicBezTo>
                  <a:pt x="614" y="443"/>
                  <a:pt x="536" y="345"/>
                  <a:pt x="440" y="231"/>
                </a:cubicBezTo>
                <a:cubicBezTo>
                  <a:pt x="356" y="105"/>
                  <a:pt x="294" y="1"/>
                  <a:pt x="294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36"/>
          <p:cNvSpPr/>
          <p:nvPr/>
        </p:nvSpPr>
        <p:spPr>
          <a:xfrm>
            <a:off x="3749101" y="2456598"/>
            <a:ext cx="12886" cy="13303"/>
          </a:xfrm>
          <a:custGeom>
            <a:avLst/>
            <a:gdLst/>
            <a:ahLst/>
            <a:cxnLst/>
            <a:rect l="l" t="t" r="r" b="b"/>
            <a:pathLst>
              <a:path w="650" h="671" extrusionOk="0">
                <a:moveTo>
                  <a:pt x="294" y="1"/>
                </a:moveTo>
                <a:lnTo>
                  <a:pt x="1" y="210"/>
                </a:lnTo>
                <a:cubicBezTo>
                  <a:pt x="1" y="210"/>
                  <a:pt x="84" y="335"/>
                  <a:pt x="189" y="440"/>
                </a:cubicBezTo>
                <a:cubicBezTo>
                  <a:pt x="252" y="545"/>
                  <a:pt x="356" y="670"/>
                  <a:pt x="356" y="670"/>
                </a:cubicBezTo>
                <a:lnTo>
                  <a:pt x="649" y="461"/>
                </a:lnTo>
                <a:cubicBezTo>
                  <a:pt x="649" y="461"/>
                  <a:pt x="566" y="356"/>
                  <a:pt x="461" y="231"/>
                </a:cubicBezTo>
                <a:cubicBezTo>
                  <a:pt x="356" y="126"/>
                  <a:pt x="294" y="1"/>
                  <a:pt x="294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36"/>
          <p:cNvSpPr/>
          <p:nvPr/>
        </p:nvSpPr>
        <p:spPr>
          <a:xfrm>
            <a:off x="3761968" y="2472775"/>
            <a:ext cx="12450" cy="12886"/>
          </a:xfrm>
          <a:custGeom>
            <a:avLst/>
            <a:gdLst/>
            <a:ahLst/>
            <a:cxnLst/>
            <a:rect l="l" t="t" r="r" b="b"/>
            <a:pathLst>
              <a:path w="628" h="650" extrusionOk="0">
                <a:moveTo>
                  <a:pt x="272" y="1"/>
                </a:moveTo>
                <a:lnTo>
                  <a:pt x="0" y="210"/>
                </a:lnTo>
                <a:cubicBezTo>
                  <a:pt x="0" y="210"/>
                  <a:pt x="84" y="314"/>
                  <a:pt x="189" y="440"/>
                </a:cubicBezTo>
                <a:cubicBezTo>
                  <a:pt x="293" y="545"/>
                  <a:pt x="356" y="649"/>
                  <a:pt x="356" y="649"/>
                </a:cubicBezTo>
                <a:lnTo>
                  <a:pt x="628" y="419"/>
                </a:lnTo>
                <a:cubicBezTo>
                  <a:pt x="628" y="419"/>
                  <a:pt x="523" y="314"/>
                  <a:pt x="440" y="210"/>
                </a:cubicBezTo>
                <a:cubicBezTo>
                  <a:pt x="335" y="126"/>
                  <a:pt x="272" y="1"/>
                  <a:pt x="272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36"/>
          <p:cNvSpPr/>
          <p:nvPr/>
        </p:nvSpPr>
        <p:spPr>
          <a:xfrm>
            <a:off x="3706378" y="2386496"/>
            <a:ext cx="11637" cy="13699"/>
          </a:xfrm>
          <a:custGeom>
            <a:avLst/>
            <a:gdLst/>
            <a:ahLst/>
            <a:cxnLst/>
            <a:rect l="l" t="t" r="r" b="b"/>
            <a:pathLst>
              <a:path w="587" h="691" extrusionOk="0">
                <a:moveTo>
                  <a:pt x="314" y="0"/>
                </a:moveTo>
                <a:lnTo>
                  <a:pt x="0" y="168"/>
                </a:lnTo>
                <a:cubicBezTo>
                  <a:pt x="0" y="168"/>
                  <a:pt x="63" y="293"/>
                  <a:pt x="147" y="419"/>
                </a:cubicBezTo>
                <a:cubicBezTo>
                  <a:pt x="210" y="544"/>
                  <a:pt x="272" y="691"/>
                  <a:pt x="272" y="691"/>
                </a:cubicBezTo>
                <a:lnTo>
                  <a:pt x="586" y="524"/>
                </a:lnTo>
                <a:cubicBezTo>
                  <a:pt x="586" y="524"/>
                  <a:pt x="524" y="398"/>
                  <a:pt x="461" y="272"/>
                </a:cubicBezTo>
                <a:cubicBezTo>
                  <a:pt x="377" y="126"/>
                  <a:pt x="314" y="0"/>
                  <a:pt x="314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36"/>
          <p:cNvSpPr/>
          <p:nvPr/>
        </p:nvSpPr>
        <p:spPr>
          <a:xfrm>
            <a:off x="3715914" y="2404755"/>
            <a:ext cx="12054" cy="13283"/>
          </a:xfrm>
          <a:custGeom>
            <a:avLst/>
            <a:gdLst/>
            <a:ahLst/>
            <a:cxnLst/>
            <a:rect l="l" t="t" r="r" b="b"/>
            <a:pathLst>
              <a:path w="608" h="670" extrusionOk="0">
                <a:moveTo>
                  <a:pt x="315" y="0"/>
                </a:moveTo>
                <a:lnTo>
                  <a:pt x="1" y="147"/>
                </a:lnTo>
                <a:cubicBezTo>
                  <a:pt x="1" y="147"/>
                  <a:pt x="43" y="293"/>
                  <a:pt x="126" y="419"/>
                </a:cubicBezTo>
                <a:lnTo>
                  <a:pt x="294" y="670"/>
                </a:lnTo>
                <a:lnTo>
                  <a:pt x="607" y="502"/>
                </a:lnTo>
                <a:cubicBezTo>
                  <a:pt x="587" y="481"/>
                  <a:pt x="524" y="398"/>
                  <a:pt x="440" y="251"/>
                </a:cubicBezTo>
                <a:cubicBezTo>
                  <a:pt x="356" y="126"/>
                  <a:pt x="315" y="0"/>
                  <a:pt x="315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36"/>
          <p:cNvSpPr/>
          <p:nvPr/>
        </p:nvSpPr>
        <p:spPr>
          <a:xfrm>
            <a:off x="3726283" y="2422994"/>
            <a:ext cx="12054" cy="13303"/>
          </a:xfrm>
          <a:custGeom>
            <a:avLst/>
            <a:gdLst/>
            <a:ahLst/>
            <a:cxnLst/>
            <a:rect l="l" t="t" r="r" b="b"/>
            <a:pathLst>
              <a:path w="608" h="671" extrusionOk="0">
                <a:moveTo>
                  <a:pt x="294" y="1"/>
                </a:moveTo>
                <a:lnTo>
                  <a:pt x="1" y="168"/>
                </a:lnTo>
                <a:lnTo>
                  <a:pt x="147" y="440"/>
                </a:lnTo>
                <a:cubicBezTo>
                  <a:pt x="231" y="566"/>
                  <a:pt x="315" y="670"/>
                  <a:pt x="315" y="670"/>
                </a:cubicBezTo>
                <a:lnTo>
                  <a:pt x="608" y="482"/>
                </a:lnTo>
                <a:cubicBezTo>
                  <a:pt x="587" y="461"/>
                  <a:pt x="524" y="336"/>
                  <a:pt x="440" y="231"/>
                </a:cubicBezTo>
                <a:cubicBezTo>
                  <a:pt x="356" y="84"/>
                  <a:pt x="294" y="1"/>
                  <a:pt x="294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36"/>
          <p:cNvSpPr/>
          <p:nvPr/>
        </p:nvSpPr>
        <p:spPr>
          <a:xfrm>
            <a:off x="3684392" y="2329657"/>
            <a:ext cx="10388" cy="13303"/>
          </a:xfrm>
          <a:custGeom>
            <a:avLst/>
            <a:gdLst/>
            <a:ahLst/>
            <a:cxnLst/>
            <a:rect l="l" t="t" r="r" b="b"/>
            <a:pathLst>
              <a:path w="524" h="671" extrusionOk="0">
                <a:moveTo>
                  <a:pt x="335" y="1"/>
                </a:moveTo>
                <a:lnTo>
                  <a:pt x="0" y="106"/>
                </a:lnTo>
                <a:cubicBezTo>
                  <a:pt x="0" y="106"/>
                  <a:pt x="21" y="231"/>
                  <a:pt x="63" y="378"/>
                </a:cubicBezTo>
                <a:cubicBezTo>
                  <a:pt x="126" y="524"/>
                  <a:pt x="168" y="671"/>
                  <a:pt x="168" y="671"/>
                </a:cubicBezTo>
                <a:lnTo>
                  <a:pt x="524" y="566"/>
                </a:lnTo>
                <a:cubicBezTo>
                  <a:pt x="524" y="524"/>
                  <a:pt x="461" y="378"/>
                  <a:pt x="419" y="252"/>
                </a:cubicBezTo>
                <a:cubicBezTo>
                  <a:pt x="356" y="126"/>
                  <a:pt x="335" y="1"/>
                  <a:pt x="335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36"/>
          <p:cNvSpPr/>
          <p:nvPr/>
        </p:nvSpPr>
        <p:spPr>
          <a:xfrm>
            <a:off x="3690617" y="2348749"/>
            <a:ext cx="10805" cy="12886"/>
          </a:xfrm>
          <a:custGeom>
            <a:avLst/>
            <a:gdLst/>
            <a:ahLst/>
            <a:cxnLst/>
            <a:rect l="l" t="t" r="r" b="b"/>
            <a:pathLst>
              <a:path w="545" h="650" extrusionOk="0">
                <a:moveTo>
                  <a:pt x="335" y="0"/>
                </a:moveTo>
                <a:lnTo>
                  <a:pt x="0" y="126"/>
                </a:lnTo>
                <a:lnTo>
                  <a:pt x="84" y="398"/>
                </a:lnTo>
                <a:lnTo>
                  <a:pt x="189" y="649"/>
                </a:lnTo>
                <a:lnTo>
                  <a:pt x="503" y="524"/>
                </a:lnTo>
                <a:cubicBezTo>
                  <a:pt x="544" y="524"/>
                  <a:pt x="482" y="398"/>
                  <a:pt x="440" y="252"/>
                </a:cubicBezTo>
                <a:lnTo>
                  <a:pt x="335" y="0"/>
                </a:ln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36"/>
          <p:cNvSpPr/>
          <p:nvPr/>
        </p:nvSpPr>
        <p:spPr>
          <a:xfrm>
            <a:off x="3698488" y="2367821"/>
            <a:ext cx="11221" cy="12886"/>
          </a:xfrm>
          <a:custGeom>
            <a:avLst/>
            <a:gdLst/>
            <a:ahLst/>
            <a:cxnLst/>
            <a:rect l="l" t="t" r="r" b="b"/>
            <a:pathLst>
              <a:path w="566" h="650" extrusionOk="0">
                <a:moveTo>
                  <a:pt x="315" y="1"/>
                </a:moveTo>
                <a:lnTo>
                  <a:pt x="1" y="126"/>
                </a:lnTo>
                <a:cubicBezTo>
                  <a:pt x="1" y="126"/>
                  <a:pt x="43" y="168"/>
                  <a:pt x="43" y="210"/>
                </a:cubicBezTo>
                <a:cubicBezTo>
                  <a:pt x="64" y="273"/>
                  <a:pt x="85" y="336"/>
                  <a:pt x="126" y="398"/>
                </a:cubicBezTo>
                <a:cubicBezTo>
                  <a:pt x="168" y="524"/>
                  <a:pt x="252" y="650"/>
                  <a:pt x="252" y="650"/>
                </a:cubicBezTo>
                <a:lnTo>
                  <a:pt x="566" y="524"/>
                </a:lnTo>
                <a:cubicBezTo>
                  <a:pt x="545" y="524"/>
                  <a:pt x="482" y="398"/>
                  <a:pt x="419" y="273"/>
                </a:cubicBezTo>
                <a:cubicBezTo>
                  <a:pt x="398" y="210"/>
                  <a:pt x="378" y="126"/>
                  <a:pt x="357" y="85"/>
                </a:cubicBezTo>
                <a:cubicBezTo>
                  <a:pt x="315" y="22"/>
                  <a:pt x="315" y="1"/>
                  <a:pt x="315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36"/>
          <p:cNvSpPr/>
          <p:nvPr/>
        </p:nvSpPr>
        <p:spPr>
          <a:xfrm>
            <a:off x="3670296" y="2269527"/>
            <a:ext cx="9139" cy="12450"/>
          </a:xfrm>
          <a:custGeom>
            <a:avLst/>
            <a:gdLst/>
            <a:ahLst/>
            <a:cxnLst/>
            <a:rect l="l" t="t" r="r" b="b"/>
            <a:pathLst>
              <a:path w="461" h="628" extrusionOk="0">
                <a:moveTo>
                  <a:pt x="356" y="0"/>
                </a:moveTo>
                <a:lnTo>
                  <a:pt x="0" y="42"/>
                </a:lnTo>
                <a:lnTo>
                  <a:pt x="105" y="628"/>
                </a:lnTo>
                <a:lnTo>
                  <a:pt x="460" y="565"/>
                </a:lnTo>
                <a:lnTo>
                  <a:pt x="356" y="0"/>
                </a:lnTo>
                <a:close/>
              </a:path>
            </a:pathLst>
          </a:custGeom>
          <a:solidFill>
            <a:srgbClr val="AADDF6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36"/>
          <p:cNvSpPr/>
          <p:nvPr/>
        </p:nvSpPr>
        <p:spPr>
          <a:xfrm>
            <a:off x="3674440" y="2289432"/>
            <a:ext cx="9139" cy="13283"/>
          </a:xfrm>
          <a:custGeom>
            <a:avLst/>
            <a:gdLst/>
            <a:ahLst/>
            <a:cxnLst/>
            <a:rect l="l" t="t" r="r" b="b"/>
            <a:pathLst>
              <a:path w="461" h="670" extrusionOk="0">
                <a:moveTo>
                  <a:pt x="335" y="0"/>
                </a:moveTo>
                <a:lnTo>
                  <a:pt x="0" y="84"/>
                </a:lnTo>
                <a:cubicBezTo>
                  <a:pt x="0" y="84"/>
                  <a:pt x="21" y="210"/>
                  <a:pt x="42" y="377"/>
                </a:cubicBezTo>
                <a:cubicBezTo>
                  <a:pt x="63" y="503"/>
                  <a:pt x="126" y="670"/>
                  <a:pt x="126" y="670"/>
                </a:cubicBezTo>
                <a:lnTo>
                  <a:pt x="461" y="586"/>
                </a:lnTo>
                <a:cubicBezTo>
                  <a:pt x="440" y="565"/>
                  <a:pt x="419" y="419"/>
                  <a:pt x="398" y="293"/>
                </a:cubicBezTo>
                <a:cubicBezTo>
                  <a:pt x="356" y="168"/>
                  <a:pt x="335" y="0"/>
                  <a:pt x="335" y="0"/>
                </a:cubicBezTo>
                <a:close/>
              </a:path>
            </a:pathLst>
          </a:custGeom>
          <a:solidFill>
            <a:srgbClr val="AADDF6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36"/>
          <p:cNvSpPr/>
          <p:nvPr/>
        </p:nvSpPr>
        <p:spPr>
          <a:xfrm>
            <a:off x="3678583" y="2309753"/>
            <a:ext cx="9972" cy="12470"/>
          </a:xfrm>
          <a:custGeom>
            <a:avLst/>
            <a:gdLst/>
            <a:ahLst/>
            <a:cxnLst/>
            <a:rect l="l" t="t" r="r" b="b"/>
            <a:pathLst>
              <a:path w="503" h="629" extrusionOk="0">
                <a:moveTo>
                  <a:pt x="335" y="1"/>
                </a:moveTo>
                <a:lnTo>
                  <a:pt x="1" y="84"/>
                </a:lnTo>
                <a:cubicBezTo>
                  <a:pt x="1" y="84"/>
                  <a:pt x="1" y="105"/>
                  <a:pt x="21" y="168"/>
                </a:cubicBezTo>
                <a:cubicBezTo>
                  <a:pt x="42" y="210"/>
                  <a:pt x="42" y="294"/>
                  <a:pt x="84" y="335"/>
                </a:cubicBezTo>
                <a:cubicBezTo>
                  <a:pt x="126" y="482"/>
                  <a:pt x="147" y="628"/>
                  <a:pt x="147" y="628"/>
                </a:cubicBezTo>
                <a:lnTo>
                  <a:pt x="503" y="524"/>
                </a:lnTo>
                <a:cubicBezTo>
                  <a:pt x="503" y="524"/>
                  <a:pt x="461" y="398"/>
                  <a:pt x="419" y="273"/>
                </a:cubicBezTo>
                <a:cubicBezTo>
                  <a:pt x="398" y="189"/>
                  <a:pt x="398" y="126"/>
                  <a:pt x="356" y="84"/>
                </a:cubicBezTo>
                <a:cubicBezTo>
                  <a:pt x="356" y="22"/>
                  <a:pt x="335" y="1"/>
                  <a:pt x="335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36"/>
          <p:cNvSpPr/>
          <p:nvPr/>
        </p:nvSpPr>
        <p:spPr>
          <a:xfrm>
            <a:off x="3665717" y="2208128"/>
            <a:ext cx="7078" cy="12054"/>
          </a:xfrm>
          <a:custGeom>
            <a:avLst/>
            <a:gdLst/>
            <a:ahLst/>
            <a:cxnLst/>
            <a:rect l="l" t="t" r="r" b="b"/>
            <a:pathLst>
              <a:path w="357" h="608" extrusionOk="0">
                <a:moveTo>
                  <a:pt x="1" y="0"/>
                </a:moveTo>
                <a:lnTo>
                  <a:pt x="1" y="607"/>
                </a:lnTo>
                <a:lnTo>
                  <a:pt x="357" y="586"/>
                </a:lnTo>
                <a:lnTo>
                  <a:pt x="336" y="0"/>
                </a:lnTo>
                <a:close/>
              </a:path>
            </a:pathLst>
          </a:custGeom>
          <a:solidFill>
            <a:srgbClr val="AADDF6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36"/>
          <p:cNvSpPr/>
          <p:nvPr/>
        </p:nvSpPr>
        <p:spPr>
          <a:xfrm>
            <a:off x="3666133" y="2228866"/>
            <a:ext cx="7910" cy="12054"/>
          </a:xfrm>
          <a:custGeom>
            <a:avLst/>
            <a:gdLst/>
            <a:ahLst/>
            <a:cxnLst/>
            <a:rect l="l" t="t" r="r" b="b"/>
            <a:pathLst>
              <a:path w="399" h="608" extrusionOk="0">
                <a:moveTo>
                  <a:pt x="1" y="1"/>
                </a:moveTo>
                <a:lnTo>
                  <a:pt x="43" y="607"/>
                </a:lnTo>
                <a:lnTo>
                  <a:pt x="398" y="586"/>
                </a:lnTo>
                <a:lnTo>
                  <a:pt x="357" y="1"/>
                </a:lnTo>
                <a:close/>
              </a:path>
            </a:pathLst>
          </a:custGeom>
          <a:solidFill>
            <a:srgbClr val="AADDF6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36"/>
          <p:cNvSpPr/>
          <p:nvPr/>
        </p:nvSpPr>
        <p:spPr>
          <a:xfrm>
            <a:off x="3667798" y="2249186"/>
            <a:ext cx="8326" cy="12054"/>
          </a:xfrm>
          <a:custGeom>
            <a:avLst/>
            <a:gdLst/>
            <a:ahLst/>
            <a:cxnLst/>
            <a:rect l="l" t="t" r="r" b="b"/>
            <a:pathLst>
              <a:path w="420" h="608" extrusionOk="0">
                <a:moveTo>
                  <a:pt x="356" y="1"/>
                </a:moveTo>
                <a:lnTo>
                  <a:pt x="1" y="22"/>
                </a:lnTo>
                <a:lnTo>
                  <a:pt x="63" y="608"/>
                </a:lnTo>
                <a:lnTo>
                  <a:pt x="419" y="566"/>
                </a:lnTo>
                <a:lnTo>
                  <a:pt x="356" y="1"/>
                </a:lnTo>
                <a:close/>
              </a:path>
            </a:pathLst>
          </a:custGeom>
          <a:solidFill>
            <a:srgbClr val="AADDF6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36"/>
          <p:cNvSpPr/>
          <p:nvPr/>
        </p:nvSpPr>
        <p:spPr>
          <a:xfrm>
            <a:off x="3667798" y="1770070"/>
            <a:ext cx="867800" cy="433930"/>
          </a:xfrm>
          <a:custGeom>
            <a:avLst/>
            <a:gdLst/>
            <a:ahLst/>
            <a:cxnLst/>
            <a:rect l="l" t="t" r="r" b="b"/>
            <a:pathLst>
              <a:path w="43773" h="21888" fill="none" extrusionOk="0">
                <a:moveTo>
                  <a:pt x="1" y="21887"/>
                </a:moveTo>
                <a:cubicBezTo>
                  <a:pt x="1" y="9814"/>
                  <a:pt x="9793" y="1"/>
                  <a:pt x="21887" y="1"/>
                </a:cubicBezTo>
                <a:cubicBezTo>
                  <a:pt x="33960" y="1"/>
                  <a:pt x="43773" y="9814"/>
                  <a:pt x="43773" y="21887"/>
                </a:cubicBezTo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miter lim="209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36"/>
          <p:cNvSpPr/>
          <p:nvPr/>
        </p:nvSpPr>
        <p:spPr>
          <a:xfrm>
            <a:off x="3647894" y="2192784"/>
            <a:ext cx="42743" cy="42326"/>
          </a:xfrm>
          <a:custGeom>
            <a:avLst/>
            <a:gdLst/>
            <a:ahLst/>
            <a:cxnLst/>
            <a:rect l="l" t="t" r="r" b="b"/>
            <a:pathLst>
              <a:path w="2156" h="2135" extrusionOk="0">
                <a:moveTo>
                  <a:pt x="1067" y="0"/>
                </a:moveTo>
                <a:cubicBezTo>
                  <a:pt x="481" y="0"/>
                  <a:pt x="0" y="460"/>
                  <a:pt x="0" y="1067"/>
                </a:cubicBezTo>
                <a:cubicBezTo>
                  <a:pt x="0" y="1653"/>
                  <a:pt x="481" y="2134"/>
                  <a:pt x="1067" y="2134"/>
                </a:cubicBezTo>
                <a:cubicBezTo>
                  <a:pt x="1674" y="2134"/>
                  <a:pt x="2155" y="1674"/>
                  <a:pt x="2155" y="1067"/>
                </a:cubicBezTo>
                <a:cubicBezTo>
                  <a:pt x="2155" y="481"/>
                  <a:pt x="1653" y="21"/>
                  <a:pt x="1067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36"/>
          <p:cNvSpPr/>
          <p:nvPr/>
        </p:nvSpPr>
        <p:spPr>
          <a:xfrm>
            <a:off x="4085099" y="2614645"/>
            <a:ext cx="42326" cy="42743"/>
          </a:xfrm>
          <a:custGeom>
            <a:avLst/>
            <a:gdLst/>
            <a:ahLst/>
            <a:cxnLst/>
            <a:rect l="l" t="t" r="r" b="b"/>
            <a:pathLst>
              <a:path w="2135" h="2156" extrusionOk="0">
                <a:moveTo>
                  <a:pt x="1068" y="0"/>
                </a:moveTo>
                <a:cubicBezTo>
                  <a:pt x="461" y="0"/>
                  <a:pt x="1" y="482"/>
                  <a:pt x="1" y="1068"/>
                </a:cubicBezTo>
                <a:cubicBezTo>
                  <a:pt x="1" y="1674"/>
                  <a:pt x="461" y="2156"/>
                  <a:pt x="1068" y="2156"/>
                </a:cubicBezTo>
                <a:cubicBezTo>
                  <a:pt x="1675" y="2156"/>
                  <a:pt x="2135" y="1674"/>
                  <a:pt x="2135" y="1068"/>
                </a:cubicBezTo>
                <a:cubicBezTo>
                  <a:pt x="2135" y="482"/>
                  <a:pt x="1675" y="0"/>
                  <a:pt x="1068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6"/>
          <p:cNvSpPr/>
          <p:nvPr/>
        </p:nvSpPr>
        <p:spPr>
          <a:xfrm>
            <a:off x="4512371" y="2192784"/>
            <a:ext cx="42326" cy="42326"/>
          </a:xfrm>
          <a:custGeom>
            <a:avLst/>
            <a:gdLst/>
            <a:ahLst/>
            <a:cxnLst/>
            <a:rect l="l" t="t" r="r" b="b"/>
            <a:pathLst>
              <a:path w="2135" h="2135" extrusionOk="0">
                <a:moveTo>
                  <a:pt x="1067" y="0"/>
                </a:moveTo>
                <a:cubicBezTo>
                  <a:pt x="460" y="0"/>
                  <a:pt x="0" y="460"/>
                  <a:pt x="0" y="1067"/>
                </a:cubicBezTo>
                <a:cubicBezTo>
                  <a:pt x="0" y="1653"/>
                  <a:pt x="460" y="2134"/>
                  <a:pt x="1067" y="2134"/>
                </a:cubicBezTo>
                <a:cubicBezTo>
                  <a:pt x="1674" y="2134"/>
                  <a:pt x="2134" y="1674"/>
                  <a:pt x="2134" y="1067"/>
                </a:cubicBezTo>
                <a:cubicBezTo>
                  <a:pt x="2134" y="481"/>
                  <a:pt x="1674" y="21"/>
                  <a:pt x="1067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6"/>
          <p:cNvSpPr/>
          <p:nvPr/>
        </p:nvSpPr>
        <p:spPr>
          <a:xfrm>
            <a:off x="3741231" y="1848895"/>
            <a:ext cx="730075" cy="730492"/>
          </a:xfrm>
          <a:custGeom>
            <a:avLst/>
            <a:gdLst/>
            <a:ahLst/>
            <a:cxnLst/>
            <a:rect l="l" t="t" r="r" b="b"/>
            <a:pathLst>
              <a:path w="36826" h="36847" fill="none" extrusionOk="0">
                <a:moveTo>
                  <a:pt x="22367" y="2197"/>
                </a:moveTo>
                <a:cubicBezTo>
                  <a:pt x="31323" y="4374"/>
                  <a:pt x="36826" y="13413"/>
                  <a:pt x="34650" y="22368"/>
                </a:cubicBezTo>
                <a:cubicBezTo>
                  <a:pt x="32473" y="31344"/>
                  <a:pt x="23434" y="36847"/>
                  <a:pt x="14458" y="34671"/>
                </a:cubicBezTo>
                <a:cubicBezTo>
                  <a:pt x="5503" y="32495"/>
                  <a:pt x="0" y="23456"/>
                  <a:pt x="2176" y="14480"/>
                </a:cubicBezTo>
                <a:cubicBezTo>
                  <a:pt x="4352" y="5503"/>
                  <a:pt x="13391" y="0"/>
                  <a:pt x="22367" y="2197"/>
                </a:cubicBezTo>
                <a:close/>
              </a:path>
            </a:pathLst>
          </a:custGeom>
          <a:solidFill>
            <a:srgbClr val="1EFFC1"/>
          </a:solidFill>
          <a:ln w="28575" cap="flat" cmpd="sng">
            <a:solidFill>
              <a:srgbClr val="FFFFFF"/>
            </a:solidFill>
            <a:prstDash val="solid"/>
            <a:miter lim="209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36"/>
          <p:cNvSpPr/>
          <p:nvPr/>
        </p:nvSpPr>
        <p:spPr>
          <a:xfrm>
            <a:off x="4693638" y="2067648"/>
            <a:ext cx="273367" cy="271047"/>
          </a:xfrm>
          <a:custGeom>
            <a:avLst/>
            <a:gdLst/>
            <a:ahLst/>
            <a:cxnLst/>
            <a:rect l="l" t="t" r="r" b="b"/>
            <a:pathLst>
              <a:path w="13789" h="13672" extrusionOk="0">
                <a:moveTo>
                  <a:pt x="4610" y="613"/>
                </a:moveTo>
                <a:cubicBezTo>
                  <a:pt x="5550" y="613"/>
                  <a:pt x="6492" y="985"/>
                  <a:pt x="7198" y="1734"/>
                </a:cubicBezTo>
                <a:cubicBezTo>
                  <a:pt x="8516" y="3136"/>
                  <a:pt x="8474" y="5396"/>
                  <a:pt x="7030" y="6735"/>
                </a:cubicBezTo>
                <a:cubicBezTo>
                  <a:pt x="6356" y="7369"/>
                  <a:pt x="5483" y="7689"/>
                  <a:pt x="4610" y="7689"/>
                </a:cubicBezTo>
                <a:cubicBezTo>
                  <a:pt x="3667" y="7689"/>
                  <a:pt x="2725" y="7317"/>
                  <a:pt x="2030" y="6568"/>
                </a:cubicBezTo>
                <a:cubicBezTo>
                  <a:pt x="691" y="5166"/>
                  <a:pt x="753" y="2906"/>
                  <a:pt x="2197" y="1567"/>
                </a:cubicBezTo>
                <a:cubicBezTo>
                  <a:pt x="2871" y="933"/>
                  <a:pt x="3739" y="613"/>
                  <a:pt x="4610" y="613"/>
                </a:cubicBezTo>
                <a:close/>
                <a:moveTo>
                  <a:pt x="4605" y="1"/>
                </a:moveTo>
                <a:cubicBezTo>
                  <a:pt x="3589" y="1"/>
                  <a:pt x="2562" y="373"/>
                  <a:pt x="1758" y="1127"/>
                </a:cubicBezTo>
                <a:cubicBezTo>
                  <a:pt x="84" y="2697"/>
                  <a:pt x="0" y="5312"/>
                  <a:pt x="1569" y="6986"/>
                </a:cubicBezTo>
                <a:cubicBezTo>
                  <a:pt x="2389" y="7853"/>
                  <a:pt x="3484" y="8293"/>
                  <a:pt x="4582" y="8293"/>
                </a:cubicBezTo>
                <a:cubicBezTo>
                  <a:pt x="5447" y="8293"/>
                  <a:pt x="6314" y="8020"/>
                  <a:pt x="7051" y="7467"/>
                </a:cubicBezTo>
                <a:lnTo>
                  <a:pt x="8349" y="8827"/>
                </a:lnTo>
                <a:cubicBezTo>
                  <a:pt x="8139" y="9288"/>
                  <a:pt x="8202" y="9832"/>
                  <a:pt x="8579" y="10229"/>
                </a:cubicBezTo>
                <a:lnTo>
                  <a:pt x="11424" y="13263"/>
                </a:lnTo>
                <a:cubicBezTo>
                  <a:pt x="11686" y="13536"/>
                  <a:pt x="12033" y="13672"/>
                  <a:pt x="12373" y="13672"/>
                </a:cubicBezTo>
                <a:cubicBezTo>
                  <a:pt x="12686" y="13672"/>
                  <a:pt x="12993" y="13557"/>
                  <a:pt x="13224" y="13326"/>
                </a:cubicBezTo>
                <a:cubicBezTo>
                  <a:pt x="13747" y="12824"/>
                  <a:pt x="13789" y="12008"/>
                  <a:pt x="13287" y="11506"/>
                </a:cubicBezTo>
                <a:lnTo>
                  <a:pt x="10441" y="8472"/>
                </a:lnTo>
                <a:cubicBezTo>
                  <a:pt x="10180" y="8211"/>
                  <a:pt x="9829" y="8081"/>
                  <a:pt x="9478" y="8081"/>
                </a:cubicBezTo>
                <a:cubicBezTo>
                  <a:pt x="9322" y="8081"/>
                  <a:pt x="9166" y="8106"/>
                  <a:pt x="9018" y="8158"/>
                </a:cubicBezTo>
                <a:lnTo>
                  <a:pt x="7742" y="6798"/>
                </a:lnTo>
                <a:cubicBezTo>
                  <a:pt x="9081" y="5208"/>
                  <a:pt x="9039" y="2822"/>
                  <a:pt x="7574" y="1295"/>
                </a:cubicBezTo>
                <a:cubicBezTo>
                  <a:pt x="6792" y="436"/>
                  <a:pt x="5704" y="1"/>
                  <a:pt x="460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36"/>
          <p:cNvSpPr/>
          <p:nvPr/>
        </p:nvSpPr>
        <p:spPr>
          <a:xfrm>
            <a:off x="4706901" y="2079801"/>
            <a:ext cx="155170" cy="140123"/>
          </a:xfrm>
          <a:custGeom>
            <a:avLst/>
            <a:gdLst/>
            <a:ahLst/>
            <a:cxnLst/>
            <a:rect l="l" t="t" r="r" b="b"/>
            <a:pathLst>
              <a:path w="7827" h="7068" extrusionOk="0">
                <a:moveTo>
                  <a:pt x="3934" y="0"/>
                </a:moveTo>
                <a:cubicBezTo>
                  <a:pt x="3065" y="0"/>
                  <a:pt x="2192" y="320"/>
                  <a:pt x="1507" y="954"/>
                </a:cubicBezTo>
                <a:cubicBezTo>
                  <a:pt x="84" y="2293"/>
                  <a:pt x="1" y="4553"/>
                  <a:pt x="1340" y="5955"/>
                </a:cubicBezTo>
                <a:cubicBezTo>
                  <a:pt x="2037" y="6696"/>
                  <a:pt x="2979" y="7068"/>
                  <a:pt x="3923" y="7068"/>
                </a:cubicBezTo>
                <a:cubicBezTo>
                  <a:pt x="4790" y="7068"/>
                  <a:pt x="5659" y="6753"/>
                  <a:pt x="6340" y="6122"/>
                </a:cubicBezTo>
                <a:cubicBezTo>
                  <a:pt x="7742" y="4783"/>
                  <a:pt x="7826" y="2523"/>
                  <a:pt x="6487" y="1121"/>
                </a:cubicBezTo>
                <a:cubicBezTo>
                  <a:pt x="5803" y="372"/>
                  <a:pt x="4871" y="0"/>
                  <a:pt x="3934" y="0"/>
                </a:cubicBezTo>
                <a:close/>
              </a:path>
            </a:pathLst>
          </a:custGeom>
          <a:solidFill>
            <a:srgbClr val="052643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36"/>
          <p:cNvSpPr/>
          <p:nvPr/>
        </p:nvSpPr>
        <p:spPr>
          <a:xfrm>
            <a:off x="2986268" y="2696781"/>
            <a:ext cx="283735" cy="176720"/>
          </a:xfrm>
          <a:custGeom>
            <a:avLst/>
            <a:gdLst/>
            <a:ahLst/>
            <a:cxnLst/>
            <a:rect l="l" t="t" r="r" b="b"/>
            <a:pathLst>
              <a:path w="14312" h="8914" extrusionOk="0">
                <a:moveTo>
                  <a:pt x="837" y="0"/>
                </a:moveTo>
                <a:cubicBezTo>
                  <a:pt x="377" y="0"/>
                  <a:pt x="0" y="356"/>
                  <a:pt x="0" y="837"/>
                </a:cubicBezTo>
                <a:lnTo>
                  <a:pt x="0" y="8077"/>
                </a:lnTo>
                <a:cubicBezTo>
                  <a:pt x="0" y="8537"/>
                  <a:pt x="377" y="8914"/>
                  <a:pt x="837" y="8914"/>
                </a:cubicBezTo>
                <a:lnTo>
                  <a:pt x="13475" y="8914"/>
                </a:lnTo>
                <a:cubicBezTo>
                  <a:pt x="13935" y="8914"/>
                  <a:pt x="14312" y="8537"/>
                  <a:pt x="14312" y="8077"/>
                </a:cubicBezTo>
                <a:lnTo>
                  <a:pt x="14312" y="837"/>
                </a:lnTo>
                <a:cubicBezTo>
                  <a:pt x="14312" y="356"/>
                  <a:pt x="13935" y="0"/>
                  <a:pt x="13475" y="0"/>
                </a:cubicBezTo>
                <a:close/>
              </a:path>
            </a:pathLst>
          </a:custGeom>
          <a:solidFill>
            <a:srgbClr val="1EFF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36"/>
          <p:cNvSpPr/>
          <p:nvPr/>
        </p:nvSpPr>
        <p:spPr>
          <a:xfrm>
            <a:off x="3010732" y="2720412"/>
            <a:ext cx="85049" cy="32394"/>
          </a:xfrm>
          <a:custGeom>
            <a:avLst/>
            <a:gdLst/>
            <a:ahLst/>
            <a:cxnLst/>
            <a:rect l="l" t="t" r="r" b="b"/>
            <a:pathLst>
              <a:path w="4290" h="1634" extrusionOk="0">
                <a:moveTo>
                  <a:pt x="607" y="1"/>
                </a:moveTo>
                <a:cubicBezTo>
                  <a:pt x="252" y="1"/>
                  <a:pt x="1" y="252"/>
                  <a:pt x="1" y="608"/>
                </a:cubicBezTo>
                <a:lnTo>
                  <a:pt x="1" y="1026"/>
                </a:lnTo>
                <a:cubicBezTo>
                  <a:pt x="1" y="1361"/>
                  <a:pt x="252" y="1633"/>
                  <a:pt x="607" y="1633"/>
                </a:cubicBezTo>
                <a:lnTo>
                  <a:pt x="3683" y="1633"/>
                </a:lnTo>
                <a:cubicBezTo>
                  <a:pt x="3997" y="1633"/>
                  <a:pt x="4290" y="1361"/>
                  <a:pt x="4290" y="1026"/>
                </a:cubicBezTo>
                <a:lnTo>
                  <a:pt x="4290" y="608"/>
                </a:lnTo>
                <a:cubicBezTo>
                  <a:pt x="4290" y="252"/>
                  <a:pt x="4018" y="1"/>
                  <a:pt x="3683" y="1"/>
                </a:cubicBezTo>
                <a:close/>
              </a:path>
            </a:pathLst>
          </a:custGeom>
          <a:solidFill>
            <a:srgbClr val="0526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36"/>
          <p:cNvSpPr/>
          <p:nvPr/>
        </p:nvSpPr>
        <p:spPr>
          <a:xfrm>
            <a:off x="3010732" y="2769361"/>
            <a:ext cx="85049" cy="80093"/>
          </a:xfrm>
          <a:custGeom>
            <a:avLst/>
            <a:gdLst/>
            <a:ahLst/>
            <a:cxnLst/>
            <a:rect l="l" t="t" r="r" b="b"/>
            <a:pathLst>
              <a:path w="4290" h="4040" extrusionOk="0">
                <a:moveTo>
                  <a:pt x="607" y="1"/>
                </a:moveTo>
                <a:cubicBezTo>
                  <a:pt x="252" y="1"/>
                  <a:pt x="1" y="252"/>
                  <a:pt x="1" y="587"/>
                </a:cubicBezTo>
                <a:lnTo>
                  <a:pt x="1" y="3453"/>
                </a:lnTo>
                <a:cubicBezTo>
                  <a:pt x="1" y="3788"/>
                  <a:pt x="252" y="4039"/>
                  <a:pt x="607" y="4039"/>
                </a:cubicBezTo>
                <a:lnTo>
                  <a:pt x="3683" y="4039"/>
                </a:lnTo>
                <a:cubicBezTo>
                  <a:pt x="3997" y="4039"/>
                  <a:pt x="4290" y="3788"/>
                  <a:pt x="4290" y="3453"/>
                </a:cubicBezTo>
                <a:lnTo>
                  <a:pt x="4290" y="587"/>
                </a:lnTo>
                <a:cubicBezTo>
                  <a:pt x="4290" y="252"/>
                  <a:pt x="4018" y="1"/>
                  <a:pt x="3683" y="1"/>
                </a:cubicBezTo>
                <a:close/>
              </a:path>
            </a:pathLst>
          </a:custGeom>
          <a:solidFill>
            <a:srgbClr val="0526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36"/>
          <p:cNvSpPr/>
          <p:nvPr/>
        </p:nvSpPr>
        <p:spPr>
          <a:xfrm>
            <a:off x="3116519" y="2724992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0"/>
                </a:moveTo>
                <a:lnTo>
                  <a:pt x="6717" y="0"/>
                </a:lnTo>
              </a:path>
            </a:pathLst>
          </a:custGeom>
          <a:solidFill>
            <a:srgbClr val="091A51"/>
          </a:solidFill>
          <a:ln w="9525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36"/>
          <p:cNvSpPr/>
          <p:nvPr/>
        </p:nvSpPr>
        <p:spPr>
          <a:xfrm>
            <a:off x="3116519" y="2742399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1"/>
                </a:moveTo>
                <a:lnTo>
                  <a:pt x="6717" y="1"/>
                </a:lnTo>
              </a:path>
            </a:pathLst>
          </a:custGeom>
          <a:solidFill>
            <a:srgbClr val="091A51"/>
          </a:solidFill>
          <a:ln w="9525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36"/>
          <p:cNvSpPr/>
          <p:nvPr/>
        </p:nvSpPr>
        <p:spPr>
          <a:xfrm>
            <a:off x="3116519" y="2759409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1"/>
                </a:moveTo>
                <a:lnTo>
                  <a:pt x="6717" y="1"/>
                </a:lnTo>
              </a:path>
            </a:pathLst>
          </a:custGeom>
          <a:solidFill>
            <a:srgbClr val="091A51"/>
          </a:solidFill>
          <a:ln w="9525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36"/>
          <p:cNvSpPr/>
          <p:nvPr/>
        </p:nvSpPr>
        <p:spPr>
          <a:xfrm>
            <a:off x="3116519" y="2776419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1"/>
                </a:moveTo>
                <a:lnTo>
                  <a:pt x="6717" y="1"/>
                </a:lnTo>
              </a:path>
            </a:pathLst>
          </a:custGeom>
          <a:solidFill>
            <a:srgbClr val="091A51"/>
          </a:solidFill>
          <a:ln w="8900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36"/>
          <p:cNvSpPr/>
          <p:nvPr/>
        </p:nvSpPr>
        <p:spPr>
          <a:xfrm>
            <a:off x="3116519" y="2793429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1"/>
                </a:moveTo>
                <a:lnTo>
                  <a:pt x="6717" y="1"/>
                </a:lnTo>
              </a:path>
            </a:pathLst>
          </a:custGeom>
          <a:solidFill>
            <a:srgbClr val="091A51"/>
          </a:solidFill>
          <a:ln w="9525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36"/>
          <p:cNvSpPr/>
          <p:nvPr/>
        </p:nvSpPr>
        <p:spPr>
          <a:xfrm>
            <a:off x="3116519" y="2810439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0"/>
                </a:moveTo>
                <a:lnTo>
                  <a:pt x="6717" y="0"/>
                </a:lnTo>
              </a:path>
            </a:pathLst>
          </a:custGeom>
          <a:solidFill>
            <a:srgbClr val="091A51"/>
          </a:solidFill>
          <a:ln w="9525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36"/>
          <p:cNvSpPr/>
          <p:nvPr/>
        </p:nvSpPr>
        <p:spPr>
          <a:xfrm>
            <a:off x="3116519" y="2827865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0"/>
                </a:moveTo>
                <a:lnTo>
                  <a:pt x="6717" y="0"/>
                </a:lnTo>
              </a:path>
            </a:pathLst>
          </a:custGeom>
          <a:solidFill>
            <a:srgbClr val="091A51"/>
          </a:solidFill>
          <a:ln w="9525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36"/>
          <p:cNvSpPr/>
          <p:nvPr/>
        </p:nvSpPr>
        <p:spPr>
          <a:xfrm>
            <a:off x="3116519" y="2844875"/>
            <a:ext cx="133165" cy="20"/>
          </a:xfrm>
          <a:custGeom>
            <a:avLst/>
            <a:gdLst/>
            <a:ahLst/>
            <a:cxnLst/>
            <a:rect l="l" t="t" r="r" b="b"/>
            <a:pathLst>
              <a:path w="6717" h="1" fill="none" extrusionOk="0">
                <a:moveTo>
                  <a:pt x="0" y="0"/>
                </a:moveTo>
                <a:lnTo>
                  <a:pt x="6717" y="0"/>
                </a:lnTo>
              </a:path>
            </a:pathLst>
          </a:custGeom>
          <a:solidFill>
            <a:srgbClr val="091A51"/>
          </a:solidFill>
          <a:ln w="8900" cap="rnd" cmpd="sng">
            <a:solidFill>
              <a:srgbClr val="091A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36"/>
          <p:cNvSpPr/>
          <p:nvPr/>
        </p:nvSpPr>
        <p:spPr>
          <a:xfrm>
            <a:off x="3126888" y="2623764"/>
            <a:ext cx="4163" cy="7078"/>
          </a:xfrm>
          <a:custGeom>
            <a:avLst/>
            <a:gdLst/>
            <a:ahLst/>
            <a:cxnLst/>
            <a:rect l="l" t="t" r="r" b="b"/>
            <a:pathLst>
              <a:path w="210" h="357" extrusionOk="0">
                <a:moveTo>
                  <a:pt x="0" y="1"/>
                </a:moveTo>
                <a:lnTo>
                  <a:pt x="209" y="1"/>
                </a:lnTo>
                <a:lnTo>
                  <a:pt x="209" y="356"/>
                </a:lnTo>
                <a:lnTo>
                  <a:pt x="0" y="35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36"/>
          <p:cNvSpPr/>
          <p:nvPr/>
        </p:nvSpPr>
        <p:spPr>
          <a:xfrm>
            <a:off x="3126888" y="2635798"/>
            <a:ext cx="4163" cy="7078"/>
          </a:xfrm>
          <a:custGeom>
            <a:avLst/>
            <a:gdLst/>
            <a:ahLst/>
            <a:cxnLst/>
            <a:rect l="l" t="t" r="r" b="b"/>
            <a:pathLst>
              <a:path w="210" h="357" extrusionOk="0">
                <a:moveTo>
                  <a:pt x="0" y="1"/>
                </a:moveTo>
                <a:lnTo>
                  <a:pt x="209" y="1"/>
                </a:lnTo>
                <a:lnTo>
                  <a:pt x="209" y="356"/>
                </a:lnTo>
                <a:lnTo>
                  <a:pt x="0" y="35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36"/>
          <p:cNvSpPr/>
          <p:nvPr/>
        </p:nvSpPr>
        <p:spPr>
          <a:xfrm>
            <a:off x="3126888" y="2647416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36"/>
          <p:cNvSpPr/>
          <p:nvPr/>
        </p:nvSpPr>
        <p:spPr>
          <a:xfrm>
            <a:off x="3126888" y="2589348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36"/>
          <p:cNvSpPr/>
          <p:nvPr/>
        </p:nvSpPr>
        <p:spPr>
          <a:xfrm>
            <a:off x="3126888" y="2600549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36"/>
          <p:cNvSpPr/>
          <p:nvPr/>
        </p:nvSpPr>
        <p:spPr>
          <a:xfrm>
            <a:off x="3126888" y="2612147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1"/>
                </a:moveTo>
                <a:lnTo>
                  <a:pt x="209" y="1"/>
                </a:lnTo>
                <a:lnTo>
                  <a:pt x="209" y="336"/>
                </a:lnTo>
                <a:lnTo>
                  <a:pt x="0" y="33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36"/>
          <p:cNvSpPr/>
          <p:nvPr/>
        </p:nvSpPr>
        <p:spPr>
          <a:xfrm>
            <a:off x="3126888" y="2554079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1"/>
                </a:moveTo>
                <a:lnTo>
                  <a:pt x="209" y="1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6"/>
          <p:cNvSpPr/>
          <p:nvPr/>
        </p:nvSpPr>
        <p:spPr>
          <a:xfrm>
            <a:off x="3126888" y="2565280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1"/>
                </a:moveTo>
                <a:lnTo>
                  <a:pt x="209" y="1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36"/>
          <p:cNvSpPr/>
          <p:nvPr/>
        </p:nvSpPr>
        <p:spPr>
          <a:xfrm>
            <a:off x="3126888" y="2577314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36"/>
          <p:cNvSpPr/>
          <p:nvPr/>
        </p:nvSpPr>
        <p:spPr>
          <a:xfrm>
            <a:off x="3126888" y="2518829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6"/>
          <p:cNvSpPr/>
          <p:nvPr/>
        </p:nvSpPr>
        <p:spPr>
          <a:xfrm>
            <a:off x="3126888" y="2530427"/>
            <a:ext cx="4163" cy="7078"/>
          </a:xfrm>
          <a:custGeom>
            <a:avLst/>
            <a:gdLst/>
            <a:ahLst/>
            <a:cxnLst/>
            <a:rect l="l" t="t" r="r" b="b"/>
            <a:pathLst>
              <a:path w="210" h="357" extrusionOk="0">
                <a:moveTo>
                  <a:pt x="0" y="1"/>
                </a:moveTo>
                <a:lnTo>
                  <a:pt x="209" y="1"/>
                </a:lnTo>
                <a:lnTo>
                  <a:pt x="209" y="357"/>
                </a:lnTo>
                <a:lnTo>
                  <a:pt x="0" y="35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36"/>
          <p:cNvSpPr/>
          <p:nvPr/>
        </p:nvSpPr>
        <p:spPr>
          <a:xfrm>
            <a:off x="3126888" y="2542045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1"/>
                </a:moveTo>
                <a:lnTo>
                  <a:pt x="209" y="1"/>
                </a:lnTo>
                <a:lnTo>
                  <a:pt x="209" y="336"/>
                </a:lnTo>
                <a:lnTo>
                  <a:pt x="0" y="33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36"/>
          <p:cNvSpPr/>
          <p:nvPr/>
        </p:nvSpPr>
        <p:spPr>
          <a:xfrm>
            <a:off x="3126888" y="2483560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1"/>
                </a:moveTo>
                <a:lnTo>
                  <a:pt x="209" y="1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36"/>
          <p:cNvSpPr/>
          <p:nvPr/>
        </p:nvSpPr>
        <p:spPr>
          <a:xfrm>
            <a:off x="3126888" y="2495594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36"/>
          <p:cNvSpPr/>
          <p:nvPr/>
        </p:nvSpPr>
        <p:spPr>
          <a:xfrm>
            <a:off x="3126888" y="2506796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36"/>
          <p:cNvSpPr/>
          <p:nvPr/>
        </p:nvSpPr>
        <p:spPr>
          <a:xfrm>
            <a:off x="3126888" y="2448727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0" y="0"/>
                </a:moveTo>
                <a:lnTo>
                  <a:pt x="209" y="0"/>
                </a:lnTo>
                <a:lnTo>
                  <a:pt x="209" y="335"/>
                </a:lnTo>
                <a:lnTo>
                  <a:pt x="0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36"/>
          <p:cNvSpPr/>
          <p:nvPr/>
        </p:nvSpPr>
        <p:spPr>
          <a:xfrm>
            <a:off x="3126888" y="2460325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1"/>
                </a:moveTo>
                <a:lnTo>
                  <a:pt x="209" y="1"/>
                </a:lnTo>
                <a:lnTo>
                  <a:pt x="209" y="336"/>
                </a:lnTo>
                <a:lnTo>
                  <a:pt x="0" y="33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36"/>
          <p:cNvSpPr/>
          <p:nvPr/>
        </p:nvSpPr>
        <p:spPr>
          <a:xfrm>
            <a:off x="3126888" y="2471943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0" y="1"/>
                </a:moveTo>
                <a:lnTo>
                  <a:pt x="209" y="1"/>
                </a:lnTo>
                <a:lnTo>
                  <a:pt x="209" y="336"/>
                </a:lnTo>
                <a:lnTo>
                  <a:pt x="0" y="33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36"/>
          <p:cNvSpPr/>
          <p:nvPr/>
        </p:nvSpPr>
        <p:spPr>
          <a:xfrm>
            <a:off x="3125639" y="2413458"/>
            <a:ext cx="4580" cy="6661"/>
          </a:xfrm>
          <a:custGeom>
            <a:avLst/>
            <a:gdLst/>
            <a:ahLst/>
            <a:cxnLst/>
            <a:rect l="l" t="t" r="r" b="b"/>
            <a:pathLst>
              <a:path w="231" h="336" extrusionOk="0">
                <a:moveTo>
                  <a:pt x="42" y="335"/>
                </a:moveTo>
                <a:lnTo>
                  <a:pt x="231" y="335"/>
                </a:lnTo>
                <a:lnTo>
                  <a:pt x="210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36"/>
          <p:cNvSpPr/>
          <p:nvPr/>
        </p:nvSpPr>
        <p:spPr>
          <a:xfrm>
            <a:off x="3126888" y="2425492"/>
            <a:ext cx="3331" cy="6245"/>
          </a:xfrm>
          <a:custGeom>
            <a:avLst/>
            <a:gdLst/>
            <a:ahLst/>
            <a:cxnLst/>
            <a:rect l="l" t="t" r="r" b="b"/>
            <a:pathLst>
              <a:path w="168" h="315" extrusionOk="0">
                <a:moveTo>
                  <a:pt x="0" y="314"/>
                </a:moveTo>
                <a:lnTo>
                  <a:pt x="168" y="314"/>
                </a:lnTo>
                <a:lnTo>
                  <a:pt x="1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36"/>
          <p:cNvSpPr/>
          <p:nvPr/>
        </p:nvSpPr>
        <p:spPr>
          <a:xfrm>
            <a:off x="3126888" y="2436694"/>
            <a:ext cx="4163" cy="7058"/>
          </a:xfrm>
          <a:custGeom>
            <a:avLst/>
            <a:gdLst/>
            <a:ahLst/>
            <a:cxnLst/>
            <a:rect l="l" t="t" r="r" b="b"/>
            <a:pathLst>
              <a:path w="210" h="356" extrusionOk="0">
                <a:moveTo>
                  <a:pt x="0" y="0"/>
                </a:moveTo>
                <a:lnTo>
                  <a:pt x="209" y="0"/>
                </a:lnTo>
                <a:lnTo>
                  <a:pt x="209" y="356"/>
                </a:lnTo>
                <a:lnTo>
                  <a:pt x="0" y="35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36"/>
          <p:cNvSpPr/>
          <p:nvPr/>
        </p:nvSpPr>
        <p:spPr>
          <a:xfrm>
            <a:off x="3122724" y="2378209"/>
            <a:ext cx="4599" cy="7474"/>
          </a:xfrm>
          <a:custGeom>
            <a:avLst/>
            <a:gdLst/>
            <a:ahLst/>
            <a:cxnLst/>
            <a:rect l="l" t="t" r="r" b="b"/>
            <a:pathLst>
              <a:path w="232" h="377" extrusionOk="0">
                <a:moveTo>
                  <a:pt x="22" y="377"/>
                </a:moveTo>
                <a:lnTo>
                  <a:pt x="231" y="335"/>
                </a:lnTo>
                <a:lnTo>
                  <a:pt x="189" y="0"/>
                </a:lnTo>
                <a:lnTo>
                  <a:pt x="1" y="21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36"/>
          <p:cNvSpPr/>
          <p:nvPr/>
        </p:nvSpPr>
        <p:spPr>
          <a:xfrm>
            <a:off x="3124390" y="2390223"/>
            <a:ext cx="4580" cy="6661"/>
          </a:xfrm>
          <a:custGeom>
            <a:avLst/>
            <a:gdLst/>
            <a:ahLst/>
            <a:cxnLst/>
            <a:rect l="l" t="t" r="r" b="b"/>
            <a:pathLst>
              <a:path w="231" h="336" extrusionOk="0">
                <a:moveTo>
                  <a:pt x="42" y="336"/>
                </a:moveTo>
                <a:lnTo>
                  <a:pt x="231" y="315"/>
                </a:lnTo>
                <a:lnTo>
                  <a:pt x="168" y="1"/>
                </a:lnTo>
                <a:lnTo>
                  <a:pt x="1" y="22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36"/>
          <p:cNvSpPr/>
          <p:nvPr/>
        </p:nvSpPr>
        <p:spPr>
          <a:xfrm>
            <a:off x="3125222" y="2401424"/>
            <a:ext cx="4163" cy="7078"/>
          </a:xfrm>
          <a:custGeom>
            <a:avLst/>
            <a:gdLst/>
            <a:ahLst/>
            <a:cxnLst/>
            <a:rect l="l" t="t" r="r" b="b"/>
            <a:pathLst>
              <a:path w="210" h="357" extrusionOk="0">
                <a:moveTo>
                  <a:pt x="21" y="356"/>
                </a:moveTo>
                <a:lnTo>
                  <a:pt x="210" y="356"/>
                </a:lnTo>
                <a:lnTo>
                  <a:pt x="210" y="1"/>
                </a:lnTo>
                <a:lnTo>
                  <a:pt x="0" y="43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36"/>
          <p:cNvSpPr/>
          <p:nvPr/>
        </p:nvSpPr>
        <p:spPr>
          <a:xfrm>
            <a:off x="3114437" y="2344189"/>
            <a:ext cx="5412" cy="7058"/>
          </a:xfrm>
          <a:custGeom>
            <a:avLst/>
            <a:gdLst/>
            <a:ahLst/>
            <a:cxnLst/>
            <a:rect l="l" t="t" r="r" b="b"/>
            <a:pathLst>
              <a:path w="273" h="356" extrusionOk="0">
                <a:moveTo>
                  <a:pt x="105" y="356"/>
                </a:moveTo>
                <a:lnTo>
                  <a:pt x="272" y="314"/>
                </a:lnTo>
                <a:lnTo>
                  <a:pt x="210" y="0"/>
                </a:lnTo>
                <a:lnTo>
                  <a:pt x="0" y="42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36"/>
          <p:cNvSpPr/>
          <p:nvPr/>
        </p:nvSpPr>
        <p:spPr>
          <a:xfrm>
            <a:off x="3117332" y="2355390"/>
            <a:ext cx="5412" cy="7474"/>
          </a:xfrm>
          <a:custGeom>
            <a:avLst/>
            <a:gdLst/>
            <a:ahLst/>
            <a:cxnLst/>
            <a:rect l="l" t="t" r="r" b="b"/>
            <a:pathLst>
              <a:path w="273" h="377" extrusionOk="0">
                <a:moveTo>
                  <a:pt x="85" y="377"/>
                </a:moveTo>
                <a:lnTo>
                  <a:pt x="273" y="314"/>
                </a:lnTo>
                <a:lnTo>
                  <a:pt x="189" y="0"/>
                </a:lnTo>
                <a:lnTo>
                  <a:pt x="1" y="63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36"/>
          <p:cNvSpPr/>
          <p:nvPr/>
        </p:nvSpPr>
        <p:spPr>
          <a:xfrm>
            <a:off x="3120663" y="2367008"/>
            <a:ext cx="4580" cy="6641"/>
          </a:xfrm>
          <a:custGeom>
            <a:avLst/>
            <a:gdLst/>
            <a:ahLst/>
            <a:cxnLst/>
            <a:rect l="l" t="t" r="r" b="b"/>
            <a:pathLst>
              <a:path w="231" h="335" extrusionOk="0">
                <a:moveTo>
                  <a:pt x="42" y="335"/>
                </a:moveTo>
                <a:lnTo>
                  <a:pt x="230" y="314"/>
                </a:lnTo>
                <a:cubicBezTo>
                  <a:pt x="210" y="209"/>
                  <a:pt x="210" y="105"/>
                  <a:pt x="189" y="0"/>
                </a:cubicBezTo>
                <a:lnTo>
                  <a:pt x="0" y="42"/>
                </a:lnTo>
                <a:cubicBezTo>
                  <a:pt x="21" y="126"/>
                  <a:pt x="21" y="230"/>
                  <a:pt x="42" y="335"/>
                </a:cubicBez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36"/>
          <p:cNvSpPr/>
          <p:nvPr/>
        </p:nvSpPr>
        <p:spPr>
          <a:xfrm>
            <a:off x="3102404" y="2311002"/>
            <a:ext cx="6245" cy="7078"/>
          </a:xfrm>
          <a:custGeom>
            <a:avLst/>
            <a:gdLst/>
            <a:ahLst/>
            <a:cxnLst/>
            <a:rect l="l" t="t" r="r" b="b"/>
            <a:pathLst>
              <a:path w="315" h="357" extrusionOk="0">
                <a:moveTo>
                  <a:pt x="126" y="356"/>
                </a:moveTo>
                <a:lnTo>
                  <a:pt x="315" y="272"/>
                </a:lnTo>
                <a:lnTo>
                  <a:pt x="168" y="0"/>
                </a:lnTo>
                <a:lnTo>
                  <a:pt x="1" y="63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36"/>
          <p:cNvSpPr/>
          <p:nvPr/>
        </p:nvSpPr>
        <p:spPr>
          <a:xfrm>
            <a:off x="3106547" y="2321786"/>
            <a:ext cx="6245" cy="7078"/>
          </a:xfrm>
          <a:custGeom>
            <a:avLst/>
            <a:gdLst/>
            <a:ahLst/>
            <a:cxnLst/>
            <a:rect l="l" t="t" r="r" b="b"/>
            <a:pathLst>
              <a:path w="315" h="357" extrusionOk="0">
                <a:moveTo>
                  <a:pt x="126" y="356"/>
                </a:moveTo>
                <a:lnTo>
                  <a:pt x="315" y="314"/>
                </a:lnTo>
                <a:lnTo>
                  <a:pt x="189" y="0"/>
                </a:lnTo>
                <a:lnTo>
                  <a:pt x="1" y="84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36"/>
          <p:cNvSpPr/>
          <p:nvPr/>
        </p:nvSpPr>
        <p:spPr>
          <a:xfrm>
            <a:off x="3110710" y="2332571"/>
            <a:ext cx="5829" cy="7494"/>
          </a:xfrm>
          <a:custGeom>
            <a:avLst/>
            <a:gdLst/>
            <a:ahLst/>
            <a:cxnLst/>
            <a:rect l="l" t="t" r="r" b="b"/>
            <a:pathLst>
              <a:path w="294" h="378" extrusionOk="0">
                <a:moveTo>
                  <a:pt x="105" y="377"/>
                </a:moveTo>
                <a:lnTo>
                  <a:pt x="293" y="314"/>
                </a:lnTo>
                <a:lnTo>
                  <a:pt x="188" y="0"/>
                </a:lnTo>
                <a:lnTo>
                  <a:pt x="0" y="84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36"/>
          <p:cNvSpPr/>
          <p:nvPr/>
        </p:nvSpPr>
        <p:spPr>
          <a:xfrm>
            <a:off x="3085810" y="2279896"/>
            <a:ext cx="6661" cy="7058"/>
          </a:xfrm>
          <a:custGeom>
            <a:avLst/>
            <a:gdLst/>
            <a:ahLst/>
            <a:cxnLst/>
            <a:rect l="l" t="t" r="r" b="b"/>
            <a:pathLst>
              <a:path w="336" h="356" extrusionOk="0">
                <a:moveTo>
                  <a:pt x="147" y="356"/>
                </a:moveTo>
                <a:lnTo>
                  <a:pt x="335" y="272"/>
                </a:lnTo>
                <a:lnTo>
                  <a:pt x="147" y="0"/>
                </a:lnTo>
                <a:lnTo>
                  <a:pt x="1" y="10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6"/>
          <p:cNvSpPr/>
          <p:nvPr/>
        </p:nvSpPr>
        <p:spPr>
          <a:xfrm>
            <a:off x="3091619" y="2290264"/>
            <a:ext cx="6661" cy="7058"/>
          </a:xfrm>
          <a:custGeom>
            <a:avLst/>
            <a:gdLst/>
            <a:ahLst/>
            <a:cxnLst/>
            <a:rect l="l" t="t" r="r" b="b"/>
            <a:pathLst>
              <a:path w="336" h="356" extrusionOk="0">
                <a:moveTo>
                  <a:pt x="147" y="356"/>
                </a:moveTo>
                <a:lnTo>
                  <a:pt x="335" y="272"/>
                </a:lnTo>
                <a:cubicBezTo>
                  <a:pt x="294" y="168"/>
                  <a:pt x="231" y="63"/>
                  <a:pt x="189" y="0"/>
                </a:cubicBezTo>
                <a:lnTo>
                  <a:pt x="1" y="105"/>
                </a:lnTo>
                <a:cubicBezTo>
                  <a:pt x="84" y="147"/>
                  <a:pt x="126" y="251"/>
                  <a:pt x="147" y="356"/>
                </a:cubicBez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6"/>
          <p:cNvSpPr/>
          <p:nvPr/>
        </p:nvSpPr>
        <p:spPr>
          <a:xfrm>
            <a:off x="3097427" y="2299800"/>
            <a:ext cx="6245" cy="7890"/>
          </a:xfrm>
          <a:custGeom>
            <a:avLst/>
            <a:gdLst/>
            <a:ahLst/>
            <a:cxnLst/>
            <a:rect l="l" t="t" r="r" b="b"/>
            <a:pathLst>
              <a:path w="315" h="398" extrusionOk="0">
                <a:moveTo>
                  <a:pt x="126" y="398"/>
                </a:moveTo>
                <a:lnTo>
                  <a:pt x="314" y="314"/>
                </a:lnTo>
                <a:lnTo>
                  <a:pt x="147" y="0"/>
                </a:lnTo>
                <a:lnTo>
                  <a:pt x="1" y="10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36"/>
          <p:cNvSpPr/>
          <p:nvPr/>
        </p:nvSpPr>
        <p:spPr>
          <a:xfrm>
            <a:off x="3065489" y="2250852"/>
            <a:ext cx="7494" cy="7078"/>
          </a:xfrm>
          <a:custGeom>
            <a:avLst/>
            <a:gdLst/>
            <a:ahLst/>
            <a:cxnLst/>
            <a:rect l="l" t="t" r="r" b="b"/>
            <a:pathLst>
              <a:path w="378" h="357" extrusionOk="0">
                <a:moveTo>
                  <a:pt x="210" y="356"/>
                </a:moveTo>
                <a:lnTo>
                  <a:pt x="377" y="252"/>
                </a:lnTo>
                <a:lnTo>
                  <a:pt x="16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36"/>
          <p:cNvSpPr/>
          <p:nvPr/>
        </p:nvSpPr>
        <p:spPr>
          <a:xfrm>
            <a:off x="3072963" y="2259971"/>
            <a:ext cx="6641" cy="7494"/>
          </a:xfrm>
          <a:custGeom>
            <a:avLst/>
            <a:gdLst/>
            <a:ahLst/>
            <a:cxnLst/>
            <a:rect l="l" t="t" r="r" b="b"/>
            <a:pathLst>
              <a:path w="335" h="378" extrusionOk="0">
                <a:moveTo>
                  <a:pt x="188" y="377"/>
                </a:moveTo>
                <a:lnTo>
                  <a:pt x="335" y="273"/>
                </a:lnTo>
                <a:lnTo>
                  <a:pt x="147" y="1"/>
                </a:lnTo>
                <a:lnTo>
                  <a:pt x="0" y="10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6"/>
          <p:cNvSpPr/>
          <p:nvPr/>
        </p:nvSpPr>
        <p:spPr>
          <a:xfrm>
            <a:off x="3079585" y="2269527"/>
            <a:ext cx="6661" cy="7474"/>
          </a:xfrm>
          <a:custGeom>
            <a:avLst/>
            <a:gdLst/>
            <a:ahLst/>
            <a:cxnLst/>
            <a:rect l="l" t="t" r="r" b="b"/>
            <a:pathLst>
              <a:path w="336" h="377" extrusionOk="0">
                <a:moveTo>
                  <a:pt x="189" y="377"/>
                </a:moveTo>
                <a:lnTo>
                  <a:pt x="336" y="272"/>
                </a:lnTo>
                <a:lnTo>
                  <a:pt x="168" y="0"/>
                </a:lnTo>
                <a:lnTo>
                  <a:pt x="1" y="10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36"/>
          <p:cNvSpPr/>
          <p:nvPr/>
        </p:nvSpPr>
        <p:spPr>
          <a:xfrm>
            <a:off x="3042254" y="2224306"/>
            <a:ext cx="7494" cy="7078"/>
          </a:xfrm>
          <a:custGeom>
            <a:avLst/>
            <a:gdLst/>
            <a:ahLst/>
            <a:cxnLst/>
            <a:rect l="l" t="t" r="r" b="b"/>
            <a:pathLst>
              <a:path w="378" h="357" extrusionOk="0">
                <a:moveTo>
                  <a:pt x="231" y="356"/>
                </a:moveTo>
                <a:lnTo>
                  <a:pt x="377" y="231"/>
                </a:lnTo>
                <a:lnTo>
                  <a:pt x="126" y="0"/>
                </a:lnTo>
                <a:lnTo>
                  <a:pt x="1" y="126"/>
                </a:lnTo>
                <a:cubicBezTo>
                  <a:pt x="84" y="231"/>
                  <a:pt x="168" y="293"/>
                  <a:pt x="231" y="356"/>
                </a:cubicBez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36"/>
          <p:cNvSpPr/>
          <p:nvPr/>
        </p:nvSpPr>
        <p:spPr>
          <a:xfrm>
            <a:off x="3050561" y="2233009"/>
            <a:ext cx="7058" cy="7494"/>
          </a:xfrm>
          <a:custGeom>
            <a:avLst/>
            <a:gdLst/>
            <a:ahLst/>
            <a:cxnLst/>
            <a:rect l="l" t="t" r="r" b="b"/>
            <a:pathLst>
              <a:path w="356" h="378" extrusionOk="0">
                <a:moveTo>
                  <a:pt x="209" y="377"/>
                </a:moveTo>
                <a:lnTo>
                  <a:pt x="356" y="231"/>
                </a:lnTo>
                <a:lnTo>
                  <a:pt x="126" y="1"/>
                </a:lnTo>
                <a:lnTo>
                  <a:pt x="0" y="12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36"/>
          <p:cNvSpPr/>
          <p:nvPr/>
        </p:nvSpPr>
        <p:spPr>
          <a:xfrm>
            <a:off x="3058431" y="2241316"/>
            <a:ext cx="7078" cy="7890"/>
          </a:xfrm>
          <a:custGeom>
            <a:avLst/>
            <a:gdLst/>
            <a:ahLst/>
            <a:cxnLst/>
            <a:rect l="l" t="t" r="r" b="b"/>
            <a:pathLst>
              <a:path w="357" h="398" extrusionOk="0">
                <a:moveTo>
                  <a:pt x="210" y="398"/>
                </a:moveTo>
                <a:lnTo>
                  <a:pt x="356" y="272"/>
                </a:lnTo>
                <a:lnTo>
                  <a:pt x="126" y="0"/>
                </a:lnTo>
                <a:lnTo>
                  <a:pt x="1" y="12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36"/>
          <p:cNvSpPr/>
          <p:nvPr/>
        </p:nvSpPr>
        <p:spPr>
          <a:xfrm>
            <a:off x="3015708" y="2201487"/>
            <a:ext cx="7494" cy="7078"/>
          </a:xfrm>
          <a:custGeom>
            <a:avLst/>
            <a:gdLst/>
            <a:ahLst/>
            <a:cxnLst/>
            <a:rect l="l" t="t" r="r" b="b"/>
            <a:pathLst>
              <a:path w="378" h="357" extrusionOk="0">
                <a:moveTo>
                  <a:pt x="273" y="356"/>
                </a:moveTo>
                <a:lnTo>
                  <a:pt x="377" y="210"/>
                </a:lnTo>
                <a:lnTo>
                  <a:pt x="105" y="1"/>
                </a:lnTo>
                <a:lnTo>
                  <a:pt x="1" y="14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36"/>
          <p:cNvSpPr/>
          <p:nvPr/>
        </p:nvSpPr>
        <p:spPr>
          <a:xfrm>
            <a:off x="3024828" y="2208545"/>
            <a:ext cx="7494" cy="7474"/>
          </a:xfrm>
          <a:custGeom>
            <a:avLst/>
            <a:gdLst/>
            <a:ahLst/>
            <a:cxnLst/>
            <a:rect l="l" t="t" r="r" b="b"/>
            <a:pathLst>
              <a:path w="378" h="377" extrusionOk="0">
                <a:moveTo>
                  <a:pt x="252" y="377"/>
                </a:moveTo>
                <a:lnTo>
                  <a:pt x="378" y="209"/>
                </a:lnTo>
                <a:cubicBezTo>
                  <a:pt x="315" y="147"/>
                  <a:pt x="231" y="63"/>
                  <a:pt x="126" y="0"/>
                </a:cubicBezTo>
                <a:lnTo>
                  <a:pt x="1" y="168"/>
                </a:lnTo>
                <a:cubicBezTo>
                  <a:pt x="85" y="209"/>
                  <a:pt x="168" y="293"/>
                  <a:pt x="252" y="377"/>
                </a:cubicBez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36"/>
          <p:cNvSpPr/>
          <p:nvPr/>
        </p:nvSpPr>
        <p:spPr>
          <a:xfrm>
            <a:off x="3033551" y="2216415"/>
            <a:ext cx="7890" cy="7494"/>
          </a:xfrm>
          <a:custGeom>
            <a:avLst/>
            <a:gdLst/>
            <a:ahLst/>
            <a:cxnLst/>
            <a:rect l="l" t="t" r="r" b="b"/>
            <a:pathLst>
              <a:path w="398" h="378" extrusionOk="0">
                <a:moveTo>
                  <a:pt x="251" y="377"/>
                </a:moveTo>
                <a:lnTo>
                  <a:pt x="398" y="231"/>
                </a:lnTo>
                <a:lnTo>
                  <a:pt x="126" y="1"/>
                </a:lnTo>
                <a:lnTo>
                  <a:pt x="0" y="168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36"/>
          <p:cNvSpPr/>
          <p:nvPr/>
        </p:nvSpPr>
        <p:spPr>
          <a:xfrm>
            <a:off x="2986664" y="2182415"/>
            <a:ext cx="7494" cy="6641"/>
          </a:xfrm>
          <a:custGeom>
            <a:avLst/>
            <a:gdLst/>
            <a:ahLst/>
            <a:cxnLst/>
            <a:rect l="l" t="t" r="r" b="b"/>
            <a:pathLst>
              <a:path w="378" h="335" extrusionOk="0">
                <a:moveTo>
                  <a:pt x="273" y="335"/>
                </a:moveTo>
                <a:lnTo>
                  <a:pt x="378" y="147"/>
                </a:lnTo>
                <a:lnTo>
                  <a:pt x="85" y="0"/>
                </a:lnTo>
                <a:lnTo>
                  <a:pt x="1" y="14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36"/>
          <p:cNvSpPr/>
          <p:nvPr/>
        </p:nvSpPr>
        <p:spPr>
          <a:xfrm>
            <a:off x="2996636" y="2188620"/>
            <a:ext cx="7890" cy="6245"/>
          </a:xfrm>
          <a:custGeom>
            <a:avLst/>
            <a:gdLst/>
            <a:ahLst/>
            <a:cxnLst/>
            <a:rect l="l" t="t" r="r" b="b"/>
            <a:pathLst>
              <a:path w="398" h="315" extrusionOk="0">
                <a:moveTo>
                  <a:pt x="272" y="315"/>
                </a:moveTo>
                <a:lnTo>
                  <a:pt x="398" y="147"/>
                </a:lnTo>
                <a:lnTo>
                  <a:pt x="105" y="1"/>
                </a:lnTo>
                <a:lnTo>
                  <a:pt x="0" y="14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36"/>
          <p:cNvSpPr/>
          <p:nvPr/>
        </p:nvSpPr>
        <p:spPr>
          <a:xfrm>
            <a:off x="3006588" y="2194846"/>
            <a:ext cx="7058" cy="6661"/>
          </a:xfrm>
          <a:custGeom>
            <a:avLst/>
            <a:gdLst/>
            <a:ahLst/>
            <a:cxnLst/>
            <a:rect l="l" t="t" r="r" b="b"/>
            <a:pathLst>
              <a:path w="356" h="336" extrusionOk="0">
                <a:moveTo>
                  <a:pt x="251" y="336"/>
                </a:moveTo>
                <a:lnTo>
                  <a:pt x="356" y="168"/>
                </a:lnTo>
                <a:lnTo>
                  <a:pt x="105" y="1"/>
                </a:lnTo>
                <a:lnTo>
                  <a:pt x="0" y="14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36"/>
          <p:cNvSpPr/>
          <p:nvPr/>
        </p:nvSpPr>
        <p:spPr>
          <a:xfrm>
            <a:off x="2955142" y="2166634"/>
            <a:ext cx="7910" cy="6245"/>
          </a:xfrm>
          <a:custGeom>
            <a:avLst/>
            <a:gdLst/>
            <a:ahLst/>
            <a:cxnLst/>
            <a:rect l="l" t="t" r="r" b="b"/>
            <a:pathLst>
              <a:path w="399" h="315" extrusionOk="0">
                <a:moveTo>
                  <a:pt x="315" y="315"/>
                </a:moveTo>
                <a:lnTo>
                  <a:pt x="398" y="127"/>
                </a:lnTo>
                <a:cubicBezTo>
                  <a:pt x="294" y="85"/>
                  <a:pt x="189" y="22"/>
                  <a:pt x="84" y="1"/>
                </a:cubicBezTo>
                <a:lnTo>
                  <a:pt x="1" y="189"/>
                </a:lnTo>
                <a:cubicBezTo>
                  <a:pt x="105" y="210"/>
                  <a:pt x="210" y="273"/>
                  <a:pt x="315" y="315"/>
                </a:cubicBez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36"/>
          <p:cNvSpPr/>
          <p:nvPr/>
        </p:nvSpPr>
        <p:spPr>
          <a:xfrm>
            <a:off x="2965927" y="2171214"/>
            <a:ext cx="7494" cy="6225"/>
          </a:xfrm>
          <a:custGeom>
            <a:avLst/>
            <a:gdLst/>
            <a:ahLst/>
            <a:cxnLst/>
            <a:rect l="l" t="t" r="r" b="b"/>
            <a:pathLst>
              <a:path w="378" h="314" extrusionOk="0">
                <a:moveTo>
                  <a:pt x="294" y="314"/>
                </a:moveTo>
                <a:lnTo>
                  <a:pt x="377" y="168"/>
                </a:lnTo>
                <a:lnTo>
                  <a:pt x="84" y="0"/>
                </a:lnTo>
                <a:lnTo>
                  <a:pt x="1" y="188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36"/>
          <p:cNvSpPr/>
          <p:nvPr/>
        </p:nvSpPr>
        <p:spPr>
          <a:xfrm>
            <a:off x="2976296" y="2176606"/>
            <a:ext cx="7910" cy="6225"/>
          </a:xfrm>
          <a:custGeom>
            <a:avLst/>
            <a:gdLst/>
            <a:ahLst/>
            <a:cxnLst/>
            <a:rect l="l" t="t" r="r" b="b"/>
            <a:pathLst>
              <a:path w="399" h="314" extrusionOk="0">
                <a:moveTo>
                  <a:pt x="294" y="314"/>
                </a:moveTo>
                <a:lnTo>
                  <a:pt x="398" y="147"/>
                </a:lnTo>
                <a:lnTo>
                  <a:pt x="85" y="0"/>
                </a:lnTo>
                <a:lnTo>
                  <a:pt x="1" y="188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36"/>
          <p:cNvSpPr/>
          <p:nvPr/>
        </p:nvSpPr>
        <p:spPr>
          <a:xfrm>
            <a:off x="2921955" y="2155453"/>
            <a:ext cx="7494" cy="5412"/>
          </a:xfrm>
          <a:custGeom>
            <a:avLst/>
            <a:gdLst/>
            <a:ahLst/>
            <a:cxnLst/>
            <a:rect l="l" t="t" r="r" b="b"/>
            <a:pathLst>
              <a:path w="378" h="273" extrusionOk="0">
                <a:moveTo>
                  <a:pt x="315" y="272"/>
                </a:moveTo>
                <a:lnTo>
                  <a:pt x="378" y="105"/>
                </a:lnTo>
                <a:lnTo>
                  <a:pt x="64" y="0"/>
                </a:lnTo>
                <a:lnTo>
                  <a:pt x="1" y="209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36"/>
          <p:cNvSpPr/>
          <p:nvPr/>
        </p:nvSpPr>
        <p:spPr>
          <a:xfrm>
            <a:off x="2933572" y="2158347"/>
            <a:ext cx="7078" cy="6245"/>
          </a:xfrm>
          <a:custGeom>
            <a:avLst/>
            <a:gdLst/>
            <a:ahLst/>
            <a:cxnLst/>
            <a:rect l="l" t="t" r="r" b="b"/>
            <a:pathLst>
              <a:path w="357" h="315" extrusionOk="0">
                <a:moveTo>
                  <a:pt x="315" y="314"/>
                </a:moveTo>
                <a:lnTo>
                  <a:pt x="356" y="126"/>
                </a:lnTo>
                <a:lnTo>
                  <a:pt x="43" y="0"/>
                </a:lnTo>
                <a:lnTo>
                  <a:pt x="1" y="189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36"/>
          <p:cNvSpPr/>
          <p:nvPr/>
        </p:nvSpPr>
        <p:spPr>
          <a:xfrm>
            <a:off x="2944357" y="2162491"/>
            <a:ext cx="7078" cy="5829"/>
          </a:xfrm>
          <a:custGeom>
            <a:avLst/>
            <a:gdLst/>
            <a:ahLst/>
            <a:cxnLst/>
            <a:rect l="l" t="t" r="r" b="b"/>
            <a:pathLst>
              <a:path w="357" h="294" extrusionOk="0">
                <a:moveTo>
                  <a:pt x="315" y="294"/>
                </a:moveTo>
                <a:lnTo>
                  <a:pt x="356" y="105"/>
                </a:lnTo>
                <a:lnTo>
                  <a:pt x="43" y="1"/>
                </a:lnTo>
                <a:lnTo>
                  <a:pt x="1" y="189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36"/>
          <p:cNvSpPr/>
          <p:nvPr/>
        </p:nvSpPr>
        <p:spPr>
          <a:xfrm>
            <a:off x="2887954" y="2148395"/>
            <a:ext cx="7058" cy="4996"/>
          </a:xfrm>
          <a:custGeom>
            <a:avLst/>
            <a:gdLst/>
            <a:ahLst/>
            <a:cxnLst/>
            <a:rect l="l" t="t" r="r" b="b"/>
            <a:pathLst>
              <a:path w="356" h="252" extrusionOk="0">
                <a:moveTo>
                  <a:pt x="335" y="251"/>
                </a:moveTo>
                <a:lnTo>
                  <a:pt x="356" y="63"/>
                </a:lnTo>
                <a:lnTo>
                  <a:pt x="21" y="0"/>
                </a:lnTo>
                <a:lnTo>
                  <a:pt x="0" y="189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36"/>
          <p:cNvSpPr/>
          <p:nvPr/>
        </p:nvSpPr>
        <p:spPr>
          <a:xfrm>
            <a:off x="2899572" y="2150060"/>
            <a:ext cx="7058" cy="5412"/>
          </a:xfrm>
          <a:custGeom>
            <a:avLst/>
            <a:gdLst/>
            <a:ahLst/>
            <a:cxnLst/>
            <a:rect l="l" t="t" r="r" b="b"/>
            <a:pathLst>
              <a:path w="356" h="273" extrusionOk="0">
                <a:moveTo>
                  <a:pt x="314" y="272"/>
                </a:moveTo>
                <a:lnTo>
                  <a:pt x="356" y="63"/>
                </a:lnTo>
                <a:lnTo>
                  <a:pt x="42" y="0"/>
                </a:lnTo>
                <a:lnTo>
                  <a:pt x="0" y="209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36"/>
          <p:cNvSpPr/>
          <p:nvPr/>
        </p:nvSpPr>
        <p:spPr>
          <a:xfrm>
            <a:off x="2910753" y="2152538"/>
            <a:ext cx="7078" cy="5412"/>
          </a:xfrm>
          <a:custGeom>
            <a:avLst/>
            <a:gdLst/>
            <a:ahLst/>
            <a:cxnLst/>
            <a:rect l="l" t="t" r="r" b="b"/>
            <a:pathLst>
              <a:path w="357" h="273" extrusionOk="0">
                <a:moveTo>
                  <a:pt x="336" y="273"/>
                </a:moveTo>
                <a:lnTo>
                  <a:pt x="357" y="84"/>
                </a:lnTo>
                <a:lnTo>
                  <a:pt x="43" y="1"/>
                </a:lnTo>
                <a:lnTo>
                  <a:pt x="1" y="189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36"/>
          <p:cNvSpPr/>
          <p:nvPr/>
        </p:nvSpPr>
        <p:spPr>
          <a:xfrm>
            <a:off x="2853102" y="2145897"/>
            <a:ext cx="6661" cy="4183"/>
          </a:xfrm>
          <a:custGeom>
            <a:avLst/>
            <a:gdLst/>
            <a:ahLst/>
            <a:cxnLst/>
            <a:rect l="l" t="t" r="r" b="b"/>
            <a:pathLst>
              <a:path w="336" h="211" extrusionOk="0">
                <a:moveTo>
                  <a:pt x="335" y="210"/>
                </a:moveTo>
                <a:lnTo>
                  <a:pt x="335" y="1"/>
                </a:lnTo>
                <a:lnTo>
                  <a:pt x="1" y="1"/>
                </a:lnTo>
                <a:lnTo>
                  <a:pt x="1" y="189"/>
                </a:ln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36"/>
          <p:cNvSpPr/>
          <p:nvPr/>
        </p:nvSpPr>
        <p:spPr>
          <a:xfrm>
            <a:off x="2865136" y="2146313"/>
            <a:ext cx="6661" cy="4163"/>
          </a:xfrm>
          <a:custGeom>
            <a:avLst/>
            <a:gdLst/>
            <a:ahLst/>
            <a:cxnLst/>
            <a:rect l="l" t="t" r="r" b="b"/>
            <a:pathLst>
              <a:path w="336" h="210" extrusionOk="0">
                <a:moveTo>
                  <a:pt x="314" y="210"/>
                </a:moveTo>
                <a:lnTo>
                  <a:pt x="335" y="1"/>
                </a:lnTo>
                <a:lnTo>
                  <a:pt x="0" y="1"/>
                </a:lnTo>
                <a:lnTo>
                  <a:pt x="0" y="189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6"/>
          <p:cNvSpPr/>
          <p:nvPr/>
        </p:nvSpPr>
        <p:spPr>
          <a:xfrm>
            <a:off x="2875921" y="2147562"/>
            <a:ext cx="7078" cy="4163"/>
          </a:xfrm>
          <a:custGeom>
            <a:avLst/>
            <a:gdLst/>
            <a:ahLst/>
            <a:cxnLst/>
            <a:rect l="l" t="t" r="r" b="b"/>
            <a:pathLst>
              <a:path w="357" h="210" extrusionOk="0">
                <a:moveTo>
                  <a:pt x="335" y="210"/>
                </a:moveTo>
                <a:lnTo>
                  <a:pt x="356" y="21"/>
                </a:lnTo>
                <a:cubicBezTo>
                  <a:pt x="251" y="0"/>
                  <a:pt x="147" y="0"/>
                  <a:pt x="21" y="0"/>
                </a:cubicBezTo>
                <a:lnTo>
                  <a:pt x="0" y="189"/>
                </a:lnTo>
                <a:cubicBezTo>
                  <a:pt x="126" y="147"/>
                  <a:pt x="231" y="189"/>
                  <a:pt x="335" y="210"/>
                </a:cubicBez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36"/>
          <p:cNvSpPr/>
          <p:nvPr/>
        </p:nvSpPr>
        <p:spPr>
          <a:xfrm>
            <a:off x="5746723" y="2232937"/>
            <a:ext cx="36184" cy="36238"/>
          </a:xfrm>
          <a:custGeom>
            <a:avLst/>
            <a:gdLst/>
            <a:ahLst/>
            <a:cxnLst/>
            <a:rect l="l" t="t" r="r" b="b"/>
            <a:pathLst>
              <a:path w="628" h="629" extrusionOk="0">
                <a:moveTo>
                  <a:pt x="314" y="1"/>
                </a:moveTo>
                <a:cubicBezTo>
                  <a:pt x="126" y="1"/>
                  <a:pt x="0" y="126"/>
                  <a:pt x="0" y="315"/>
                </a:cubicBezTo>
                <a:cubicBezTo>
                  <a:pt x="0" y="503"/>
                  <a:pt x="126" y="629"/>
                  <a:pt x="314" y="629"/>
                </a:cubicBezTo>
                <a:cubicBezTo>
                  <a:pt x="502" y="629"/>
                  <a:pt x="628" y="503"/>
                  <a:pt x="628" y="315"/>
                </a:cubicBezTo>
                <a:cubicBezTo>
                  <a:pt x="628" y="168"/>
                  <a:pt x="460" y="22"/>
                  <a:pt x="314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36"/>
          <p:cNvSpPr/>
          <p:nvPr/>
        </p:nvSpPr>
        <p:spPr>
          <a:xfrm>
            <a:off x="5698497" y="2158214"/>
            <a:ext cx="132635" cy="26559"/>
          </a:xfrm>
          <a:custGeom>
            <a:avLst/>
            <a:gdLst/>
            <a:ahLst/>
            <a:cxnLst/>
            <a:rect l="l" t="t" r="r" b="b"/>
            <a:pathLst>
              <a:path w="2302" h="461" fill="none" extrusionOk="0">
                <a:moveTo>
                  <a:pt x="2302" y="461"/>
                </a:moveTo>
                <a:cubicBezTo>
                  <a:pt x="2009" y="168"/>
                  <a:pt x="1590" y="1"/>
                  <a:pt x="1151" y="1"/>
                </a:cubicBezTo>
                <a:cubicBezTo>
                  <a:pt x="712" y="1"/>
                  <a:pt x="293" y="168"/>
                  <a:pt x="0" y="461"/>
                </a:cubicBezTo>
              </a:path>
            </a:pathLst>
          </a:custGeom>
          <a:solidFill>
            <a:srgbClr val="1EFFC1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6"/>
          <p:cNvSpPr/>
          <p:nvPr/>
        </p:nvSpPr>
        <p:spPr>
          <a:xfrm>
            <a:off x="5727421" y="2198024"/>
            <a:ext cx="74787" cy="15728"/>
          </a:xfrm>
          <a:custGeom>
            <a:avLst/>
            <a:gdLst/>
            <a:ahLst/>
            <a:cxnLst/>
            <a:rect l="l" t="t" r="r" b="b"/>
            <a:pathLst>
              <a:path w="1298" h="273" fill="none" extrusionOk="0">
                <a:moveTo>
                  <a:pt x="0" y="272"/>
                </a:moveTo>
                <a:cubicBezTo>
                  <a:pt x="147" y="105"/>
                  <a:pt x="377" y="0"/>
                  <a:pt x="649" y="0"/>
                </a:cubicBezTo>
                <a:cubicBezTo>
                  <a:pt x="900" y="0"/>
                  <a:pt x="1151" y="105"/>
                  <a:pt x="1298" y="272"/>
                </a:cubicBezTo>
              </a:path>
            </a:pathLst>
          </a:custGeom>
          <a:solidFill>
            <a:srgbClr val="1EFFC1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6"/>
          <p:cNvSpPr/>
          <p:nvPr/>
        </p:nvSpPr>
        <p:spPr>
          <a:xfrm>
            <a:off x="5727421" y="2198024"/>
            <a:ext cx="74787" cy="15728"/>
          </a:xfrm>
          <a:custGeom>
            <a:avLst/>
            <a:gdLst/>
            <a:ahLst/>
            <a:cxnLst/>
            <a:rect l="l" t="t" r="r" b="b"/>
            <a:pathLst>
              <a:path w="1298" h="273" fill="none" extrusionOk="0">
                <a:moveTo>
                  <a:pt x="1298" y="272"/>
                </a:moveTo>
                <a:cubicBezTo>
                  <a:pt x="1151" y="105"/>
                  <a:pt x="900" y="0"/>
                  <a:pt x="649" y="0"/>
                </a:cubicBezTo>
                <a:cubicBezTo>
                  <a:pt x="377" y="0"/>
                  <a:pt x="147" y="105"/>
                  <a:pt x="0" y="272"/>
                </a:cubicBezTo>
              </a:path>
            </a:pathLst>
          </a:custGeom>
          <a:solidFill>
            <a:srgbClr val="1EFFC1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36"/>
          <p:cNvSpPr/>
          <p:nvPr/>
        </p:nvSpPr>
        <p:spPr>
          <a:xfrm>
            <a:off x="5667153" y="2117252"/>
            <a:ext cx="192903" cy="38600"/>
          </a:xfrm>
          <a:custGeom>
            <a:avLst/>
            <a:gdLst/>
            <a:ahLst/>
            <a:cxnLst/>
            <a:rect l="l" t="t" r="r" b="b"/>
            <a:pathLst>
              <a:path w="3348" h="670" fill="none" extrusionOk="0">
                <a:moveTo>
                  <a:pt x="3348" y="670"/>
                </a:moveTo>
                <a:cubicBezTo>
                  <a:pt x="2929" y="251"/>
                  <a:pt x="2323" y="0"/>
                  <a:pt x="1674" y="0"/>
                </a:cubicBezTo>
                <a:cubicBezTo>
                  <a:pt x="1004" y="0"/>
                  <a:pt x="440" y="251"/>
                  <a:pt x="0" y="670"/>
                </a:cubicBezTo>
              </a:path>
            </a:pathLst>
          </a:custGeom>
          <a:solidFill>
            <a:srgbClr val="1EFFC1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36"/>
          <p:cNvSpPr/>
          <p:nvPr/>
        </p:nvSpPr>
        <p:spPr>
          <a:xfrm>
            <a:off x="5698497" y="2158214"/>
            <a:ext cx="132635" cy="26559"/>
          </a:xfrm>
          <a:custGeom>
            <a:avLst/>
            <a:gdLst/>
            <a:ahLst/>
            <a:cxnLst/>
            <a:rect l="l" t="t" r="r" b="b"/>
            <a:pathLst>
              <a:path w="2302" h="461" fill="none" extrusionOk="0">
                <a:moveTo>
                  <a:pt x="0" y="461"/>
                </a:moveTo>
                <a:cubicBezTo>
                  <a:pt x="293" y="168"/>
                  <a:pt x="712" y="1"/>
                  <a:pt x="1151" y="1"/>
                </a:cubicBezTo>
                <a:cubicBezTo>
                  <a:pt x="1590" y="1"/>
                  <a:pt x="2009" y="168"/>
                  <a:pt x="2302" y="461"/>
                </a:cubicBezTo>
              </a:path>
            </a:pathLst>
          </a:custGeom>
          <a:solidFill>
            <a:srgbClr val="1EFFC1"/>
          </a:solidFill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6"/>
          <p:cNvSpPr/>
          <p:nvPr/>
        </p:nvSpPr>
        <p:spPr>
          <a:xfrm>
            <a:off x="6084509" y="3000008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36"/>
          <p:cNvSpPr/>
          <p:nvPr/>
        </p:nvSpPr>
        <p:spPr>
          <a:xfrm>
            <a:off x="6084509" y="2987557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6"/>
                </a:lnTo>
                <a:lnTo>
                  <a:pt x="1" y="336"/>
                </a:ln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36"/>
          <p:cNvSpPr/>
          <p:nvPr/>
        </p:nvSpPr>
        <p:spPr>
          <a:xfrm>
            <a:off x="6084509" y="2975127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36"/>
          <p:cNvSpPr/>
          <p:nvPr/>
        </p:nvSpPr>
        <p:spPr>
          <a:xfrm>
            <a:off x="6084509" y="3037339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36"/>
          <p:cNvSpPr/>
          <p:nvPr/>
        </p:nvSpPr>
        <p:spPr>
          <a:xfrm>
            <a:off x="6084509" y="3024888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6"/>
                </a:lnTo>
                <a:lnTo>
                  <a:pt x="1" y="33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36"/>
          <p:cNvSpPr/>
          <p:nvPr/>
        </p:nvSpPr>
        <p:spPr>
          <a:xfrm>
            <a:off x="6084509" y="3012458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36"/>
          <p:cNvSpPr/>
          <p:nvPr/>
        </p:nvSpPr>
        <p:spPr>
          <a:xfrm>
            <a:off x="6084509" y="3075086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36"/>
          <p:cNvSpPr/>
          <p:nvPr/>
        </p:nvSpPr>
        <p:spPr>
          <a:xfrm>
            <a:off x="6084509" y="3062636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6"/>
                </a:lnTo>
                <a:lnTo>
                  <a:pt x="1" y="33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36"/>
          <p:cNvSpPr/>
          <p:nvPr/>
        </p:nvSpPr>
        <p:spPr>
          <a:xfrm>
            <a:off x="6084509" y="3050205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36"/>
          <p:cNvSpPr/>
          <p:nvPr/>
        </p:nvSpPr>
        <p:spPr>
          <a:xfrm>
            <a:off x="6084509" y="3112417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6"/>
                </a:lnTo>
                <a:lnTo>
                  <a:pt x="1" y="33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36"/>
          <p:cNvSpPr/>
          <p:nvPr/>
        </p:nvSpPr>
        <p:spPr>
          <a:xfrm>
            <a:off x="6084509" y="3099986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36"/>
          <p:cNvSpPr/>
          <p:nvPr/>
        </p:nvSpPr>
        <p:spPr>
          <a:xfrm>
            <a:off x="6084509" y="3087536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36"/>
          <p:cNvSpPr/>
          <p:nvPr/>
        </p:nvSpPr>
        <p:spPr>
          <a:xfrm>
            <a:off x="6084509" y="3149748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6"/>
                </a:lnTo>
                <a:lnTo>
                  <a:pt x="1" y="33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36"/>
          <p:cNvSpPr/>
          <p:nvPr/>
        </p:nvSpPr>
        <p:spPr>
          <a:xfrm>
            <a:off x="6084509" y="3137317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36"/>
          <p:cNvSpPr/>
          <p:nvPr/>
        </p:nvSpPr>
        <p:spPr>
          <a:xfrm>
            <a:off x="6084509" y="3124867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36"/>
          <p:cNvSpPr/>
          <p:nvPr/>
        </p:nvSpPr>
        <p:spPr>
          <a:xfrm>
            <a:off x="6084509" y="3187098"/>
            <a:ext cx="4163" cy="6641"/>
          </a:xfrm>
          <a:custGeom>
            <a:avLst/>
            <a:gdLst/>
            <a:ahLst/>
            <a:cxnLst/>
            <a:rect l="l" t="t" r="r" b="b"/>
            <a:pathLst>
              <a:path w="210" h="335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36"/>
          <p:cNvSpPr/>
          <p:nvPr/>
        </p:nvSpPr>
        <p:spPr>
          <a:xfrm>
            <a:off x="6084509" y="3174648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36"/>
          <p:cNvSpPr/>
          <p:nvPr/>
        </p:nvSpPr>
        <p:spPr>
          <a:xfrm>
            <a:off x="6084509" y="3162198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36"/>
          <p:cNvSpPr/>
          <p:nvPr/>
        </p:nvSpPr>
        <p:spPr>
          <a:xfrm>
            <a:off x="6084509" y="3224846"/>
            <a:ext cx="4163" cy="7058"/>
          </a:xfrm>
          <a:custGeom>
            <a:avLst/>
            <a:gdLst/>
            <a:ahLst/>
            <a:cxnLst/>
            <a:rect l="l" t="t" r="r" b="b"/>
            <a:pathLst>
              <a:path w="210" h="356" extrusionOk="0">
                <a:moveTo>
                  <a:pt x="1" y="0"/>
                </a:moveTo>
                <a:lnTo>
                  <a:pt x="210" y="0"/>
                </a:lnTo>
                <a:lnTo>
                  <a:pt x="210" y="356"/>
                </a:lnTo>
                <a:lnTo>
                  <a:pt x="1" y="35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36"/>
          <p:cNvSpPr/>
          <p:nvPr/>
        </p:nvSpPr>
        <p:spPr>
          <a:xfrm>
            <a:off x="6084509" y="3212395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36"/>
          <p:cNvSpPr/>
          <p:nvPr/>
        </p:nvSpPr>
        <p:spPr>
          <a:xfrm>
            <a:off x="6084509" y="3199945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6"/>
          <p:cNvSpPr/>
          <p:nvPr/>
        </p:nvSpPr>
        <p:spPr>
          <a:xfrm>
            <a:off x="6084509" y="3262177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0"/>
                </a:moveTo>
                <a:lnTo>
                  <a:pt x="210" y="0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36"/>
          <p:cNvSpPr/>
          <p:nvPr/>
        </p:nvSpPr>
        <p:spPr>
          <a:xfrm>
            <a:off x="6084509" y="3249726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5"/>
                </a:lnTo>
                <a:lnTo>
                  <a:pt x="1" y="335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36"/>
          <p:cNvSpPr/>
          <p:nvPr/>
        </p:nvSpPr>
        <p:spPr>
          <a:xfrm>
            <a:off x="6084509" y="3237276"/>
            <a:ext cx="4163" cy="7078"/>
          </a:xfrm>
          <a:custGeom>
            <a:avLst/>
            <a:gdLst/>
            <a:ahLst/>
            <a:cxnLst/>
            <a:rect l="l" t="t" r="r" b="b"/>
            <a:pathLst>
              <a:path w="210" h="357" extrusionOk="0">
                <a:moveTo>
                  <a:pt x="1" y="1"/>
                </a:moveTo>
                <a:lnTo>
                  <a:pt x="210" y="1"/>
                </a:lnTo>
                <a:lnTo>
                  <a:pt x="210" y="357"/>
                </a:lnTo>
                <a:lnTo>
                  <a:pt x="1" y="357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6"/>
          <p:cNvSpPr/>
          <p:nvPr/>
        </p:nvSpPr>
        <p:spPr>
          <a:xfrm>
            <a:off x="6084509" y="3299507"/>
            <a:ext cx="4163" cy="7078"/>
          </a:xfrm>
          <a:custGeom>
            <a:avLst/>
            <a:gdLst/>
            <a:ahLst/>
            <a:cxnLst/>
            <a:rect l="l" t="t" r="r" b="b"/>
            <a:pathLst>
              <a:path w="210" h="357" extrusionOk="0">
                <a:moveTo>
                  <a:pt x="1" y="0"/>
                </a:moveTo>
                <a:lnTo>
                  <a:pt x="210" y="0"/>
                </a:lnTo>
                <a:lnTo>
                  <a:pt x="210" y="356"/>
                </a:lnTo>
                <a:lnTo>
                  <a:pt x="1" y="35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36"/>
          <p:cNvSpPr/>
          <p:nvPr/>
        </p:nvSpPr>
        <p:spPr>
          <a:xfrm>
            <a:off x="6084509" y="3287057"/>
            <a:ext cx="4163" cy="7078"/>
          </a:xfrm>
          <a:custGeom>
            <a:avLst/>
            <a:gdLst/>
            <a:ahLst/>
            <a:cxnLst/>
            <a:rect l="l" t="t" r="r" b="b"/>
            <a:pathLst>
              <a:path w="210" h="357" extrusionOk="0">
                <a:moveTo>
                  <a:pt x="1" y="1"/>
                </a:moveTo>
                <a:lnTo>
                  <a:pt x="210" y="1"/>
                </a:lnTo>
                <a:lnTo>
                  <a:pt x="210" y="356"/>
                </a:lnTo>
                <a:lnTo>
                  <a:pt x="1" y="35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36"/>
          <p:cNvSpPr/>
          <p:nvPr/>
        </p:nvSpPr>
        <p:spPr>
          <a:xfrm>
            <a:off x="6084509" y="3274607"/>
            <a:ext cx="4163" cy="6661"/>
          </a:xfrm>
          <a:custGeom>
            <a:avLst/>
            <a:gdLst/>
            <a:ahLst/>
            <a:cxnLst/>
            <a:rect l="l" t="t" r="r" b="b"/>
            <a:pathLst>
              <a:path w="210" h="336" extrusionOk="0">
                <a:moveTo>
                  <a:pt x="1" y="1"/>
                </a:moveTo>
                <a:lnTo>
                  <a:pt x="210" y="1"/>
                </a:lnTo>
                <a:lnTo>
                  <a:pt x="210" y="336"/>
                </a:lnTo>
                <a:lnTo>
                  <a:pt x="1" y="336"/>
                </a:ln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36"/>
          <p:cNvSpPr/>
          <p:nvPr/>
        </p:nvSpPr>
        <p:spPr>
          <a:xfrm>
            <a:off x="5104312" y="3467506"/>
            <a:ext cx="117820" cy="452585"/>
          </a:xfrm>
          <a:custGeom>
            <a:avLst/>
            <a:gdLst/>
            <a:ahLst/>
            <a:cxnLst/>
            <a:rect l="l" t="t" r="r" b="b"/>
            <a:pathLst>
              <a:path w="5943" h="22829" extrusionOk="0">
                <a:moveTo>
                  <a:pt x="5419" y="2469"/>
                </a:moveTo>
                <a:lnTo>
                  <a:pt x="5419" y="3662"/>
                </a:lnTo>
                <a:lnTo>
                  <a:pt x="523" y="3662"/>
                </a:lnTo>
                <a:lnTo>
                  <a:pt x="523" y="2469"/>
                </a:lnTo>
                <a:close/>
                <a:moveTo>
                  <a:pt x="5419" y="4227"/>
                </a:moveTo>
                <a:lnTo>
                  <a:pt x="5419" y="5420"/>
                </a:lnTo>
                <a:lnTo>
                  <a:pt x="523" y="5420"/>
                </a:lnTo>
                <a:lnTo>
                  <a:pt x="523" y="4227"/>
                </a:lnTo>
                <a:close/>
                <a:moveTo>
                  <a:pt x="5419" y="5964"/>
                </a:moveTo>
                <a:lnTo>
                  <a:pt x="5419" y="7177"/>
                </a:lnTo>
                <a:lnTo>
                  <a:pt x="523" y="7177"/>
                </a:lnTo>
                <a:lnTo>
                  <a:pt x="523" y="5964"/>
                </a:lnTo>
                <a:close/>
                <a:moveTo>
                  <a:pt x="5419" y="7721"/>
                </a:moveTo>
                <a:lnTo>
                  <a:pt x="5419" y="8935"/>
                </a:lnTo>
                <a:lnTo>
                  <a:pt x="523" y="8935"/>
                </a:lnTo>
                <a:lnTo>
                  <a:pt x="523" y="7721"/>
                </a:lnTo>
                <a:close/>
                <a:moveTo>
                  <a:pt x="5419" y="9479"/>
                </a:moveTo>
                <a:lnTo>
                  <a:pt x="5419" y="10671"/>
                </a:lnTo>
                <a:lnTo>
                  <a:pt x="523" y="10671"/>
                </a:lnTo>
                <a:lnTo>
                  <a:pt x="523" y="9479"/>
                </a:lnTo>
                <a:close/>
                <a:moveTo>
                  <a:pt x="5419" y="11236"/>
                </a:moveTo>
                <a:lnTo>
                  <a:pt x="5419" y="12429"/>
                </a:lnTo>
                <a:lnTo>
                  <a:pt x="523" y="12429"/>
                </a:lnTo>
                <a:lnTo>
                  <a:pt x="523" y="11236"/>
                </a:lnTo>
                <a:close/>
                <a:moveTo>
                  <a:pt x="5419" y="12952"/>
                </a:moveTo>
                <a:lnTo>
                  <a:pt x="5419" y="14166"/>
                </a:lnTo>
                <a:lnTo>
                  <a:pt x="523" y="14166"/>
                </a:lnTo>
                <a:lnTo>
                  <a:pt x="523" y="12952"/>
                </a:lnTo>
                <a:close/>
                <a:moveTo>
                  <a:pt x="5419" y="14710"/>
                </a:moveTo>
                <a:lnTo>
                  <a:pt x="5419" y="15902"/>
                </a:lnTo>
                <a:lnTo>
                  <a:pt x="523" y="15902"/>
                </a:lnTo>
                <a:lnTo>
                  <a:pt x="523" y="14710"/>
                </a:lnTo>
                <a:close/>
                <a:moveTo>
                  <a:pt x="5419" y="16467"/>
                </a:moveTo>
                <a:lnTo>
                  <a:pt x="5419" y="17660"/>
                </a:lnTo>
                <a:lnTo>
                  <a:pt x="523" y="17660"/>
                </a:lnTo>
                <a:lnTo>
                  <a:pt x="523" y="16467"/>
                </a:lnTo>
                <a:close/>
                <a:moveTo>
                  <a:pt x="5419" y="18183"/>
                </a:moveTo>
                <a:lnTo>
                  <a:pt x="5419" y="19397"/>
                </a:lnTo>
                <a:lnTo>
                  <a:pt x="523" y="19397"/>
                </a:lnTo>
                <a:lnTo>
                  <a:pt x="523" y="18183"/>
                </a:lnTo>
                <a:close/>
                <a:moveTo>
                  <a:pt x="272" y="0"/>
                </a:moveTo>
                <a:cubicBezTo>
                  <a:pt x="146" y="0"/>
                  <a:pt x="0" y="147"/>
                  <a:pt x="0" y="272"/>
                </a:cubicBezTo>
                <a:lnTo>
                  <a:pt x="0" y="22577"/>
                </a:lnTo>
                <a:cubicBezTo>
                  <a:pt x="0" y="22744"/>
                  <a:pt x="146" y="22828"/>
                  <a:pt x="272" y="22828"/>
                </a:cubicBezTo>
                <a:cubicBezTo>
                  <a:pt x="398" y="22828"/>
                  <a:pt x="523" y="22703"/>
                  <a:pt x="523" y="22577"/>
                </a:cubicBezTo>
                <a:lnTo>
                  <a:pt x="523" y="19941"/>
                </a:lnTo>
                <a:lnTo>
                  <a:pt x="5419" y="19941"/>
                </a:lnTo>
                <a:lnTo>
                  <a:pt x="5419" y="22577"/>
                </a:lnTo>
                <a:cubicBezTo>
                  <a:pt x="5419" y="22744"/>
                  <a:pt x="5545" y="22828"/>
                  <a:pt x="5691" y="22828"/>
                </a:cubicBezTo>
                <a:cubicBezTo>
                  <a:pt x="5817" y="22828"/>
                  <a:pt x="5942" y="22703"/>
                  <a:pt x="5942" y="22577"/>
                </a:cubicBezTo>
                <a:lnTo>
                  <a:pt x="5942" y="272"/>
                </a:lnTo>
                <a:cubicBezTo>
                  <a:pt x="5942" y="147"/>
                  <a:pt x="5838" y="0"/>
                  <a:pt x="5691" y="0"/>
                </a:cubicBezTo>
                <a:cubicBezTo>
                  <a:pt x="5524" y="0"/>
                  <a:pt x="5419" y="147"/>
                  <a:pt x="5419" y="272"/>
                </a:cubicBezTo>
                <a:lnTo>
                  <a:pt x="5419" y="1946"/>
                </a:lnTo>
                <a:lnTo>
                  <a:pt x="523" y="1946"/>
                </a:lnTo>
                <a:lnTo>
                  <a:pt x="523" y="272"/>
                </a:lnTo>
                <a:cubicBezTo>
                  <a:pt x="523" y="105"/>
                  <a:pt x="398" y="0"/>
                  <a:pt x="272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36"/>
          <p:cNvSpPr/>
          <p:nvPr/>
        </p:nvSpPr>
        <p:spPr>
          <a:xfrm>
            <a:off x="4929672" y="2717518"/>
            <a:ext cx="466681" cy="686540"/>
          </a:xfrm>
          <a:custGeom>
            <a:avLst/>
            <a:gdLst/>
            <a:ahLst/>
            <a:cxnLst/>
            <a:rect l="l" t="t" r="r" b="b"/>
            <a:pathLst>
              <a:path w="23540" h="34630" extrusionOk="0">
                <a:moveTo>
                  <a:pt x="2323" y="1"/>
                </a:moveTo>
                <a:cubicBezTo>
                  <a:pt x="1046" y="1"/>
                  <a:pt x="0" y="1047"/>
                  <a:pt x="0" y="2323"/>
                </a:cubicBezTo>
                <a:lnTo>
                  <a:pt x="0" y="32286"/>
                </a:lnTo>
                <a:cubicBezTo>
                  <a:pt x="0" y="33583"/>
                  <a:pt x="1046" y="34629"/>
                  <a:pt x="2323" y="34629"/>
                </a:cubicBezTo>
                <a:lnTo>
                  <a:pt x="21217" y="34629"/>
                </a:lnTo>
                <a:cubicBezTo>
                  <a:pt x="22493" y="34629"/>
                  <a:pt x="23539" y="33604"/>
                  <a:pt x="23539" y="32286"/>
                </a:cubicBezTo>
                <a:lnTo>
                  <a:pt x="23539" y="2323"/>
                </a:lnTo>
                <a:cubicBezTo>
                  <a:pt x="23539" y="1047"/>
                  <a:pt x="22493" y="1"/>
                  <a:pt x="21217" y="1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42FF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36"/>
          <p:cNvSpPr/>
          <p:nvPr/>
        </p:nvSpPr>
        <p:spPr>
          <a:xfrm>
            <a:off x="4960778" y="2748624"/>
            <a:ext cx="404450" cy="624309"/>
          </a:xfrm>
          <a:custGeom>
            <a:avLst/>
            <a:gdLst/>
            <a:ahLst/>
            <a:cxnLst/>
            <a:rect l="l" t="t" r="r" b="b"/>
            <a:pathLst>
              <a:path w="20401" h="31491" extrusionOk="0">
                <a:moveTo>
                  <a:pt x="754" y="1"/>
                </a:moveTo>
                <a:cubicBezTo>
                  <a:pt x="335" y="1"/>
                  <a:pt x="0" y="336"/>
                  <a:pt x="0" y="754"/>
                </a:cubicBezTo>
                <a:lnTo>
                  <a:pt x="0" y="30717"/>
                </a:lnTo>
                <a:cubicBezTo>
                  <a:pt x="0" y="31135"/>
                  <a:pt x="335" y="31491"/>
                  <a:pt x="754" y="31491"/>
                </a:cubicBezTo>
                <a:lnTo>
                  <a:pt x="754" y="31470"/>
                </a:lnTo>
                <a:lnTo>
                  <a:pt x="19648" y="31470"/>
                </a:lnTo>
                <a:cubicBezTo>
                  <a:pt x="20066" y="31470"/>
                  <a:pt x="20401" y="31135"/>
                  <a:pt x="20401" y="30717"/>
                </a:cubicBezTo>
                <a:lnTo>
                  <a:pt x="20401" y="754"/>
                </a:lnTo>
                <a:cubicBezTo>
                  <a:pt x="20401" y="336"/>
                  <a:pt x="20066" y="1"/>
                  <a:pt x="19648" y="1"/>
                </a:cubicBezTo>
                <a:close/>
              </a:path>
            </a:pathLst>
          </a:custGeom>
          <a:solidFill>
            <a:srgbClr val="0526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36"/>
          <p:cNvSpPr/>
          <p:nvPr/>
        </p:nvSpPr>
        <p:spPr>
          <a:xfrm>
            <a:off x="5018429" y="2924386"/>
            <a:ext cx="278779" cy="4996"/>
          </a:xfrm>
          <a:custGeom>
            <a:avLst/>
            <a:gdLst/>
            <a:ahLst/>
            <a:cxnLst/>
            <a:rect l="l" t="t" r="r" b="b"/>
            <a:pathLst>
              <a:path w="14062" h="252" extrusionOk="0">
                <a:moveTo>
                  <a:pt x="189" y="0"/>
                </a:moveTo>
                <a:cubicBezTo>
                  <a:pt x="1" y="0"/>
                  <a:pt x="1" y="252"/>
                  <a:pt x="189" y="252"/>
                </a:cubicBezTo>
                <a:lnTo>
                  <a:pt x="13915" y="252"/>
                </a:lnTo>
                <a:cubicBezTo>
                  <a:pt x="14062" y="252"/>
                  <a:pt x="14062" y="0"/>
                  <a:pt x="13915" y="0"/>
                </a:cubicBezTo>
                <a:close/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36"/>
          <p:cNvSpPr/>
          <p:nvPr/>
        </p:nvSpPr>
        <p:spPr>
          <a:xfrm>
            <a:off x="5018429" y="2873067"/>
            <a:ext cx="278779" cy="4996"/>
          </a:xfrm>
          <a:custGeom>
            <a:avLst/>
            <a:gdLst/>
            <a:ahLst/>
            <a:cxnLst/>
            <a:rect l="l" t="t" r="r" b="b"/>
            <a:pathLst>
              <a:path w="14062" h="252" extrusionOk="0">
                <a:moveTo>
                  <a:pt x="189" y="1"/>
                </a:moveTo>
                <a:cubicBezTo>
                  <a:pt x="1" y="1"/>
                  <a:pt x="1" y="252"/>
                  <a:pt x="189" y="252"/>
                </a:cubicBezTo>
                <a:lnTo>
                  <a:pt x="13915" y="252"/>
                </a:lnTo>
                <a:cubicBezTo>
                  <a:pt x="14062" y="252"/>
                  <a:pt x="14062" y="1"/>
                  <a:pt x="13915" y="1"/>
                </a:cubicBez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36"/>
          <p:cNvSpPr/>
          <p:nvPr/>
        </p:nvSpPr>
        <p:spPr>
          <a:xfrm>
            <a:off x="5018429" y="2973335"/>
            <a:ext cx="278779" cy="5412"/>
          </a:xfrm>
          <a:custGeom>
            <a:avLst/>
            <a:gdLst/>
            <a:ahLst/>
            <a:cxnLst/>
            <a:rect l="l" t="t" r="r" b="b"/>
            <a:pathLst>
              <a:path w="14062" h="273" extrusionOk="0">
                <a:moveTo>
                  <a:pt x="189" y="0"/>
                </a:moveTo>
                <a:cubicBezTo>
                  <a:pt x="1" y="0"/>
                  <a:pt x="1" y="272"/>
                  <a:pt x="189" y="272"/>
                </a:cubicBezTo>
                <a:lnTo>
                  <a:pt x="13915" y="272"/>
                </a:lnTo>
                <a:cubicBezTo>
                  <a:pt x="14062" y="272"/>
                  <a:pt x="14062" y="0"/>
                  <a:pt x="13915" y="0"/>
                </a:cubicBez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36"/>
          <p:cNvSpPr/>
          <p:nvPr/>
        </p:nvSpPr>
        <p:spPr>
          <a:xfrm>
            <a:off x="5018429" y="3074415"/>
            <a:ext cx="278779" cy="5412"/>
          </a:xfrm>
          <a:custGeom>
            <a:avLst/>
            <a:gdLst/>
            <a:ahLst/>
            <a:cxnLst/>
            <a:rect l="l" t="t" r="r" b="b"/>
            <a:pathLst>
              <a:path w="14062" h="273" extrusionOk="0">
                <a:moveTo>
                  <a:pt x="189" y="1"/>
                </a:moveTo>
                <a:cubicBezTo>
                  <a:pt x="1" y="1"/>
                  <a:pt x="1" y="273"/>
                  <a:pt x="189" y="273"/>
                </a:cubicBezTo>
                <a:lnTo>
                  <a:pt x="13915" y="273"/>
                </a:lnTo>
                <a:cubicBezTo>
                  <a:pt x="14062" y="273"/>
                  <a:pt x="14062" y="1"/>
                  <a:pt x="13915" y="1"/>
                </a:cubicBez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36"/>
          <p:cNvSpPr/>
          <p:nvPr/>
        </p:nvSpPr>
        <p:spPr>
          <a:xfrm>
            <a:off x="5018429" y="3126948"/>
            <a:ext cx="278779" cy="5412"/>
          </a:xfrm>
          <a:custGeom>
            <a:avLst/>
            <a:gdLst/>
            <a:ahLst/>
            <a:cxnLst/>
            <a:rect l="l" t="t" r="r" b="b"/>
            <a:pathLst>
              <a:path w="14062" h="273" extrusionOk="0">
                <a:moveTo>
                  <a:pt x="189" y="0"/>
                </a:moveTo>
                <a:cubicBezTo>
                  <a:pt x="1" y="0"/>
                  <a:pt x="1" y="272"/>
                  <a:pt x="189" y="272"/>
                </a:cubicBezTo>
                <a:lnTo>
                  <a:pt x="13915" y="272"/>
                </a:lnTo>
                <a:cubicBezTo>
                  <a:pt x="14062" y="272"/>
                  <a:pt x="14062" y="0"/>
                  <a:pt x="13915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36"/>
          <p:cNvSpPr/>
          <p:nvPr/>
        </p:nvSpPr>
        <p:spPr>
          <a:xfrm>
            <a:off x="5018429" y="3176372"/>
            <a:ext cx="278779" cy="5412"/>
          </a:xfrm>
          <a:custGeom>
            <a:avLst/>
            <a:gdLst/>
            <a:ahLst/>
            <a:cxnLst/>
            <a:rect l="l" t="t" r="r" b="b"/>
            <a:pathLst>
              <a:path w="14062" h="273" extrusionOk="0">
                <a:moveTo>
                  <a:pt x="189" y="1"/>
                </a:moveTo>
                <a:cubicBezTo>
                  <a:pt x="1" y="1"/>
                  <a:pt x="1" y="273"/>
                  <a:pt x="189" y="273"/>
                </a:cubicBezTo>
                <a:lnTo>
                  <a:pt x="13915" y="273"/>
                </a:lnTo>
                <a:cubicBezTo>
                  <a:pt x="14062" y="273"/>
                  <a:pt x="14062" y="1"/>
                  <a:pt x="13915" y="1"/>
                </a:cubicBez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36"/>
          <p:cNvSpPr/>
          <p:nvPr/>
        </p:nvSpPr>
        <p:spPr>
          <a:xfrm>
            <a:off x="5519115" y="3734651"/>
            <a:ext cx="90442" cy="135662"/>
          </a:xfrm>
          <a:custGeom>
            <a:avLst/>
            <a:gdLst/>
            <a:ahLst/>
            <a:cxnLst/>
            <a:rect l="l" t="t" r="r" b="b"/>
            <a:pathLst>
              <a:path w="4562" h="6843" extrusionOk="0">
                <a:moveTo>
                  <a:pt x="2281" y="0"/>
                </a:moveTo>
                <a:cubicBezTo>
                  <a:pt x="1026" y="0"/>
                  <a:pt x="1" y="1025"/>
                  <a:pt x="1" y="2281"/>
                </a:cubicBezTo>
                <a:cubicBezTo>
                  <a:pt x="1" y="3013"/>
                  <a:pt x="335" y="3662"/>
                  <a:pt x="900" y="4080"/>
                </a:cubicBezTo>
                <a:cubicBezTo>
                  <a:pt x="859" y="4206"/>
                  <a:pt x="900" y="5629"/>
                  <a:pt x="900" y="5629"/>
                </a:cubicBezTo>
                <a:cubicBezTo>
                  <a:pt x="900" y="5984"/>
                  <a:pt x="1110" y="6131"/>
                  <a:pt x="1423" y="6256"/>
                </a:cubicBezTo>
                <a:cubicBezTo>
                  <a:pt x="1549" y="6612"/>
                  <a:pt x="1863" y="6842"/>
                  <a:pt x="2281" y="6842"/>
                </a:cubicBezTo>
                <a:cubicBezTo>
                  <a:pt x="2637" y="6842"/>
                  <a:pt x="2993" y="6612"/>
                  <a:pt x="3118" y="6298"/>
                </a:cubicBezTo>
                <a:cubicBezTo>
                  <a:pt x="3432" y="6277"/>
                  <a:pt x="3683" y="6005"/>
                  <a:pt x="3683" y="5671"/>
                </a:cubicBezTo>
                <a:cubicBezTo>
                  <a:pt x="3683" y="5671"/>
                  <a:pt x="3683" y="4206"/>
                  <a:pt x="3662" y="4080"/>
                </a:cubicBezTo>
                <a:cubicBezTo>
                  <a:pt x="4185" y="3662"/>
                  <a:pt x="4562" y="3013"/>
                  <a:pt x="4562" y="2281"/>
                </a:cubicBezTo>
                <a:cubicBezTo>
                  <a:pt x="4562" y="1025"/>
                  <a:pt x="3537" y="0"/>
                  <a:pt x="2281" y="0"/>
                </a:cubicBezTo>
                <a:close/>
              </a:path>
            </a:pathLst>
          </a:custGeom>
          <a:solidFill>
            <a:srgbClr val="FFFFFF"/>
          </a:solidFill>
          <a:ln w="19050" cap="flat" cmpd="sng">
            <a:solidFill>
              <a:srgbClr val="42FF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36"/>
          <p:cNvSpPr/>
          <p:nvPr/>
        </p:nvSpPr>
        <p:spPr>
          <a:xfrm>
            <a:off x="5535708" y="3815538"/>
            <a:ext cx="56025" cy="54776"/>
          </a:xfrm>
          <a:custGeom>
            <a:avLst/>
            <a:gdLst/>
            <a:ahLst/>
            <a:cxnLst/>
            <a:rect l="l" t="t" r="r" b="b"/>
            <a:pathLst>
              <a:path w="2826" h="2763" extrusionOk="0">
                <a:moveTo>
                  <a:pt x="2804" y="0"/>
                </a:moveTo>
                <a:lnTo>
                  <a:pt x="2804" y="0"/>
                </a:lnTo>
                <a:cubicBezTo>
                  <a:pt x="2805" y="2"/>
                  <a:pt x="2805" y="4"/>
                  <a:pt x="2805" y="5"/>
                </a:cubicBezTo>
                <a:lnTo>
                  <a:pt x="2805" y="5"/>
                </a:lnTo>
                <a:cubicBezTo>
                  <a:pt x="2806" y="4"/>
                  <a:pt x="2805" y="2"/>
                  <a:pt x="2804" y="0"/>
                </a:cubicBezTo>
                <a:close/>
                <a:moveTo>
                  <a:pt x="42" y="0"/>
                </a:moveTo>
                <a:cubicBezTo>
                  <a:pt x="1" y="126"/>
                  <a:pt x="42" y="1549"/>
                  <a:pt x="42" y="1549"/>
                </a:cubicBezTo>
                <a:cubicBezTo>
                  <a:pt x="42" y="1904"/>
                  <a:pt x="252" y="2051"/>
                  <a:pt x="566" y="2176"/>
                </a:cubicBezTo>
                <a:cubicBezTo>
                  <a:pt x="691" y="2532"/>
                  <a:pt x="1005" y="2762"/>
                  <a:pt x="1423" y="2762"/>
                </a:cubicBezTo>
                <a:cubicBezTo>
                  <a:pt x="1779" y="2762"/>
                  <a:pt x="2135" y="2532"/>
                  <a:pt x="2260" y="2218"/>
                </a:cubicBezTo>
                <a:cubicBezTo>
                  <a:pt x="2574" y="2197"/>
                  <a:pt x="2825" y="1925"/>
                  <a:pt x="2825" y="1591"/>
                </a:cubicBezTo>
                <a:cubicBezTo>
                  <a:pt x="2825" y="1591"/>
                  <a:pt x="2825" y="161"/>
                  <a:pt x="2805" y="5"/>
                </a:cubicBezTo>
                <a:lnTo>
                  <a:pt x="2805" y="5"/>
                </a:lnTo>
                <a:cubicBezTo>
                  <a:pt x="2795" y="36"/>
                  <a:pt x="2505" y="47"/>
                  <a:pt x="2116" y="47"/>
                </a:cubicBezTo>
                <a:cubicBezTo>
                  <a:pt x="1298" y="47"/>
                  <a:pt x="42" y="0"/>
                  <a:pt x="42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42FF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36"/>
          <p:cNvSpPr/>
          <p:nvPr/>
        </p:nvSpPr>
        <p:spPr>
          <a:xfrm>
            <a:off x="5499210" y="3718890"/>
            <a:ext cx="24484" cy="24068"/>
          </a:xfrm>
          <a:custGeom>
            <a:avLst/>
            <a:gdLst/>
            <a:ahLst/>
            <a:cxnLst/>
            <a:rect l="l" t="t" r="r" b="b"/>
            <a:pathLst>
              <a:path w="1235" h="1214" extrusionOk="0">
                <a:moveTo>
                  <a:pt x="210" y="0"/>
                </a:moveTo>
                <a:cubicBezTo>
                  <a:pt x="157" y="0"/>
                  <a:pt x="105" y="21"/>
                  <a:pt x="63" y="63"/>
                </a:cubicBezTo>
                <a:cubicBezTo>
                  <a:pt x="0" y="147"/>
                  <a:pt x="0" y="272"/>
                  <a:pt x="63" y="356"/>
                </a:cubicBezTo>
                <a:lnTo>
                  <a:pt x="879" y="1172"/>
                </a:lnTo>
                <a:cubicBezTo>
                  <a:pt x="942" y="1193"/>
                  <a:pt x="984" y="1214"/>
                  <a:pt x="1046" y="1214"/>
                </a:cubicBezTo>
                <a:cubicBezTo>
                  <a:pt x="1088" y="1214"/>
                  <a:pt x="1151" y="1193"/>
                  <a:pt x="1172" y="1172"/>
                </a:cubicBezTo>
                <a:cubicBezTo>
                  <a:pt x="1235" y="1088"/>
                  <a:pt x="1235" y="942"/>
                  <a:pt x="1172" y="879"/>
                </a:cubicBezTo>
                <a:lnTo>
                  <a:pt x="356" y="63"/>
                </a:lnTo>
                <a:cubicBezTo>
                  <a:pt x="314" y="21"/>
                  <a:pt x="262" y="0"/>
                  <a:pt x="210" y="0"/>
                </a:cubicBezTo>
                <a:close/>
              </a:path>
            </a:pathLst>
          </a:custGeom>
          <a:solidFill>
            <a:srgbClr val="1EFFC1"/>
          </a:solidFill>
          <a:ln w="9525" cap="flat" cmpd="sng">
            <a:solidFill>
              <a:srgbClr val="42FF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36"/>
          <p:cNvSpPr/>
          <p:nvPr/>
        </p:nvSpPr>
        <p:spPr>
          <a:xfrm>
            <a:off x="5559776" y="3694406"/>
            <a:ext cx="8307" cy="31125"/>
          </a:xfrm>
          <a:custGeom>
            <a:avLst/>
            <a:gdLst/>
            <a:ahLst/>
            <a:cxnLst/>
            <a:rect l="l" t="t" r="r" b="b"/>
            <a:pathLst>
              <a:path w="419" h="1570" extrusionOk="0">
                <a:moveTo>
                  <a:pt x="209" y="1"/>
                </a:moveTo>
                <a:cubicBezTo>
                  <a:pt x="105" y="1"/>
                  <a:pt x="0" y="105"/>
                  <a:pt x="0" y="210"/>
                </a:cubicBezTo>
                <a:lnTo>
                  <a:pt x="0" y="1361"/>
                </a:lnTo>
                <a:cubicBezTo>
                  <a:pt x="0" y="1465"/>
                  <a:pt x="105" y="1570"/>
                  <a:pt x="209" y="1570"/>
                </a:cubicBezTo>
                <a:cubicBezTo>
                  <a:pt x="335" y="1570"/>
                  <a:pt x="419" y="1465"/>
                  <a:pt x="419" y="1361"/>
                </a:cubicBezTo>
                <a:lnTo>
                  <a:pt x="419" y="210"/>
                </a:lnTo>
                <a:cubicBezTo>
                  <a:pt x="419" y="105"/>
                  <a:pt x="314" y="1"/>
                  <a:pt x="209" y="1"/>
                </a:cubicBezTo>
                <a:close/>
              </a:path>
            </a:pathLst>
          </a:custGeom>
          <a:solidFill>
            <a:srgbClr val="1EFFC1"/>
          </a:solidFill>
          <a:ln w="9525" cap="flat" cmpd="sng">
            <a:solidFill>
              <a:srgbClr val="42FF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36"/>
          <p:cNvSpPr/>
          <p:nvPr/>
        </p:nvSpPr>
        <p:spPr>
          <a:xfrm>
            <a:off x="5603748" y="3718890"/>
            <a:ext cx="24900" cy="24068"/>
          </a:xfrm>
          <a:custGeom>
            <a:avLst/>
            <a:gdLst/>
            <a:ahLst/>
            <a:cxnLst/>
            <a:rect l="l" t="t" r="r" b="b"/>
            <a:pathLst>
              <a:path w="1256" h="1214" extrusionOk="0">
                <a:moveTo>
                  <a:pt x="1036" y="0"/>
                </a:moveTo>
                <a:cubicBezTo>
                  <a:pt x="983" y="0"/>
                  <a:pt x="931" y="21"/>
                  <a:pt x="900" y="63"/>
                </a:cubicBezTo>
                <a:lnTo>
                  <a:pt x="84" y="879"/>
                </a:lnTo>
                <a:cubicBezTo>
                  <a:pt x="0" y="963"/>
                  <a:pt x="0" y="1088"/>
                  <a:pt x="84" y="1172"/>
                </a:cubicBezTo>
                <a:cubicBezTo>
                  <a:pt x="126" y="1193"/>
                  <a:pt x="188" y="1214"/>
                  <a:pt x="230" y="1214"/>
                </a:cubicBezTo>
                <a:cubicBezTo>
                  <a:pt x="293" y="1214"/>
                  <a:pt x="335" y="1193"/>
                  <a:pt x="377" y="1172"/>
                </a:cubicBezTo>
                <a:lnTo>
                  <a:pt x="1172" y="356"/>
                </a:lnTo>
                <a:cubicBezTo>
                  <a:pt x="1255" y="272"/>
                  <a:pt x="1255" y="147"/>
                  <a:pt x="1172" y="63"/>
                </a:cubicBezTo>
                <a:cubicBezTo>
                  <a:pt x="1140" y="21"/>
                  <a:pt x="1088" y="0"/>
                  <a:pt x="1036" y="0"/>
                </a:cubicBezTo>
                <a:close/>
              </a:path>
            </a:pathLst>
          </a:custGeom>
          <a:solidFill>
            <a:srgbClr val="1EFFC1"/>
          </a:solidFill>
          <a:ln w="19050" cap="flat" cmpd="sng">
            <a:solidFill>
              <a:srgbClr val="42FF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36"/>
          <p:cNvSpPr/>
          <p:nvPr/>
        </p:nvSpPr>
        <p:spPr>
          <a:xfrm>
            <a:off x="4298319" y="4289322"/>
            <a:ext cx="406531" cy="701131"/>
          </a:xfrm>
          <a:custGeom>
            <a:avLst/>
            <a:gdLst/>
            <a:ahLst/>
            <a:cxnLst/>
            <a:rect l="l" t="t" r="r" b="b"/>
            <a:pathLst>
              <a:path w="20506" h="35366" extrusionOk="0">
                <a:moveTo>
                  <a:pt x="7531" y="1"/>
                </a:moveTo>
                <a:cubicBezTo>
                  <a:pt x="7092" y="1"/>
                  <a:pt x="6629" y="79"/>
                  <a:pt x="6424" y="248"/>
                </a:cubicBezTo>
                <a:cubicBezTo>
                  <a:pt x="5943" y="604"/>
                  <a:pt x="5943" y="1964"/>
                  <a:pt x="5943" y="2048"/>
                </a:cubicBezTo>
                <a:lnTo>
                  <a:pt x="5943" y="15920"/>
                </a:lnTo>
                <a:cubicBezTo>
                  <a:pt x="5399" y="15648"/>
                  <a:pt x="4415" y="14246"/>
                  <a:pt x="4269" y="14204"/>
                </a:cubicBezTo>
                <a:cubicBezTo>
                  <a:pt x="5231" y="9162"/>
                  <a:pt x="3181" y="8241"/>
                  <a:pt x="3097" y="8241"/>
                </a:cubicBezTo>
                <a:cubicBezTo>
                  <a:pt x="3029" y="8210"/>
                  <a:pt x="2954" y="8194"/>
                  <a:pt x="2877" y="8194"/>
                </a:cubicBezTo>
                <a:cubicBezTo>
                  <a:pt x="2696" y="8194"/>
                  <a:pt x="2510" y="8286"/>
                  <a:pt x="2407" y="8492"/>
                </a:cubicBezTo>
                <a:cubicBezTo>
                  <a:pt x="1653" y="9852"/>
                  <a:pt x="524" y="11338"/>
                  <a:pt x="210" y="12886"/>
                </a:cubicBezTo>
                <a:cubicBezTo>
                  <a:pt x="0" y="13869"/>
                  <a:pt x="2428" y="21883"/>
                  <a:pt x="4813" y="24101"/>
                </a:cubicBezTo>
                <a:cubicBezTo>
                  <a:pt x="6131" y="25357"/>
                  <a:pt x="6863" y="26926"/>
                  <a:pt x="8056" y="28286"/>
                </a:cubicBezTo>
                <a:cubicBezTo>
                  <a:pt x="9479" y="29939"/>
                  <a:pt x="9835" y="32596"/>
                  <a:pt x="10420" y="34647"/>
                </a:cubicBezTo>
                <a:cubicBezTo>
                  <a:pt x="10462" y="34751"/>
                  <a:pt x="10504" y="34814"/>
                  <a:pt x="10567" y="34877"/>
                </a:cubicBezTo>
                <a:cubicBezTo>
                  <a:pt x="10615" y="35133"/>
                  <a:pt x="10860" y="35366"/>
                  <a:pt x="11160" y="35366"/>
                </a:cubicBezTo>
                <a:cubicBezTo>
                  <a:pt x="11252" y="35366"/>
                  <a:pt x="11348" y="35344"/>
                  <a:pt x="11446" y="35295"/>
                </a:cubicBezTo>
                <a:cubicBezTo>
                  <a:pt x="14291" y="33852"/>
                  <a:pt x="20254" y="31194"/>
                  <a:pt x="20296" y="31090"/>
                </a:cubicBezTo>
                <a:cubicBezTo>
                  <a:pt x="20422" y="30943"/>
                  <a:pt x="20506" y="30776"/>
                  <a:pt x="20401" y="30525"/>
                </a:cubicBezTo>
                <a:cubicBezTo>
                  <a:pt x="20024" y="29520"/>
                  <a:pt x="19187" y="28390"/>
                  <a:pt x="18685" y="27365"/>
                </a:cubicBezTo>
                <a:cubicBezTo>
                  <a:pt x="18392" y="26737"/>
                  <a:pt x="18476" y="26005"/>
                  <a:pt x="18894" y="25461"/>
                </a:cubicBezTo>
                <a:cubicBezTo>
                  <a:pt x="19083" y="25231"/>
                  <a:pt x="19250" y="24959"/>
                  <a:pt x="19418" y="24729"/>
                </a:cubicBezTo>
                <a:cubicBezTo>
                  <a:pt x="19669" y="24352"/>
                  <a:pt x="19899" y="23996"/>
                  <a:pt x="20087" y="23599"/>
                </a:cubicBezTo>
                <a:cubicBezTo>
                  <a:pt x="20234" y="23264"/>
                  <a:pt x="20359" y="22427"/>
                  <a:pt x="20359" y="22302"/>
                </a:cubicBezTo>
                <a:cubicBezTo>
                  <a:pt x="20359" y="22302"/>
                  <a:pt x="20464" y="12928"/>
                  <a:pt x="20464" y="12781"/>
                </a:cubicBezTo>
                <a:cubicBezTo>
                  <a:pt x="20422" y="11944"/>
                  <a:pt x="19920" y="11212"/>
                  <a:pt x="19146" y="10898"/>
                </a:cubicBezTo>
                <a:cubicBezTo>
                  <a:pt x="18908" y="10798"/>
                  <a:pt x="18656" y="10751"/>
                  <a:pt x="18398" y="10751"/>
                </a:cubicBezTo>
                <a:cubicBezTo>
                  <a:pt x="18223" y="10751"/>
                  <a:pt x="18046" y="10772"/>
                  <a:pt x="17869" y="10815"/>
                </a:cubicBezTo>
                <a:cubicBezTo>
                  <a:pt x="17514" y="10898"/>
                  <a:pt x="17262" y="11066"/>
                  <a:pt x="16928" y="11254"/>
                </a:cubicBezTo>
                <a:cubicBezTo>
                  <a:pt x="16489" y="10716"/>
                  <a:pt x="15814" y="10484"/>
                  <a:pt x="15099" y="10484"/>
                </a:cubicBezTo>
                <a:cubicBezTo>
                  <a:pt x="14451" y="10484"/>
                  <a:pt x="13770" y="10675"/>
                  <a:pt x="13203" y="11003"/>
                </a:cubicBezTo>
                <a:cubicBezTo>
                  <a:pt x="12771" y="10589"/>
                  <a:pt x="12202" y="10412"/>
                  <a:pt x="11602" y="10412"/>
                </a:cubicBezTo>
                <a:cubicBezTo>
                  <a:pt x="10777" y="10412"/>
                  <a:pt x="9894" y="10745"/>
                  <a:pt x="9228" y="11254"/>
                </a:cubicBezTo>
                <a:lnTo>
                  <a:pt x="9144" y="11338"/>
                </a:lnTo>
                <a:lnTo>
                  <a:pt x="9144" y="2152"/>
                </a:lnTo>
                <a:cubicBezTo>
                  <a:pt x="9144" y="1964"/>
                  <a:pt x="9060" y="374"/>
                  <a:pt x="8349" y="123"/>
                </a:cubicBezTo>
                <a:cubicBezTo>
                  <a:pt x="8163" y="43"/>
                  <a:pt x="7853" y="1"/>
                  <a:pt x="753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36"/>
          <p:cNvSpPr/>
          <p:nvPr/>
        </p:nvSpPr>
        <p:spPr>
          <a:xfrm>
            <a:off x="4482078" y="4900692"/>
            <a:ext cx="263851" cy="116175"/>
          </a:xfrm>
          <a:custGeom>
            <a:avLst/>
            <a:gdLst/>
            <a:ahLst/>
            <a:cxnLst/>
            <a:rect l="l" t="t" r="r" b="b"/>
            <a:pathLst>
              <a:path w="13309" h="5860" extrusionOk="0">
                <a:moveTo>
                  <a:pt x="1" y="5859"/>
                </a:moveTo>
                <a:lnTo>
                  <a:pt x="13308" y="1"/>
                </a:lnTo>
              </a:path>
            </a:pathLst>
          </a:custGeom>
          <a:solidFill>
            <a:srgbClr val="AADD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36"/>
          <p:cNvSpPr/>
          <p:nvPr/>
        </p:nvSpPr>
        <p:spPr>
          <a:xfrm>
            <a:off x="4461341" y="4823949"/>
            <a:ext cx="397828" cy="385378"/>
          </a:xfrm>
          <a:custGeom>
            <a:avLst/>
            <a:gdLst/>
            <a:ahLst/>
            <a:cxnLst/>
            <a:rect l="l" t="t" r="r" b="b"/>
            <a:pathLst>
              <a:path w="20067" h="19439" extrusionOk="0">
                <a:moveTo>
                  <a:pt x="12241" y="1"/>
                </a:moveTo>
                <a:lnTo>
                  <a:pt x="0" y="5336"/>
                </a:lnTo>
                <a:lnTo>
                  <a:pt x="5169" y="19439"/>
                </a:lnTo>
                <a:lnTo>
                  <a:pt x="20066" y="19439"/>
                </a:lnTo>
                <a:lnTo>
                  <a:pt x="12241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36"/>
          <p:cNvSpPr/>
          <p:nvPr/>
        </p:nvSpPr>
        <p:spPr>
          <a:xfrm>
            <a:off x="4482078" y="4900692"/>
            <a:ext cx="392020" cy="319004"/>
          </a:xfrm>
          <a:custGeom>
            <a:avLst/>
            <a:gdLst/>
            <a:ahLst/>
            <a:cxnLst/>
            <a:rect l="l" t="t" r="r" b="b"/>
            <a:pathLst>
              <a:path w="19774" h="16091" extrusionOk="0">
                <a:moveTo>
                  <a:pt x="13329" y="1"/>
                </a:moveTo>
                <a:lnTo>
                  <a:pt x="1" y="5859"/>
                </a:lnTo>
                <a:lnTo>
                  <a:pt x="3746" y="16091"/>
                </a:lnTo>
                <a:lnTo>
                  <a:pt x="19773" y="16091"/>
                </a:lnTo>
                <a:lnTo>
                  <a:pt x="133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6"/>
          <p:cNvSpPr/>
          <p:nvPr/>
        </p:nvSpPr>
        <p:spPr>
          <a:xfrm>
            <a:off x="4491198" y="4953784"/>
            <a:ext cx="23671" cy="23671"/>
          </a:xfrm>
          <a:custGeom>
            <a:avLst/>
            <a:gdLst/>
            <a:ahLst/>
            <a:cxnLst/>
            <a:rect l="l" t="t" r="r" b="b"/>
            <a:pathLst>
              <a:path w="1194" h="1194" extrusionOk="0">
                <a:moveTo>
                  <a:pt x="587" y="1"/>
                </a:moveTo>
                <a:cubicBezTo>
                  <a:pt x="252" y="1"/>
                  <a:pt x="1" y="252"/>
                  <a:pt x="1" y="608"/>
                </a:cubicBezTo>
                <a:cubicBezTo>
                  <a:pt x="1" y="942"/>
                  <a:pt x="252" y="1193"/>
                  <a:pt x="587" y="1193"/>
                </a:cubicBezTo>
                <a:cubicBezTo>
                  <a:pt x="942" y="1193"/>
                  <a:pt x="1194" y="942"/>
                  <a:pt x="1194" y="608"/>
                </a:cubicBezTo>
                <a:cubicBezTo>
                  <a:pt x="1194" y="294"/>
                  <a:pt x="942" y="1"/>
                  <a:pt x="58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36"/>
          <p:cNvSpPr/>
          <p:nvPr/>
        </p:nvSpPr>
        <p:spPr>
          <a:xfrm>
            <a:off x="4023900" y="2166598"/>
            <a:ext cx="155209" cy="142792"/>
          </a:xfrm>
          <a:custGeom>
            <a:avLst/>
            <a:gdLst/>
            <a:ahLst/>
            <a:cxnLst/>
            <a:rect l="l" t="t" r="r" b="b"/>
            <a:pathLst>
              <a:path w="92112" h="84743" extrusionOk="0">
                <a:moveTo>
                  <a:pt x="25329" y="1"/>
                </a:moveTo>
                <a:cubicBezTo>
                  <a:pt x="11054" y="1"/>
                  <a:pt x="1" y="11069"/>
                  <a:pt x="1" y="25330"/>
                </a:cubicBezTo>
                <a:cubicBezTo>
                  <a:pt x="1" y="42827"/>
                  <a:pt x="15649" y="57117"/>
                  <a:pt x="39605" y="78299"/>
                </a:cubicBezTo>
                <a:lnTo>
                  <a:pt x="46049" y="84743"/>
                </a:lnTo>
                <a:lnTo>
                  <a:pt x="52493" y="78299"/>
                </a:lnTo>
                <a:cubicBezTo>
                  <a:pt x="76449" y="57131"/>
                  <a:pt x="92111" y="42841"/>
                  <a:pt x="92111" y="25344"/>
                </a:cubicBezTo>
                <a:cubicBezTo>
                  <a:pt x="92111" y="11069"/>
                  <a:pt x="81043" y="15"/>
                  <a:pt x="66768" y="15"/>
                </a:cubicBezTo>
                <a:cubicBezTo>
                  <a:pt x="58951" y="15"/>
                  <a:pt x="51106" y="3700"/>
                  <a:pt x="46049" y="9682"/>
                </a:cubicBezTo>
                <a:cubicBezTo>
                  <a:pt x="40992" y="3685"/>
                  <a:pt x="33160" y="1"/>
                  <a:pt x="2532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52643"/>
              </a:solidFill>
            </a:endParaRPr>
          </a:p>
        </p:txBody>
      </p:sp>
      <p:sp>
        <p:nvSpPr>
          <p:cNvPr id="990" name="Google Shape;990;p36"/>
          <p:cNvSpPr txBox="1">
            <a:spLocks noGrp="1"/>
          </p:cNvSpPr>
          <p:nvPr>
            <p:ph type="subTitle" idx="4294967295"/>
          </p:nvPr>
        </p:nvSpPr>
        <p:spPr>
          <a:xfrm>
            <a:off x="6527425" y="1729400"/>
            <a:ext cx="1454700" cy="13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900"/>
              <a:t>Venus has a beautiful name and is the second planet from the Sun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991" name="Google Shape;991;p36"/>
          <p:cNvSpPr txBox="1">
            <a:spLocks noGrp="1"/>
          </p:cNvSpPr>
          <p:nvPr>
            <p:ph type="ctrTitle" idx="4294967295"/>
          </p:nvPr>
        </p:nvSpPr>
        <p:spPr>
          <a:xfrm>
            <a:off x="6527425" y="1508275"/>
            <a:ext cx="1254600" cy="2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</a:rPr>
              <a:t>STEP 2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992" name="Google Shape;992;p36"/>
          <p:cNvSpPr txBox="1">
            <a:spLocks noGrp="1"/>
          </p:cNvSpPr>
          <p:nvPr>
            <p:ph type="subTitle" idx="4294967295"/>
          </p:nvPr>
        </p:nvSpPr>
        <p:spPr>
          <a:xfrm>
            <a:off x="947775" y="3362550"/>
            <a:ext cx="14547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900">
                <a:solidFill>
                  <a:srgbClr val="FFFFFF"/>
                </a:solidFill>
              </a:rPr>
              <a:t>Despite being red, Mars is a cold place, not hot. It’s full of iron oxide dust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993" name="Google Shape;993;p36"/>
          <p:cNvSpPr txBox="1">
            <a:spLocks noGrp="1"/>
          </p:cNvSpPr>
          <p:nvPr>
            <p:ph type="ctrTitle" idx="4294967295"/>
          </p:nvPr>
        </p:nvSpPr>
        <p:spPr>
          <a:xfrm>
            <a:off x="1228825" y="3131900"/>
            <a:ext cx="11736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</a:rPr>
              <a:t>STEP 1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994" name="Google Shape;994;p36"/>
          <p:cNvSpPr txBox="1">
            <a:spLocks noGrp="1"/>
          </p:cNvSpPr>
          <p:nvPr>
            <p:ph type="subTitle" idx="4294967295"/>
          </p:nvPr>
        </p:nvSpPr>
        <p:spPr>
          <a:xfrm>
            <a:off x="6527425" y="3639172"/>
            <a:ext cx="12546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900"/>
              <a:t>Saturn is a gas giant, composed mostly of hydrogen and helium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995" name="Google Shape;995;p36"/>
          <p:cNvSpPr txBox="1">
            <a:spLocks noGrp="1"/>
          </p:cNvSpPr>
          <p:nvPr>
            <p:ph type="ctrTitle" idx="4294967295"/>
          </p:nvPr>
        </p:nvSpPr>
        <p:spPr>
          <a:xfrm>
            <a:off x="6527425" y="3408488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</a:rPr>
              <a:t>STEP 3</a:t>
            </a:r>
            <a:endParaRPr sz="900">
              <a:solidFill>
                <a:srgbClr val="FFFFFF"/>
              </a:solidFill>
            </a:endParaRPr>
          </a:p>
        </p:txBody>
      </p:sp>
      <p:cxnSp>
        <p:nvCxnSpPr>
          <p:cNvPr id="996" name="Google Shape;996;p36"/>
          <p:cNvCxnSpPr>
            <a:endCxn id="992" idx="2"/>
          </p:cNvCxnSpPr>
          <p:nvPr/>
        </p:nvCxnSpPr>
        <p:spPr>
          <a:xfrm flipH="1">
            <a:off x="1675125" y="3830550"/>
            <a:ext cx="1992000" cy="276000"/>
          </a:xfrm>
          <a:prstGeom prst="bentConnector4">
            <a:avLst>
              <a:gd name="adj1" fmla="val 31743"/>
              <a:gd name="adj2" fmla="val 186277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97" name="Google Shape;997;p36"/>
          <p:cNvCxnSpPr/>
          <p:nvPr/>
        </p:nvCxnSpPr>
        <p:spPr>
          <a:xfrm flipH="1">
            <a:off x="5734150" y="1671125"/>
            <a:ext cx="840900" cy="8247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98" name="Google Shape;998;p36"/>
          <p:cNvCxnSpPr>
            <a:endCxn id="994" idx="2"/>
          </p:cNvCxnSpPr>
          <p:nvPr/>
        </p:nvCxnSpPr>
        <p:spPr>
          <a:xfrm>
            <a:off x="5518825" y="3967072"/>
            <a:ext cx="1635900" cy="416100"/>
          </a:xfrm>
          <a:prstGeom prst="bentConnector4">
            <a:avLst>
              <a:gd name="adj1" fmla="val 30827"/>
              <a:gd name="adj2" fmla="val 157228"/>
            </a:avLst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999" name="Google Shape;999;p36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rgbClr val="48FFD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37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OUR TIMELINE</a:t>
            </a:r>
            <a:endParaRPr/>
          </a:p>
        </p:txBody>
      </p:sp>
      <p:sp>
        <p:nvSpPr>
          <p:cNvPr id="1005" name="Google Shape;1005;p37"/>
          <p:cNvSpPr/>
          <p:nvPr/>
        </p:nvSpPr>
        <p:spPr>
          <a:xfrm>
            <a:off x="2293016" y="2645636"/>
            <a:ext cx="4557964" cy="779241"/>
          </a:xfrm>
          <a:custGeom>
            <a:avLst/>
            <a:gdLst/>
            <a:ahLst/>
            <a:cxnLst/>
            <a:rect l="l" t="t" r="r" b="b"/>
            <a:pathLst>
              <a:path w="285542" h="48817" extrusionOk="0">
                <a:moveTo>
                  <a:pt x="281108" y="21018"/>
                </a:moveTo>
                <a:cubicBezTo>
                  <a:pt x="279335" y="21018"/>
                  <a:pt x="277927" y="22322"/>
                  <a:pt x="277771" y="24095"/>
                </a:cubicBezTo>
                <a:lnTo>
                  <a:pt x="266766" y="24095"/>
                </a:lnTo>
                <a:cubicBezTo>
                  <a:pt x="266505" y="22479"/>
                  <a:pt x="264576" y="21853"/>
                  <a:pt x="263428" y="22896"/>
                </a:cubicBezTo>
                <a:cubicBezTo>
                  <a:pt x="262229" y="23991"/>
                  <a:pt x="262750" y="25921"/>
                  <a:pt x="264263" y="26338"/>
                </a:cubicBezTo>
                <a:cubicBezTo>
                  <a:pt x="263272" y="38646"/>
                  <a:pt x="252998" y="48138"/>
                  <a:pt x="240637" y="48138"/>
                </a:cubicBezTo>
                <a:cubicBezTo>
                  <a:pt x="228277" y="48138"/>
                  <a:pt x="218002" y="38646"/>
                  <a:pt x="216959" y="26338"/>
                </a:cubicBezTo>
                <a:cubicBezTo>
                  <a:pt x="218472" y="25921"/>
                  <a:pt x="218993" y="23991"/>
                  <a:pt x="217794" y="22948"/>
                </a:cubicBezTo>
                <a:cubicBezTo>
                  <a:pt x="216646" y="21853"/>
                  <a:pt x="214769" y="22479"/>
                  <a:pt x="214508" y="24095"/>
                </a:cubicBezTo>
                <a:lnTo>
                  <a:pt x="201835" y="24095"/>
                </a:lnTo>
                <a:cubicBezTo>
                  <a:pt x="201678" y="23157"/>
                  <a:pt x="200896" y="22479"/>
                  <a:pt x="200009" y="22427"/>
                </a:cubicBezTo>
                <a:cubicBezTo>
                  <a:pt x="198966" y="9753"/>
                  <a:pt x="188379" y="1"/>
                  <a:pt x="175654" y="1"/>
                </a:cubicBezTo>
                <a:cubicBezTo>
                  <a:pt x="162980" y="1"/>
                  <a:pt x="152393" y="9753"/>
                  <a:pt x="151350" y="22427"/>
                </a:cubicBezTo>
                <a:cubicBezTo>
                  <a:pt x="150411" y="22479"/>
                  <a:pt x="149681" y="23157"/>
                  <a:pt x="149525" y="24095"/>
                </a:cubicBezTo>
                <a:lnTo>
                  <a:pt x="136903" y="24095"/>
                </a:lnTo>
                <a:cubicBezTo>
                  <a:pt x="136643" y="22479"/>
                  <a:pt x="134765" y="21853"/>
                  <a:pt x="133566" y="22896"/>
                </a:cubicBezTo>
                <a:cubicBezTo>
                  <a:pt x="132418" y="23991"/>
                  <a:pt x="132888" y="25921"/>
                  <a:pt x="134400" y="26338"/>
                </a:cubicBezTo>
                <a:cubicBezTo>
                  <a:pt x="133409" y="38646"/>
                  <a:pt x="123135" y="48138"/>
                  <a:pt x="110774" y="48138"/>
                </a:cubicBezTo>
                <a:cubicBezTo>
                  <a:pt x="98414" y="48138"/>
                  <a:pt x="88088" y="38646"/>
                  <a:pt x="87097" y="26338"/>
                </a:cubicBezTo>
                <a:cubicBezTo>
                  <a:pt x="88609" y="25921"/>
                  <a:pt x="89131" y="23991"/>
                  <a:pt x="87931" y="22896"/>
                </a:cubicBezTo>
                <a:cubicBezTo>
                  <a:pt x="86732" y="21853"/>
                  <a:pt x="84854" y="22479"/>
                  <a:pt x="84593" y="24095"/>
                </a:cubicBezTo>
                <a:lnTo>
                  <a:pt x="71972" y="24095"/>
                </a:lnTo>
                <a:cubicBezTo>
                  <a:pt x="71816" y="23157"/>
                  <a:pt x="71033" y="22479"/>
                  <a:pt x="70095" y="22427"/>
                </a:cubicBezTo>
                <a:cubicBezTo>
                  <a:pt x="68999" y="9805"/>
                  <a:pt x="58464" y="157"/>
                  <a:pt x="45791" y="157"/>
                </a:cubicBezTo>
                <a:cubicBezTo>
                  <a:pt x="33170" y="157"/>
                  <a:pt x="22635" y="9805"/>
                  <a:pt x="21539" y="22427"/>
                </a:cubicBezTo>
                <a:cubicBezTo>
                  <a:pt x="20601" y="22479"/>
                  <a:pt x="19818" y="23157"/>
                  <a:pt x="19662" y="24095"/>
                </a:cubicBezTo>
                <a:lnTo>
                  <a:pt x="6728" y="24095"/>
                </a:lnTo>
                <a:cubicBezTo>
                  <a:pt x="6311" y="19767"/>
                  <a:pt x="0" y="20132"/>
                  <a:pt x="0" y="24408"/>
                </a:cubicBezTo>
                <a:cubicBezTo>
                  <a:pt x="0" y="28633"/>
                  <a:pt x="6311" y="28998"/>
                  <a:pt x="6728" y="24721"/>
                </a:cubicBezTo>
                <a:lnTo>
                  <a:pt x="19662" y="24721"/>
                </a:lnTo>
                <a:cubicBezTo>
                  <a:pt x="19871" y="26286"/>
                  <a:pt x="21800" y="26964"/>
                  <a:pt x="23000" y="25869"/>
                </a:cubicBezTo>
                <a:cubicBezTo>
                  <a:pt x="24147" y="24826"/>
                  <a:pt x="23678" y="22844"/>
                  <a:pt x="22113" y="22479"/>
                </a:cubicBezTo>
                <a:cubicBezTo>
                  <a:pt x="23104" y="10118"/>
                  <a:pt x="33431" y="626"/>
                  <a:pt x="45791" y="626"/>
                </a:cubicBezTo>
                <a:cubicBezTo>
                  <a:pt x="58151" y="626"/>
                  <a:pt x="68478" y="10118"/>
                  <a:pt x="69469" y="22479"/>
                </a:cubicBezTo>
                <a:cubicBezTo>
                  <a:pt x="67904" y="22896"/>
                  <a:pt x="67435" y="24826"/>
                  <a:pt x="68634" y="25869"/>
                </a:cubicBezTo>
                <a:cubicBezTo>
                  <a:pt x="69834" y="26964"/>
                  <a:pt x="71711" y="26286"/>
                  <a:pt x="71972" y="24721"/>
                </a:cubicBezTo>
                <a:lnTo>
                  <a:pt x="84593" y="24721"/>
                </a:lnTo>
                <a:cubicBezTo>
                  <a:pt x="84750" y="25608"/>
                  <a:pt x="85480" y="26338"/>
                  <a:pt x="86419" y="26390"/>
                </a:cubicBezTo>
                <a:cubicBezTo>
                  <a:pt x="87462" y="39064"/>
                  <a:pt x="98049" y="48764"/>
                  <a:pt x="110722" y="48764"/>
                </a:cubicBezTo>
                <a:cubicBezTo>
                  <a:pt x="123448" y="48764"/>
                  <a:pt x="133983" y="39064"/>
                  <a:pt x="135026" y="26390"/>
                </a:cubicBezTo>
                <a:cubicBezTo>
                  <a:pt x="135965" y="26338"/>
                  <a:pt x="136747" y="25660"/>
                  <a:pt x="136903" y="24721"/>
                </a:cubicBezTo>
                <a:lnTo>
                  <a:pt x="149525" y="24721"/>
                </a:lnTo>
                <a:cubicBezTo>
                  <a:pt x="149785" y="26286"/>
                  <a:pt x="151663" y="26964"/>
                  <a:pt x="152862" y="25869"/>
                </a:cubicBezTo>
                <a:cubicBezTo>
                  <a:pt x="154010" y="24826"/>
                  <a:pt x="153540" y="22896"/>
                  <a:pt x="152028" y="22479"/>
                </a:cubicBezTo>
                <a:cubicBezTo>
                  <a:pt x="153019" y="10118"/>
                  <a:pt x="163293" y="626"/>
                  <a:pt x="175706" y="626"/>
                </a:cubicBezTo>
                <a:cubicBezTo>
                  <a:pt x="188066" y="626"/>
                  <a:pt x="198393" y="10118"/>
                  <a:pt x="199384" y="22479"/>
                </a:cubicBezTo>
                <a:cubicBezTo>
                  <a:pt x="197819" y="22844"/>
                  <a:pt x="197350" y="24826"/>
                  <a:pt x="198497" y="25869"/>
                </a:cubicBezTo>
                <a:cubicBezTo>
                  <a:pt x="199696" y="26964"/>
                  <a:pt x="201574" y="26286"/>
                  <a:pt x="201835" y="24721"/>
                </a:cubicBezTo>
                <a:lnTo>
                  <a:pt x="214508" y="24721"/>
                </a:lnTo>
                <a:cubicBezTo>
                  <a:pt x="214612" y="25660"/>
                  <a:pt x="215395" y="26338"/>
                  <a:pt x="216333" y="26390"/>
                </a:cubicBezTo>
                <a:cubicBezTo>
                  <a:pt x="217377" y="39064"/>
                  <a:pt x="227964" y="48816"/>
                  <a:pt x="240637" y="48816"/>
                </a:cubicBezTo>
                <a:cubicBezTo>
                  <a:pt x="253363" y="48816"/>
                  <a:pt x="263898" y="39064"/>
                  <a:pt x="264941" y="26390"/>
                </a:cubicBezTo>
                <a:cubicBezTo>
                  <a:pt x="265879" y="26338"/>
                  <a:pt x="266610" y="25660"/>
                  <a:pt x="266766" y="24721"/>
                </a:cubicBezTo>
                <a:lnTo>
                  <a:pt x="277771" y="24721"/>
                </a:lnTo>
                <a:cubicBezTo>
                  <a:pt x="278083" y="27642"/>
                  <a:pt x="281682" y="28789"/>
                  <a:pt x="283612" y="26651"/>
                </a:cubicBezTo>
                <a:cubicBezTo>
                  <a:pt x="285541" y="24461"/>
                  <a:pt x="284029" y="21018"/>
                  <a:pt x="281108" y="21018"/>
                </a:cubicBezTo>
                <a:close/>
              </a:path>
            </a:pathLst>
          </a:custGeom>
          <a:solidFill>
            <a:srgbClr val="F6F6F6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37"/>
          <p:cNvSpPr/>
          <p:nvPr/>
        </p:nvSpPr>
        <p:spPr>
          <a:xfrm>
            <a:off x="2707594" y="2718904"/>
            <a:ext cx="632722" cy="632706"/>
          </a:xfrm>
          <a:custGeom>
            <a:avLst/>
            <a:gdLst/>
            <a:ahLst/>
            <a:cxnLst/>
            <a:rect l="l" t="t" r="r" b="b"/>
            <a:pathLst>
              <a:path w="39638" h="39637" extrusionOk="0">
                <a:moveTo>
                  <a:pt x="19819" y="0"/>
                </a:moveTo>
                <a:cubicBezTo>
                  <a:pt x="8867" y="0"/>
                  <a:pt x="1" y="8866"/>
                  <a:pt x="1" y="19818"/>
                </a:cubicBezTo>
                <a:cubicBezTo>
                  <a:pt x="1" y="30771"/>
                  <a:pt x="8867" y="39637"/>
                  <a:pt x="19819" y="39637"/>
                </a:cubicBezTo>
                <a:cubicBezTo>
                  <a:pt x="30771" y="39637"/>
                  <a:pt x="39637" y="30771"/>
                  <a:pt x="39637" y="19818"/>
                </a:cubicBezTo>
                <a:cubicBezTo>
                  <a:pt x="39637" y="8866"/>
                  <a:pt x="30771" y="0"/>
                  <a:pt x="19819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37"/>
          <p:cNvSpPr/>
          <p:nvPr/>
        </p:nvSpPr>
        <p:spPr>
          <a:xfrm>
            <a:off x="2963999" y="2667282"/>
            <a:ext cx="119894" cy="57465"/>
          </a:xfrm>
          <a:custGeom>
            <a:avLst/>
            <a:gdLst/>
            <a:ahLst/>
            <a:cxnLst/>
            <a:rect l="l" t="t" r="r" b="b"/>
            <a:pathLst>
              <a:path w="7511" h="3600" extrusionOk="0">
                <a:moveTo>
                  <a:pt x="3756" y="1"/>
                </a:moveTo>
                <a:lnTo>
                  <a:pt x="1" y="3599"/>
                </a:lnTo>
                <a:lnTo>
                  <a:pt x="7511" y="3599"/>
                </a:lnTo>
                <a:lnTo>
                  <a:pt x="3756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37"/>
          <p:cNvSpPr/>
          <p:nvPr/>
        </p:nvSpPr>
        <p:spPr>
          <a:xfrm>
            <a:off x="2959003" y="2002124"/>
            <a:ext cx="129887" cy="129871"/>
          </a:xfrm>
          <a:custGeom>
            <a:avLst/>
            <a:gdLst/>
            <a:ahLst/>
            <a:cxnLst/>
            <a:rect l="l" t="t" r="r" b="b"/>
            <a:pathLst>
              <a:path w="8137" h="8136" extrusionOk="0">
                <a:moveTo>
                  <a:pt x="4069" y="0"/>
                </a:moveTo>
                <a:cubicBezTo>
                  <a:pt x="1826" y="0"/>
                  <a:pt x="1" y="1825"/>
                  <a:pt x="1" y="4068"/>
                </a:cubicBezTo>
                <a:cubicBezTo>
                  <a:pt x="1" y="6311"/>
                  <a:pt x="1826" y="8136"/>
                  <a:pt x="4069" y="8136"/>
                </a:cubicBezTo>
                <a:cubicBezTo>
                  <a:pt x="6312" y="8136"/>
                  <a:pt x="8137" y="6311"/>
                  <a:pt x="8137" y="4068"/>
                </a:cubicBezTo>
                <a:cubicBezTo>
                  <a:pt x="8137" y="1825"/>
                  <a:pt x="6312" y="0"/>
                  <a:pt x="4069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37"/>
          <p:cNvSpPr/>
          <p:nvPr/>
        </p:nvSpPr>
        <p:spPr>
          <a:xfrm>
            <a:off x="2987320" y="2030426"/>
            <a:ext cx="73268" cy="73268"/>
          </a:xfrm>
          <a:custGeom>
            <a:avLst/>
            <a:gdLst/>
            <a:ahLst/>
            <a:cxnLst/>
            <a:rect l="l" t="t" r="r" b="b"/>
            <a:pathLst>
              <a:path w="4590" h="4590" extrusionOk="0">
                <a:moveTo>
                  <a:pt x="2295" y="0"/>
                </a:moveTo>
                <a:cubicBezTo>
                  <a:pt x="1043" y="0"/>
                  <a:pt x="0" y="1043"/>
                  <a:pt x="0" y="2295"/>
                </a:cubicBezTo>
                <a:cubicBezTo>
                  <a:pt x="0" y="3547"/>
                  <a:pt x="1043" y="4590"/>
                  <a:pt x="2295" y="4590"/>
                </a:cubicBezTo>
                <a:cubicBezTo>
                  <a:pt x="3547" y="4590"/>
                  <a:pt x="4590" y="3547"/>
                  <a:pt x="4590" y="2295"/>
                </a:cubicBezTo>
                <a:cubicBezTo>
                  <a:pt x="4590" y="1043"/>
                  <a:pt x="3547" y="0"/>
                  <a:pt x="2295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37"/>
          <p:cNvSpPr/>
          <p:nvPr/>
        </p:nvSpPr>
        <p:spPr>
          <a:xfrm>
            <a:off x="3023938" y="2122003"/>
            <a:ext cx="16" cy="617717"/>
          </a:xfrm>
          <a:custGeom>
            <a:avLst/>
            <a:gdLst/>
            <a:ahLst/>
            <a:cxnLst/>
            <a:rect l="l" t="t" r="r" b="b"/>
            <a:pathLst>
              <a:path w="1" h="38698" fill="none" extrusionOk="0">
                <a:moveTo>
                  <a:pt x="1" y="38698"/>
                </a:moveTo>
                <a:lnTo>
                  <a:pt x="1" y="0"/>
                </a:lnTo>
              </a:path>
            </a:pathLst>
          </a:custGeom>
          <a:solidFill>
            <a:schemeClr val="accent1"/>
          </a:solidFill>
          <a:ln w="24775" cap="rnd" cmpd="sng">
            <a:solidFill>
              <a:srgbClr val="48FFD5"/>
            </a:solidFill>
            <a:prstDash val="solid"/>
            <a:miter lim="521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37"/>
          <p:cNvSpPr/>
          <p:nvPr/>
        </p:nvSpPr>
        <p:spPr>
          <a:xfrm>
            <a:off x="2793344" y="2804639"/>
            <a:ext cx="460390" cy="460390"/>
          </a:xfrm>
          <a:custGeom>
            <a:avLst/>
            <a:gdLst/>
            <a:ahLst/>
            <a:cxnLst/>
            <a:rect l="l" t="t" r="r" b="b"/>
            <a:pathLst>
              <a:path w="28842" h="28842" extrusionOk="0">
                <a:moveTo>
                  <a:pt x="14447" y="1"/>
                </a:moveTo>
                <a:cubicBezTo>
                  <a:pt x="6467" y="1"/>
                  <a:pt x="0" y="6468"/>
                  <a:pt x="0" y="14447"/>
                </a:cubicBezTo>
                <a:cubicBezTo>
                  <a:pt x="0" y="22375"/>
                  <a:pt x="6467" y="28842"/>
                  <a:pt x="14447" y="28842"/>
                </a:cubicBezTo>
                <a:cubicBezTo>
                  <a:pt x="22426" y="28842"/>
                  <a:pt x="28841" y="22375"/>
                  <a:pt x="28841" y="14447"/>
                </a:cubicBezTo>
                <a:cubicBezTo>
                  <a:pt x="28841" y="6468"/>
                  <a:pt x="22426" y="1"/>
                  <a:pt x="14447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37"/>
          <p:cNvSpPr/>
          <p:nvPr/>
        </p:nvSpPr>
        <p:spPr>
          <a:xfrm>
            <a:off x="2793344" y="2804639"/>
            <a:ext cx="460390" cy="460390"/>
          </a:xfrm>
          <a:custGeom>
            <a:avLst/>
            <a:gdLst/>
            <a:ahLst/>
            <a:cxnLst/>
            <a:rect l="l" t="t" r="r" b="b"/>
            <a:pathLst>
              <a:path w="28842" h="28842" extrusionOk="0">
                <a:moveTo>
                  <a:pt x="14447" y="1"/>
                </a:moveTo>
                <a:cubicBezTo>
                  <a:pt x="6467" y="1"/>
                  <a:pt x="0" y="6468"/>
                  <a:pt x="0" y="14447"/>
                </a:cubicBezTo>
                <a:cubicBezTo>
                  <a:pt x="0" y="22375"/>
                  <a:pt x="6467" y="28842"/>
                  <a:pt x="14447" y="28842"/>
                </a:cubicBezTo>
                <a:cubicBezTo>
                  <a:pt x="22426" y="28842"/>
                  <a:pt x="28841" y="22375"/>
                  <a:pt x="28841" y="14447"/>
                </a:cubicBezTo>
                <a:cubicBezTo>
                  <a:pt x="28841" y="6468"/>
                  <a:pt x="22426" y="1"/>
                  <a:pt x="14447" y="1"/>
                </a:cubicBezTo>
                <a:close/>
              </a:path>
            </a:pathLst>
          </a:custGeom>
          <a:solidFill>
            <a:srgbClr val="0526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3" name="Google Shape;1013;p37"/>
          <p:cNvGrpSpPr/>
          <p:nvPr/>
        </p:nvGrpSpPr>
        <p:grpSpPr>
          <a:xfrm>
            <a:off x="2905736" y="2888729"/>
            <a:ext cx="235606" cy="294716"/>
            <a:chOff x="2905736" y="2888729"/>
            <a:chExt cx="235606" cy="294716"/>
          </a:xfrm>
        </p:grpSpPr>
        <p:sp>
          <p:nvSpPr>
            <p:cNvPr id="1014" name="Google Shape;1014;p37"/>
            <p:cNvSpPr/>
            <p:nvPr/>
          </p:nvSpPr>
          <p:spPr>
            <a:xfrm>
              <a:off x="2956513" y="2888729"/>
              <a:ext cx="184830" cy="184830"/>
            </a:xfrm>
            <a:custGeom>
              <a:avLst/>
              <a:gdLst/>
              <a:ahLst/>
              <a:cxnLst/>
              <a:rect l="l" t="t" r="r" b="b"/>
              <a:pathLst>
                <a:path w="11579" h="11579" extrusionOk="0">
                  <a:moveTo>
                    <a:pt x="5761" y="1819"/>
                  </a:moveTo>
                  <a:cubicBezTo>
                    <a:pt x="7989" y="1819"/>
                    <a:pt x="10085" y="3763"/>
                    <a:pt x="9649" y="6415"/>
                  </a:cubicBezTo>
                  <a:cubicBezTo>
                    <a:pt x="9388" y="8084"/>
                    <a:pt x="8084" y="9388"/>
                    <a:pt x="6468" y="9701"/>
                  </a:cubicBezTo>
                  <a:cubicBezTo>
                    <a:pt x="6229" y="9740"/>
                    <a:pt x="5996" y="9759"/>
                    <a:pt x="5769" y="9759"/>
                  </a:cubicBezTo>
                  <a:cubicBezTo>
                    <a:pt x="2380" y="9759"/>
                    <a:pt x="431" y="5567"/>
                    <a:pt x="2973" y="3025"/>
                  </a:cubicBezTo>
                  <a:cubicBezTo>
                    <a:pt x="3796" y="2187"/>
                    <a:pt x="4791" y="1819"/>
                    <a:pt x="5761" y="1819"/>
                  </a:cubicBezTo>
                  <a:close/>
                  <a:moveTo>
                    <a:pt x="4799" y="0"/>
                  </a:moveTo>
                  <a:cubicBezTo>
                    <a:pt x="4642" y="0"/>
                    <a:pt x="4486" y="157"/>
                    <a:pt x="4486" y="313"/>
                  </a:cubicBezTo>
                  <a:lnTo>
                    <a:pt x="4486" y="626"/>
                  </a:lnTo>
                  <a:cubicBezTo>
                    <a:pt x="4486" y="731"/>
                    <a:pt x="4381" y="835"/>
                    <a:pt x="4277" y="887"/>
                  </a:cubicBezTo>
                  <a:cubicBezTo>
                    <a:pt x="3964" y="991"/>
                    <a:pt x="3651" y="1096"/>
                    <a:pt x="3390" y="1252"/>
                  </a:cubicBezTo>
                  <a:cubicBezTo>
                    <a:pt x="3326" y="1274"/>
                    <a:pt x="3270" y="1286"/>
                    <a:pt x="3219" y="1286"/>
                  </a:cubicBezTo>
                  <a:cubicBezTo>
                    <a:pt x="3148" y="1286"/>
                    <a:pt x="3086" y="1261"/>
                    <a:pt x="3025" y="1200"/>
                  </a:cubicBezTo>
                  <a:lnTo>
                    <a:pt x="2817" y="991"/>
                  </a:lnTo>
                  <a:cubicBezTo>
                    <a:pt x="2765" y="939"/>
                    <a:pt x="2686" y="913"/>
                    <a:pt x="2608" y="913"/>
                  </a:cubicBezTo>
                  <a:cubicBezTo>
                    <a:pt x="2530" y="913"/>
                    <a:pt x="2452" y="939"/>
                    <a:pt x="2400" y="991"/>
                  </a:cubicBezTo>
                  <a:lnTo>
                    <a:pt x="991" y="2399"/>
                  </a:lnTo>
                  <a:cubicBezTo>
                    <a:pt x="887" y="2504"/>
                    <a:pt x="887" y="2712"/>
                    <a:pt x="991" y="2817"/>
                  </a:cubicBezTo>
                  <a:lnTo>
                    <a:pt x="1200" y="3025"/>
                  </a:lnTo>
                  <a:cubicBezTo>
                    <a:pt x="1304" y="3130"/>
                    <a:pt x="1304" y="3286"/>
                    <a:pt x="1252" y="3390"/>
                  </a:cubicBezTo>
                  <a:cubicBezTo>
                    <a:pt x="1096" y="3703"/>
                    <a:pt x="991" y="3964"/>
                    <a:pt x="887" y="4277"/>
                  </a:cubicBezTo>
                  <a:cubicBezTo>
                    <a:pt x="835" y="4433"/>
                    <a:pt x="731" y="4486"/>
                    <a:pt x="574" y="4538"/>
                  </a:cubicBezTo>
                  <a:lnTo>
                    <a:pt x="313" y="4538"/>
                  </a:lnTo>
                  <a:cubicBezTo>
                    <a:pt x="105" y="4538"/>
                    <a:pt x="0" y="4642"/>
                    <a:pt x="0" y="4799"/>
                  </a:cubicBezTo>
                  <a:lnTo>
                    <a:pt x="0" y="6780"/>
                  </a:lnTo>
                  <a:cubicBezTo>
                    <a:pt x="0" y="6937"/>
                    <a:pt x="105" y="7093"/>
                    <a:pt x="313" y="7093"/>
                  </a:cubicBezTo>
                  <a:lnTo>
                    <a:pt x="574" y="7093"/>
                  </a:lnTo>
                  <a:cubicBezTo>
                    <a:pt x="731" y="7093"/>
                    <a:pt x="835" y="7198"/>
                    <a:pt x="887" y="7302"/>
                  </a:cubicBezTo>
                  <a:cubicBezTo>
                    <a:pt x="991" y="7615"/>
                    <a:pt x="1096" y="7928"/>
                    <a:pt x="1252" y="8188"/>
                  </a:cubicBezTo>
                  <a:cubicBezTo>
                    <a:pt x="1304" y="8293"/>
                    <a:pt x="1304" y="8449"/>
                    <a:pt x="1200" y="8554"/>
                  </a:cubicBezTo>
                  <a:lnTo>
                    <a:pt x="991" y="8762"/>
                  </a:lnTo>
                  <a:cubicBezTo>
                    <a:pt x="887" y="8866"/>
                    <a:pt x="887" y="9075"/>
                    <a:pt x="991" y="9179"/>
                  </a:cubicBezTo>
                  <a:lnTo>
                    <a:pt x="2400" y="10588"/>
                  </a:lnTo>
                  <a:cubicBezTo>
                    <a:pt x="2452" y="10640"/>
                    <a:pt x="2517" y="10666"/>
                    <a:pt x="2589" y="10666"/>
                  </a:cubicBezTo>
                  <a:cubicBezTo>
                    <a:pt x="2660" y="10666"/>
                    <a:pt x="2739" y="10640"/>
                    <a:pt x="2817" y="10588"/>
                  </a:cubicBezTo>
                  <a:lnTo>
                    <a:pt x="3025" y="10379"/>
                  </a:lnTo>
                  <a:cubicBezTo>
                    <a:pt x="3086" y="10318"/>
                    <a:pt x="3165" y="10293"/>
                    <a:pt x="3241" y="10293"/>
                  </a:cubicBezTo>
                  <a:cubicBezTo>
                    <a:pt x="3295" y="10293"/>
                    <a:pt x="3347" y="10305"/>
                    <a:pt x="3390" y="10327"/>
                  </a:cubicBezTo>
                  <a:cubicBezTo>
                    <a:pt x="3651" y="10483"/>
                    <a:pt x="3964" y="10588"/>
                    <a:pt x="4277" y="10692"/>
                  </a:cubicBezTo>
                  <a:cubicBezTo>
                    <a:pt x="4381" y="10744"/>
                    <a:pt x="4486" y="10848"/>
                    <a:pt x="4486" y="11005"/>
                  </a:cubicBezTo>
                  <a:lnTo>
                    <a:pt x="4486" y="11318"/>
                  </a:lnTo>
                  <a:cubicBezTo>
                    <a:pt x="4486" y="11474"/>
                    <a:pt x="4642" y="11578"/>
                    <a:pt x="4799" y="11578"/>
                  </a:cubicBezTo>
                  <a:lnTo>
                    <a:pt x="6780" y="11578"/>
                  </a:lnTo>
                  <a:cubicBezTo>
                    <a:pt x="6937" y="11578"/>
                    <a:pt x="7041" y="11474"/>
                    <a:pt x="7041" y="11318"/>
                  </a:cubicBezTo>
                  <a:lnTo>
                    <a:pt x="7041" y="10953"/>
                  </a:lnTo>
                  <a:cubicBezTo>
                    <a:pt x="7041" y="10796"/>
                    <a:pt x="7146" y="10692"/>
                    <a:pt x="7302" y="10640"/>
                  </a:cubicBezTo>
                  <a:cubicBezTo>
                    <a:pt x="7615" y="10588"/>
                    <a:pt x="7876" y="10431"/>
                    <a:pt x="8189" y="10327"/>
                  </a:cubicBezTo>
                  <a:cubicBezTo>
                    <a:pt x="8233" y="10283"/>
                    <a:pt x="8286" y="10267"/>
                    <a:pt x="8341" y="10267"/>
                  </a:cubicBezTo>
                  <a:cubicBezTo>
                    <a:pt x="8416" y="10267"/>
                    <a:pt x="8493" y="10297"/>
                    <a:pt x="8554" y="10327"/>
                  </a:cubicBezTo>
                  <a:lnTo>
                    <a:pt x="8762" y="10588"/>
                  </a:lnTo>
                  <a:cubicBezTo>
                    <a:pt x="8814" y="10640"/>
                    <a:pt x="8893" y="10666"/>
                    <a:pt x="8971" y="10666"/>
                  </a:cubicBezTo>
                  <a:cubicBezTo>
                    <a:pt x="9049" y="10666"/>
                    <a:pt x="9127" y="10640"/>
                    <a:pt x="9180" y="10588"/>
                  </a:cubicBezTo>
                  <a:lnTo>
                    <a:pt x="10588" y="9179"/>
                  </a:lnTo>
                  <a:cubicBezTo>
                    <a:pt x="10692" y="9075"/>
                    <a:pt x="10692" y="8866"/>
                    <a:pt x="10588" y="8762"/>
                  </a:cubicBezTo>
                  <a:lnTo>
                    <a:pt x="10379" y="8554"/>
                  </a:lnTo>
                  <a:cubicBezTo>
                    <a:pt x="10275" y="8449"/>
                    <a:pt x="10275" y="8293"/>
                    <a:pt x="10327" y="8188"/>
                  </a:cubicBezTo>
                  <a:cubicBezTo>
                    <a:pt x="10483" y="7928"/>
                    <a:pt x="10588" y="7615"/>
                    <a:pt x="10692" y="7302"/>
                  </a:cubicBezTo>
                  <a:cubicBezTo>
                    <a:pt x="10744" y="7198"/>
                    <a:pt x="10848" y="7093"/>
                    <a:pt x="10953" y="7093"/>
                  </a:cubicBezTo>
                  <a:lnTo>
                    <a:pt x="11266" y="7093"/>
                  </a:lnTo>
                  <a:cubicBezTo>
                    <a:pt x="11422" y="7093"/>
                    <a:pt x="11579" y="6937"/>
                    <a:pt x="11579" y="6780"/>
                  </a:cubicBezTo>
                  <a:lnTo>
                    <a:pt x="11579" y="4799"/>
                  </a:lnTo>
                  <a:cubicBezTo>
                    <a:pt x="11579" y="4642"/>
                    <a:pt x="11422" y="4538"/>
                    <a:pt x="11266" y="4538"/>
                  </a:cubicBezTo>
                  <a:lnTo>
                    <a:pt x="10953" y="4538"/>
                  </a:lnTo>
                  <a:cubicBezTo>
                    <a:pt x="10848" y="4486"/>
                    <a:pt x="10692" y="4433"/>
                    <a:pt x="10692" y="4277"/>
                  </a:cubicBezTo>
                  <a:cubicBezTo>
                    <a:pt x="10588" y="3964"/>
                    <a:pt x="10483" y="3703"/>
                    <a:pt x="10327" y="3390"/>
                  </a:cubicBezTo>
                  <a:cubicBezTo>
                    <a:pt x="10223" y="3286"/>
                    <a:pt x="10275" y="3130"/>
                    <a:pt x="10379" y="3025"/>
                  </a:cubicBezTo>
                  <a:lnTo>
                    <a:pt x="10588" y="2817"/>
                  </a:lnTo>
                  <a:cubicBezTo>
                    <a:pt x="10692" y="2712"/>
                    <a:pt x="10692" y="2504"/>
                    <a:pt x="10588" y="2399"/>
                  </a:cubicBezTo>
                  <a:lnTo>
                    <a:pt x="9180" y="991"/>
                  </a:lnTo>
                  <a:cubicBezTo>
                    <a:pt x="9127" y="939"/>
                    <a:pt x="9049" y="913"/>
                    <a:pt x="8971" y="913"/>
                  </a:cubicBezTo>
                  <a:cubicBezTo>
                    <a:pt x="8893" y="913"/>
                    <a:pt x="8814" y="939"/>
                    <a:pt x="8762" y="991"/>
                  </a:cubicBezTo>
                  <a:lnTo>
                    <a:pt x="8554" y="1200"/>
                  </a:lnTo>
                  <a:cubicBezTo>
                    <a:pt x="8489" y="1264"/>
                    <a:pt x="8405" y="1309"/>
                    <a:pt x="8325" y="1309"/>
                  </a:cubicBezTo>
                  <a:cubicBezTo>
                    <a:pt x="8276" y="1309"/>
                    <a:pt x="8228" y="1292"/>
                    <a:pt x="8189" y="1252"/>
                  </a:cubicBezTo>
                  <a:cubicBezTo>
                    <a:pt x="7876" y="1096"/>
                    <a:pt x="7615" y="991"/>
                    <a:pt x="7302" y="887"/>
                  </a:cubicBezTo>
                  <a:cubicBezTo>
                    <a:pt x="7146" y="835"/>
                    <a:pt x="7041" y="731"/>
                    <a:pt x="7041" y="626"/>
                  </a:cubicBezTo>
                  <a:lnTo>
                    <a:pt x="7041" y="313"/>
                  </a:lnTo>
                  <a:cubicBezTo>
                    <a:pt x="7041" y="157"/>
                    <a:pt x="6937" y="0"/>
                    <a:pt x="6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7"/>
            <p:cNvSpPr/>
            <p:nvPr/>
          </p:nvSpPr>
          <p:spPr>
            <a:xfrm>
              <a:off x="2978158" y="2928683"/>
              <a:ext cx="123231" cy="105400"/>
            </a:xfrm>
            <a:custGeom>
              <a:avLst/>
              <a:gdLst/>
              <a:ahLst/>
              <a:cxnLst/>
              <a:rect l="l" t="t" r="r" b="b"/>
              <a:pathLst>
                <a:path w="7720" h="6603" extrusionOk="0">
                  <a:moveTo>
                    <a:pt x="4434" y="1"/>
                  </a:moveTo>
                  <a:cubicBezTo>
                    <a:pt x="1513" y="1"/>
                    <a:pt x="0" y="3547"/>
                    <a:pt x="2087" y="5633"/>
                  </a:cubicBezTo>
                  <a:cubicBezTo>
                    <a:pt x="2757" y="6304"/>
                    <a:pt x="3578" y="6602"/>
                    <a:pt x="4383" y="6602"/>
                  </a:cubicBezTo>
                  <a:cubicBezTo>
                    <a:pt x="6085" y="6602"/>
                    <a:pt x="7719" y="5269"/>
                    <a:pt x="7719" y="3286"/>
                  </a:cubicBezTo>
                  <a:cubicBezTo>
                    <a:pt x="7719" y="1461"/>
                    <a:pt x="6259" y="1"/>
                    <a:pt x="44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7"/>
            <p:cNvSpPr/>
            <p:nvPr/>
          </p:nvSpPr>
          <p:spPr>
            <a:xfrm>
              <a:off x="2905736" y="3051898"/>
              <a:ext cx="130717" cy="131547"/>
            </a:xfrm>
            <a:custGeom>
              <a:avLst/>
              <a:gdLst/>
              <a:ahLst/>
              <a:cxnLst/>
              <a:rect l="l" t="t" r="r" b="b"/>
              <a:pathLst>
                <a:path w="8189" h="8241" extrusionOk="0">
                  <a:moveTo>
                    <a:pt x="4122" y="1305"/>
                  </a:moveTo>
                  <a:cubicBezTo>
                    <a:pt x="5702" y="1305"/>
                    <a:pt x="7213" y="2692"/>
                    <a:pt x="6884" y="4590"/>
                  </a:cubicBezTo>
                  <a:cubicBezTo>
                    <a:pt x="6676" y="5737"/>
                    <a:pt x="5737" y="6624"/>
                    <a:pt x="4590" y="6833"/>
                  </a:cubicBezTo>
                  <a:cubicBezTo>
                    <a:pt x="4413" y="6864"/>
                    <a:pt x="4241" y="6879"/>
                    <a:pt x="4074" y="6879"/>
                  </a:cubicBezTo>
                  <a:cubicBezTo>
                    <a:pt x="1724" y="6879"/>
                    <a:pt x="389" y="3940"/>
                    <a:pt x="2191" y="2139"/>
                  </a:cubicBezTo>
                  <a:cubicBezTo>
                    <a:pt x="2754" y="1560"/>
                    <a:pt x="3444" y="1305"/>
                    <a:pt x="4122" y="1305"/>
                  </a:cubicBezTo>
                  <a:close/>
                  <a:moveTo>
                    <a:pt x="3442" y="0"/>
                  </a:moveTo>
                  <a:cubicBezTo>
                    <a:pt x="3338" y="0"/>
                    <a:pt x="3234" y="105"/>
                    <a:pt x="3234" y="209"/>
                  </a:cubicBezTo>
                  <a:lnTo>
                    <a:pt x="3234" y="418"/>
                  </a:lnTo>
                  <a:cubicBezTo>
                    <a:pt x="3234" y="522"/>
                    <a:pt x="3181" y="574"/>
                    <a:pt x="3077" y="626"/>
                  </a:cubicBezTo>
                  <a:cubicBezTo>
                    <a:pt x="2869" y="678"/>
                    <a:pt x="2608" y="783"/>
                    <a:pt x="2399" y="887"/>
                  </a:cubicBezTo>
                  <a:cubicBezTo>
                    <a:pt x="2373" y="913"/>
                    <a:pt x="2334" y="926"/>
                    <a:pt x="2295" y="926"/>
                  </a:cubicBezTo>
                  <a:cubicBezTo>
                    <a:pt x="2256" y="926"/>
                    <a:pt x="2217" y="913"/>
                    <a:pt x="2191" y="887"/>
                  </a:cubicBezTo>
                  <a:lnTo>
                    <a:pt x="2034" y="731"/>
                  </a:lnTo>
                  <a:cubicBezTo>
                    <a:pt x="1982" y="705"/>
                    <a:pt x="1930" y="691"/>
                    <a:pt x="1878" y="691"/>
                  </a:cubicBezTo>
                  <a:cubicBezTo>
                    <a:pt x="1825" y="691"/>
                    <a:pt x="1773" y="705"/>
                    <a:pt x="1721" y="731"/>
                  </a:cubicBezTo>
                  <a:lnTo>
                    <a:pt x="782" y="1722"/>
                  </a:lnTo>
                  <a:cubicBezTo>
                    <a:pt x="678" y="1774"/>
                    <a:pt x="678" y="1930"/>
                    <a:pt x="782" y="2034"/>
                  </a:cubicBezTo>
                  <a:lnTo>
                    <a:pt x="887" y="2139"/>
                  </a:lnTo>
                  <a:cubicBezTo>
                    <a:pt x="939" y="2243"/>
                    <a:pt x="939" y="2347"/>
                    <a:pt x="887" y="2400"/>
                  </a:cubicBezTo>
                  <a:cubicBezTo>
                    <a:pt x="782" y="2608"/>
                    <a:pt x="730" y="2817"/>
                    <a:pt x="626" y="3078"/>
                  </a:cubicBezTo>
                  <a:cubicBezTo>
                    <a:pt x="626" y="3130"/>
                    <a:pt x="522" y="3234"/>
                    <a:pt x="417" y="3234"/>
                  </a:cubicBezTo>
                  <a:lnTo>
                    <a:pt x="209" y="3234"/>
                  </a:lnTo>
                  <a:cubicBezTo>
                    <a:pt x="104" y="3234"/>
                    <a:pt x="0" y="3286"/>
                    <a:pt x="0" y="3443"/>
                  </a:cubicBezTo>
                  <a:lnTo>
                    <a:pt x="0" y="4799"/>
                  </a:lnTo>
                  <a:cubicBezTo>
                    <a:pt x="0" y="4955"/>
                    <a:pt x="104" y="5007"/>
                    <a:pt x="209" y="5007"/>
                  </a:cubicBezTo>
                  <a:lnTo>
                    <a:pt x="469" y="5007"/>
                  </a:lnTo>
                  <a:cubicBezTo>
                    <a:pt x="522" y="5007"/>
                    <a:pt x="626" y="5111"/>
                    <a:pt x="678" y="5164"/>
                  </a:cubicBezTo>
                  <a:cubicBezTo>
                    <a:pt x="730" y="5424"/>
                    <a:pt x="782" y="5633"/>
                    <a:pt x="939" y="5842"/>
                  </a:cubicBezTo>
                  <a:cubicBezTo>
                    <a:pt x="939" y="5894"/>
                    <a:pt x="939" y="5998"/>
                    <a:pt x="887" y="6102"/>
                  </a:cubicBezTo>
                  <a:lnTo>
                    <a:pt x="730" y="6259"/>
                  </a:lnTo>
                  <a:cubicBezTo>
                    <a:pt x="626" y="6311"/>
                    <a:pt x="626" y="6467"/>
                    <a:pt x="730" y="6520"/>
                  </a:cubicBezTo>
                  <a:lnTo>
                    <a:pt x="1721" y="7511"/>
                  </a:lnTo>
                  <a:cubicBezTo>
                    <a:pt x="1747" y="7563"/>
                    <a:pt x="1799" y="7589"/>
                    <a:pt x="1852" y="7589"/>
                  </a:cubicBezTo>
                  <a:cubicBezTo>
                    <a:pt x="1904" y="7589"/>
                    <a:pt x="1956" y="7563"/>
                    <a:pt x="1982" y="7511"/>
                  </a:cubicBezTo>
                  <a:lnTo>
                    <a:pt x="2138" y="7354"/>
                  </a:lnTo>
                  <a:cubicBezTo>
                    <a:pt x="2191" y="7328"/>
                    <a:pt x="2243" y="7315"/>
                    <a:pt x="2288" y="7315"/>
                  </a:cubicBezTo>
                  <a:cubicBezTo>
                    <a:pt x="2334" y="7315"/>
                    <a:pt x="2373" y="7328"/>
                    <a:pt x="2399" y="7354"/>
                  </a:cubicBezTo>
                  <a:cubicBezTo>
                    <a:pt x="2608" y="7458"/>
                    <a:pt x="2816" y="7563"/>
                    <a:pt x="3077" y="7615"/>
                  </a:cubicBezTo>
                  <a:cubicBezTo>
                    <a:pt x="3129" y="7615"/>
                    <a:pt x="3234" y="7719"/>
                    <a:pt x="3234" y="7823"/>
                  </a:cubicBezTo>
                  <a:lnTo>
                    <a:pt x="3234" y="8032"/>
                  </a:lnTo>
                  <a:cubicBezTo>
                    <a:pt x="3234" y="8136"/>
                    <a:pt x="3286" y="8241"/>
                    <a:pt x="3442" y="8241"/>
                  </a:cubicBezTo>
                  <a:lnTo>
                    <a:pt x="4798" y="8241"/>
                  </a:lnTo>
                  <a:cubicBezTo>
                    <a:pt x="4903" y="8241"/>
                    <a:pt x="5007" y="8136"/>
                    <a:pt x="5007" y="8032"/>
                  </a:cubicBezTo>
                  <a:lnTo>
                    <a:pt x="5007" y="7823"/>
                  </a:lnTo>
                  <a:cubicBezTo>
                    <a:pt x="5007" y="7719"/>
                    <a:pt x="5059" y="7615"/>
                    <a:pt x="5163" y="7615"/>
                  </a:cubicBezTo>
                  <a:cubicBezTo>
                    <a:pt x="5424" y="7563"/>
                    <a:pt x="5633" y="7458"/>
                    <a:pt x="5841" y="7354"/>
                  </a:cubicBezTo>
                  <a:cubicBezTo>
                    <a:pt x="5867" y="7328"/>
                    <a:pt x="5907" y="7315"/>
                    <a:pt x="5952" y="7315"/>
                  </a:cubicBezTo>
                  <a:cubicBezTo>
                    <a:pt x="5998" y="7315"/>
                    <a:pt x="6050" y="7328"/>
                    <a:pt x="6102" y="7354"/>
                  </a:cubicBezTo>
                  <a:lnTo>
                    <a:pt x="6259" y="7511"/>
                  </a:lnTo>
                  <a:cubicBezTo>
                    <a:pt x="6285" y="7563"/>
                    <a:pt x="6337" y="7589"/>
                    <a:pt x="6389" y="7589"/>
                  </a:cubicBezTo>
                  <a:cubicBezTo>
                    <a:pt x="6441" y="7589"/>
                    <a:pt x="6493" y="7563"/>
                    <a:pt x="6519" y="7511"/>
                  </a:cubicBezTo>
                  <a:lnTo>
                    <a:pt x="7510" y="6520"/>
                  </a:lnTo>
                  <a:cubicBezTo>
                    <a:pt x="7615" y="6467"/>
                    <a:pt x="7615" y="6311"/>
                    <a:pt x="7510" y="6259"/>
                  </a:cubicBezTo>
                  <a:lnTo>
                    <a:pt x="7354" y="6102"/>
                  </a:lnTo>
                  <a:cubicBezTo>
                    <a:pt x="7302" y="5998"/>
                    <a:pt x="7302" y="5894"/>
                    <a:pt x="7302" y="5842"/>
                  </a:cubicBezTo>
                  <a:cubicBezTo>
                    <a:pt x="7406" y="5633"/>
                    <a:pt x="7510" y="5424"/>
                    <a:pt x="7562" y="5164"/>
                  </a:cubicBezTo>
                  <a:cubicBezTo>
                    <a:pt x="7615" y="5059"/>
                    <a:pt x="7719" y="5007"/>
                    <a:pt x="7771" y="5007"/>
                  </a:cubicBezTo>
                  <a:lnTo>
                    <a:pt x="7980" y="5007"/>
                  </a:lnTo>
                  <a:cubicBezTo>
                    <a:pt x="8136" y="5007"/>
                    <a:pt x="8188" y="4903"/>
                    <a:pt x="8188" y="4799"/>
                  </a:cubicBezTo>
                  <a:lnTo>
                    <a:pt x="8188" y="3390"/>
                  </a:lnTo>
                  <a:cubicBezTo>
                    <a:pt x="8188" y="3286"/>
                    <a:pt x="8136" y="3182"/>
                    <a:pt x="7980" y="3182"/>
                  </a:cubicBezTo>
                  <a:lnTo>
                    <a:pt x="7771" y="3182"/>
                  </a:lnTo>
                  <a:cubicBezTo>
                    <a:pt x="7667" y="3182"/>
                    <a:pt x="7615" y="3130"/>
                    <a:pt x="7562" y="3025"/>
                  </a:cubicBezTo>
                  <a:cubicBezTo>
                    <a:pt x="7510" y="2817"/>
                    <a:pt x="7406" y="2608"/>
                    <a:pt x="7302" y="2400"/>
                  </a:cubicBezTo>
                  <a:cubicBezTo>
                    <a:pt x="7249" y="2295"/>
                    <a:pt x="7302" y="2191"/>
                    <a:pt x="7354" y="2139"/>
                  </a:cubicBezTo>
                  <a:lnTo>
                    <a:pt x="7510" y="1982"/>
                  </a:lnTo>
                  <a:cubicBezTo>
                    <a:pt x="7562" y="1930"/>
                    <a:pt x="7562" y="1774"/>
                    <a:pt x="7510" y="1669"/>
                  </a:cubicBezTo>
                  <a:lnTo>
                    <a:pt x="6519" y="731"/>
                  </a:lnTo>
                  <a:cubicBezTo>
                    <a:pt x="6467" y="678"/>
                    <a:pt x="6415" y="652"/>
                    <a:pt x="6363" y="652"/>
                  </a:cubicBezTo>
                  <a:cubicBezTo>
                    <a:pt x="6311" y="652"/>
                    <a:pt x="6259" y="678"/>
                    <a:pt x="6206" y="731"/>
                  </a:cubicBezTo>
                  <a:lnTo>
                    <a:pt x="6102" y="887"/>
                  </a:lnTo>
                  <a:cubicBezTo>
                    <a:pt x="6050" y="913"/>
                    <a:pt x="5998" y="926"/>
                    <a:pt x="5952" y="926"/>
                  </a:cubicBezTo>
                  <a:cubicBezTo>
                    <a:pt x="5907" y="926"/>
                    <a:pt x="5867" y="913"/>
                    <a:pt x="5841" y="887"/>
                  </a:cubicBezTo>
                  <a:cubicBezTo>
                    <a:pt x="5633" y="783"/>
                    <a:pt x="5372" y="678"/>
                    <a:pt x="5163" y="626"/>
                  </a:cubicBezTo>
                  <a:cubicBezTo>
                    <a:pt x="5059" y="574"/>
                    <a:pt x="5007" y="522"/>
                    <a:pt x="5007" y="418"/>
                  </a:cubicBezTo>
                  <a:lnTo>
                    <a:pt x="5007" y="209"/>
                  </a:lnTo>
                  <a:cubicBezTo>
                    <a:pt x="5007" y="105"/>
                    <a:pt x="4903" y="0"/>
                    <a:pt x="47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7"/>
            <p:cNvSpPr/>
            <p:nvPr/>
          </p:nvSpPr>
          <p:spPr>
            <a:xfrm>
              <a:off x="2923215" y="3081030"/>
              <a:ext cx="84936" cy="72550"/>
            </a:xfrm>
            <a:custGeom>
              <a:avLst/>
              <a:gdLst/>
              <a:ahLst/>
              <a:cxnLst/>
              <a:rect l="l" t="t" r="r" b="b"/>
              <a:pathLst>
                <a:path w="5321" h="4545" extrusionOk="0">
                  <a:moveTo>
                    <a:pt x="3025" y="1"/>
                  </a:moveTo>
                  <a:cubicBezTo>
                    <a:pt x="991" y="1"/>
                    <a:pt x="0" y="2452"/>
                    <a:pt x="1408" y="3860"/>
                  </a:cubicBezTo>
                  <a:cubicBezTo>
                    <a:pt x="1882" y="4334"/>
                    <a:pt x="2461" y="4544"/>
                    <a:pt x="3026" y="4544"/>
                  </a:cubicBezTo>
                  <a:cubicBezTo>
                    <a:pt x="4202" y="4544"/>
                    <a:pt x="5320" y="3634"/>
                    <a:pt x="5320" y="2296"/>
                  </a:cubicBezTo>
                  <a:cubicBezTo>
                    <a:pt x="5320" y="992"/>
                    <a:pt x="4277" y="1"/>
                    <a:pt x="3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8" name="Google Shape;1018;p37"/>
          <p:cNvSpPr/>
          <p:nvPr/>
        </p:nvSpPr>
        <p:spPr>
          <a:xfrm>
            <a:off x="5031941" y="2002124"/>
            <a:ext cx="130717" cy="129871"/>
          </a:xfrm>
          <a:custGeom>
            <a:avLst/>
            <a:gdLst/>
            <a:ahLst/>
            <a:cxnLst/>
            <a:rect l="l" t="t" r="r" b="b"/>
            <a:pathLst>
              <a:path w="8189" h="8136" extrusionOk="0">
                <a:moveTo>
                  <a:pt x="4121" y="0"/>
                </a:moveTo>
                <a:cubicBezTo>
                  <a:pt x="1826" y="0"/>
                  <a:pt x="1" y="1825"/>
                  <a:pt x="1" y="4068"/>
                </a:cubicBezTo>
                <a:cubicBezTo>
                  <a:pt x="1" y="6311"/>
                  <a:pt x="1826" y="8136"/>
                  <a:pt x="4121" y="8136"/>
                </a:cubicBezTo>
                <a:cubicBezTo>
                  <a:pt x="6363" y="8136"/>
                  <a:pt x="8189" y="6311"/>
                  <a:pt x="8189" y="4068"/>
                </a:cubicBezTo>
                <a:cubicBezTo>
                  <a:pt x="8189" y="1825"/>
                  <a:pt x="6363" y="0"/>
                  <a:pt x="4121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7"/>
          <p:cNvSpPr/>
          <p:nvPr/>
        </p:nvSpPr>
        <p:spPr>
          <a:xfrm>
            <a:off x="4780532" y="2718904"/>
            <a:ext cx="633552" cy="632706"/>
          </a:xfrm>
          <a:custGeom>
            <a:avLst/>
            <a:gdLst/>
            <a:ahLst/>
            <a:cxnLst/>
            <a:rect l="l" t="t" r="r" b="b"/>
            <a:pathLst>
              <a:path w="39690" h="39637" extrusionOk="0">
                <a:moveTo>
                  <a:pt x="19871" y="0"/>
                </a:moveTo>
                <a:cubicBezTo>
                  <a:pt x="8918" y="0"/>
                  <a:pt x="0" y="8866"/>
                  <a:pt x="0" y="19818"/>
                </a:cubicBezTo>
                <a:cubicBezTo>
                  <a:pt x="0" y="30771"/>
                  <a:pt x="8918" y="39637"/>
                  <a:pt x="19871" y="39637"/>
                </a:cubicBezTo>
                <a:cubicBezTo>
                  <a:pt x="30771" y="39637"/>
                  <a:pt x="39689" y="30771"/>
                  <a:pt x="39689" y="19818"/>
                </a:cubicBezTo>
                <a:cubicBezTo>
                  <a:pt x="39689" y="8866"/>
                  <a:pt x="30771" y="0"/>
                  <a:pt x="1987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37"/>
          <p:cNvSpPr/>
          <p:nvPr/>
        </p:nvSpPr>
        <p:spPr>
          <a:xfrm>
            <a:off x="5036937" y="2667282"/>
            <a:ext cx="120724" cy="57465"/>
          </a:xfrm>
          <a:custGeom>
            <a:avLst/>
            <a:gdLst/>
            <a:ahLst/>
            <a:cxnLst/>
            <a:rect l="l" t="t" r="r" b="b"/>
            <a:pathLst>
              <a:path w="7563" h="3600" extrusionOk="0">
                <a:moveTo>
                  <a:pt x="3808" y="1"/>
                </a:moveTo>
                <a:lnTo>
                  <a:pt x="1" y="3599"/>
                </a:lnTo>
                <a:lnTo>
                  <a:pt x="7563" y="3599"/>
                </a:lnTo>
                <a:lnTo>
                  <a:pt x="3808" y="1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37"/>
          <p:cNvSpPr/>
          <p:nvPr/>
        </p:nvSpPr>
        <p:spPr>
          <a:xfrm>
            <a:off x="5097707" y="2067044"/>
            <a:ext cx="16" cy="690171"/>
          </a:xfrm>
          <a:custGeom>
            <a:avLst/>
            <a:gdLst/>
            <a:ahLst/>
            <a:cxnLst/>
            <a:rect l="l" t="t" r="r" b="b"/>
            <a:pathLst>
              <a:path w="1" h="43237" fill="none" extrusionOk="0">
                <a:moveTo>
                  <a:pt x="1" y="43236"/>
                </a:moveTo>
                <a:lnTo>
                  <a:pt x="1" y="1"/>
                </a:lnTo>
              </a:path>
            </a:pathLst>
          </a:custGeom>
          <a:solidFill>
            <a:schemeClr val="accent1"/>
          </a:solidFill>
          <a:ln w="24775" cap="rnd" cmpd="sng">
            <a:solidFill>
              <a:srgbClr val="48FFD5"/>
            </a:solidFill>
            <a:prstDash val="solid"/>
            <a:miter lim="521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37"/>
          <p:cNvSpPr/>
          <p:nvPr/>
        </p:nvSpPr>
        <p:spPr>
          <a:xfrm>
            <a:off x="5061073" y="2030426"/>
            <a:ext cx="72454" cy="72438"/>
          </a:xfrm>
          <a:custGeom>
            <a:avLst/>
            <a:gdLst/>
            <a:ahLst/>
            <a:cxnLst/>
            <a:rect l="l" t="t" r="r" b="b"/>
            <a:pathLst>
              <a:path w="4539" h="4538" extrusionOk="0">
                <a:moveTo>
                  <a:pt x="2244" y="0"/>
                </a:moveTo>
                <a:cubicBezTo>
                  <a:pt x="992" y="0"/>
                  <a:pt x="1" y="991"/>
                  <a:pt x="1" y="2243"/>
                </a:cubicBezTo>
                <a:cubicBezTo>
                  <a:pt x="1" y="3494"/>
                  <a:pt x="992" y="4538"/>
                  <a:pt x="2244" y="4538"/>
                </a:cubicBezTo>
                <a:cubicBezTo>
                  <a:pt x="3495" y="4538"/>
                  <a:pt x="4538" y="3494"/>
                  <a:pt x="4538" y="2243"/>
                </a:cubicBezTo>
                <a:cubicBezTo>
                  <a:pt x="4538" y="991"/>
                  <a:pt x="3495" y="0"/>
                  <a:pt x="2244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37"/>
          <p:cNvSpPr/>
          <p:nvPr/>
        </p:nvSpPr>
        <p:spPr>
          <a:xfrm>
            <a:off x="4867112" y="2804639"/>
            <a:ext cx="460390" cy="460390"/>
          </a:xfrm>
          <a:custGeom>
            <a:avLst/>
            <a:gdLst/>
            <a:ahLst/>
            <a:cxnLst/>
            <a:rect l="l" t="t" r="r" b="b"/>
            <a:pathLst>
              <a:path w="28842" h="28842" extrusionOk="0">
                <a:moveTo>
                  <a:pt x="14447" y="1"/>
                </a:moveTo>
                <a:cubicBezTo>
                  <a:pt x="6467" y="1"/>
                  <a:pt x="0" y="6468"/>
                  <a:pt x="0" y="14447"/>
                </a:cubicBezTo>
                <a:cubicBezTo>
                  <a:pt x="0" y="22375"/>
                  <a:pt x="6467" y="28842"/>
                  <a:pt x="14447" y="28842"/>
                </a:cubicBezTo>
                <a:cubicBezTo>
                  <a:pt x="22374" y="28842"/>
                  <a:pt x="28841" y="22375"/>
                  <a:pt x="28841" y="14447"/>
                </a:cubicBezTo>
                <a:cubicBezTo>
                  <a:pt x="28841" y="6468"/>
                  <a:pt x="22374" y="1"/>
                  <a:pt x="14447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37"/>
          <p:cNvSpPr/>
          <p:nvPr/>
        </p:nvSpPr>
        <p:spPr>
          <a:xfrm>
            <a:off x="4867112" y="2804639"/>
            <a:ext cx="460390" cy="460390"/>
          </a:xfrm>
          <a:custGeom>
            <a:avLst/>
            <a:gdLst/>
            <a:ahLst/>
            <a:cxnLst/>
            <a:rect l="l" t="t" r="r" b="b"/>
            <a:pathLst>
              <a:path w="28842" h="28842" extrusionOk="0">
                <a:moveTo>
                  <a:pt x="14447" y="1"/>
                </a:moveTo>
                <a:cubicBezTo>
                  <a:pt x="6467" y="1"/>
                  <a:pt x="0" y="6468"/>
                  <a:pt x="0" y="14447"/>
                </a:cubicBezTo>
                <a:cubicBezTo>
                  <a:pt x="0" y="22375"/>
                  <a:pt x="6467" y="28842"/>
                  <a:pt x="14447" y="28842"/>
                </a:cubicBezTo>
                <a:cubicBezTo>
                  <a:pt x="22374" y="28842"/>
                  <a:pt x="28841" y="22375"/>
                  <a:pt x="28841" y="14447"/>
                </a:cubicBezTo>
                <a:cubicBezTo>
                  <a:pt x="28841" y="6468"/>
                  <a:pt x="22374" y="1"/>
                  <a:pt x="14447" y="1"/>
                </a:cubicBezTo>
                <a:close/>
              </a:path>
            </a:pathLst>
          </a:custGeom>
          <a:solidFill>
            <a:srgbClr val="0526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37"/>
          <p:cNvSpPr/>
          <p:nvPr/>
        </p:nvSpPr>
        <p:spPr>
          <a:xfrm>
            <a:off x="3995480" y="3937673"/>
            <a:ext cx="129887" cy="130717"/>
          </a:xfrm>
          <a:custGeom>
            <a:avLst/>
            <a:gdLst/>
            <a:ahLst/>
            <a:cxnLst/>
            <a:rect l="l" t="t" r="r" b="b"/>
            <a:pathLst>
              <a:path w="8137" h="8189" extrusionOk="0">
                <a:moveTo>
                  <a:pt x="4068" y="1"/>
                </a:moveTo>
                <a:cubicBezTo>
                  <a:pt x="1826" y="1"/>
                  <a:pt x="0" y="1826"/>
                  <a:pt x="0" y="4069"/>
                </a:cubicBezTo>
                <a:cubicBezTo>
                  <a:pt x="0" y="6363"/>
                  <a:pt x="1826" y="8189"/>
                  <a:pt x="4068" y="8189"/>
                </a:cubicBezTo>
                <a:cubicBezTo>
                  <a:pt x="6311" y="8189"/>
                  <a:pt x="8136" y="6363"/>
                  <a:pt x="8136" y="4069"/>
                </a:cubicBezTo>
                <a:cubicBezTo>
                  <a:pt x="8136" y="1826"/>
                  <a:pt x="6311" y="1"/>
                  <a:pt x="4068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37"/>
          <p:cNvSpPr/>
          <p:nvPr/>
        </p:nvSpPr>
        <p:spPr>
          <a:xfrm>
            <a:off x="3744055" y="2718904"/>
            <a:ext cx="632722" cy="632706"/>
          </a:xfrm>
          <a:custGeom>
            <a:avLst/>
            <a:gdLst/>
            <a:ahLst/>
            <a:cxnLst/>
            <a:rect l="l" t="t" r="r" b="b"/>
            <a:pathLst>
              <a:path w="39638" h="39637" extrusionOk="0">
                <a:moveTo>
                  <a:pt x="19819" y="0"/>
                </a:moveTo>
                <a:cubicBezTo>
                  <a:pt x="8867" y="0"/>
                  <a:pt x="1" y="8866"/>
                  <a:pt x="1" y="19818"/>
                </a:cubicBezTo>
                <a:cubicBezTo>
                  <a:pt x="1" y="30771"/>
                  <a:pt x="8867" y="39637"/>
                  <a:pt x="19819" y="39637"/>
                </a:cubicBezTo>
                <a:cubicBezTo>
                  <a:pt x="30772" y="39637"/>
                  <a:pt x="39638" y="30771"/>
                  <a:pt x="39638" y="19818"/>
                </a:cubicBezTo>
                <a:cubicBezTo>
                  <a:pt x="39638" y="8866"/>
                  <a:pt x="30772" y="0"/>
                  <a:pt x="1981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37"/>
          <p:cNvSpPr/>
          <p:nvPr/>
        </p:nvSpPr>
        <p:spPr>
          <a:xfrm>
            <a:off x="3998800" y="3344938"/>
            <a:ext cx="119910" cy="57465"/>
          </a:xfrm>
          <a:custGeom>
            <a:avLst/>
            <a:gdLst/>
            <a:ahLst/>
            <a:cxnLst/>
            <a:rect l="l" t="t" r="r" b="b"/>
            <a:pathLst>
              <a:path w="7512" h="3600" extrusionOk="0">
                <a:moveTo>
                  <a:pt x="1" y="0"/>
                </a:moveTo>
                <a:lnTo>
                  <a:pt x="3756" y="3599"/>
                </a:lnTo>
                <a:lnTo>
                  <a:pt x="7511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37"/>
          <p:cNvSpPr/>
          <p:nvPr/>
        </p:nvSpPr>
        <p:spPr>
          <a:xfrm>
            <a:off x="4060415" y="3250025"/>
            <a:ext cx="16" cy="752600"/>
          </a:xfrm>
          <a:custGeom>
            <a:avLst/>
            <a:gdLst/>
            <a:ahLst/>
            <a:cxnLst/>
            <a:rect l="l" t="t" r="r" b="b"/>
            <a:pathLst>
              <a:path w="1" h="47148" fill="none" extrusionOk="0">
                <a:moveTo>
                  <a:pt x="0" y="47148"/>
                </a:moveTo>
                <a:lnTo>
                  <a:pt x="0" y="1"/>
                </a:lnTo>
              </a:path>
            </a:pathLst>
          </a:custGeom>
          <a:solidFill>
            <a:schemeClr val="accent1"/>
          </a:solidFill>
          <a:ln w="24775" cap="flat" cmpd="sng">
            <a:solidFill>
              <a:srgbClr val="48FFD5"/>
            </a:solidFill>
            <a:prstDash val="solid"/>
            <a:miter lim="521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37"/>
          <p:cNvSpPr/>
          <p:nvPr/>
        </p:nvSpPr>
        <p:spPr>
          <a:xfrm>
            <a:off x="4024612" y="3966821"/>
            <a:ext cx="72454" cy="72438"/>
          </a:xfrm>
          <a:custGeom>
            <a:avLst/>
            <a:gdLst/>
            <a:ahLst/>
            <a:cxnLst/>
            <a:rect l="l" t="t" r="r" b="b"/>
            <a:pathLst>
              <a:path w="4539" h="4538" extrusionOk="0">
                <a:moveTo>
                  <a:pt x="2243" y="0"/>
                </a:moveTo>
                <a:cubicBezTo>
                  <a:pt x="992" y="0"/>
                  <a:pt x="1" y="991"/>
                  <a:pt x="1" y="2243"/>
                </a:cubicBezTo>
                <a:cubicBezTo>
                  <a:pt x="1" y="3494"/>
                  <a:pt x="992" y="4537"/>
                  <a:pt x="2243" y="4537"/>
                </a:cubicBezTo>
                <a:cubicBezTo>
                  <a:pt x="3495" y="4537"/>
                  <a:pt x="4538" y="3494"/>
                  <a:pt x="4538" y="2243"/>
                </a:cubicBezTo>
                <a:cubicBezTo>
                  <a:pt x="4538" y="991"/>
                  <a:pt x="3495" y="0"/>
                  <a:pt x="2243" y="0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37"/>
          <p:cNvSpPr/>
          <p:nvPr/>
        </p:nvSpPr>
        <p:spPr>
          <a:xfrm>
            <a:off x="3830635" y="2804639"/>
            <a:ext cx="460390" cy="460390"/>
          </a:xfrm>
          <a:custGeom>
            <a:avLst/>
            <a:gdLst/>
            <a:ahLst/>
            <a:cxnLst/>
            <a:rect l="l" t="t" r="r" b="b"/>
            <a:pathLst>
              <a:path w="28842" h="28842" extrusionOk="0">
                <a:moveTo>
                  <a:pt x="14395" y="1"/>
                </a:moveTo>
                <a:cubicBezTo>
                  <a:pt x="6468" y="1"/>
                  <a:pt x="1" y="6468"/>
                  <a:pt x="1" y="14447"/>
                </a:cubicBezTo>
                <a:cubicBezTo>
                  <a:pt x="1" y="22375"/>
                  <a:pt x="6468" y="28842"/>
                  <a:pt x="14395" y="28842"/>
                </a:cubicBezTo>
                <a:cubicBezTo>
                  <a:pt x="22375" y="28842"/>
                  <a:pt x="28842" y="22375"/>
                  <a:pt x="28842" y="14447"/>
                </a:cubicBezTo>
                <a:cubicBezTo>
                  <a:pt x="28842" y="6468"/>
                  <a:pt x="22375" y="1"/>
                  <a:pt x="14395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37"/>
          <p:cNvSpPr/>
          <p:nvPr/>
        </p:nvSpPr>
        <p:spPr>
          <a:xfrm>
            <a:off x="3830635" y="2804639"/>
            <a:ext cx="460390" cy="460390"/>
          </a:xfrm>
          <a:custGeom>
            <a:avLst/>
            <a:gdLst/>
            <a:ahLst/>
            <a:cxnLst/>
            <a:rect l="l" t="t" r="r" b="b"/>
            <a:pathLst>
              <a:path w="28842" h="28842" extrusionOk="0">
                <a:moveTo>
                  <a:pt x="14395" y="1"/>
                </a:moveTo>
                <a:cubicBezTo>
                  <a:pt x="6468" y="1"/>
                  <a:pt x="1" y="6468"/>
                  <a:pt x="1" y="14447"/>
                </a:cubicBezTo>
                <a:cubicBezTo>
                  <a:pt x="1" y="22375"/>
                  <a:pt x="6468" y="28842"/>
                  <a:pt x="14395" y="28842"/>
                </a:cubicBezTo>
                <a:cubicBezTo>
                  <a:pt x="22375" y="28842"/>
                  <a:pt x="28842" y="22375"/>
                  <a:pt x="28842" y="14447"/>
                </a:cubicBezTo>
                <a:cubicBezTo>
                  <a:pt x="28842" y="6468"/>
                  <a:pt x="22375" y="1"/>
                  <a:pt x="14395" y="1"/>
                </a:cubicBezTo>
                <a:close/>
              </a:path>
            </a:pathLst>
          </a:custGeom>
          <a:solidFill>
            <a:srgbClr val="0526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37"/>
          <p:cNvSpPr/>
          <p:nvPr/>
        </p:nvSpPr>
        <p:spPr>
          <a:xfrm>
            <a:off x="6068402" y="3937673"/>
            <a:ext cx="130733" cy="130717"/>
          </a:xfrm>
          <a:custGeom>
            <a:avLst/>
            <a:gdLst/>
            <a:ahLst/>
            <a:cxnLst/>
            <a:rect l="l" t="t" r="r" b="b"/>
            <a:pathLst>
              <a:path w="8190" h="8189" extrusionOk="0">
                <a:moveTo>
                  <a:pt x="4121" y="1"/>
                </a:moveTo>
                <a:cubicBezTo>
                  <a:pt x="1826" y="1"/>
                  <a:pt x="1" y="1826"/>
                  <a:pt x="1" y="4069"/>
                </a:cubicBezTo>
                <a:cubicBezTo>
                  <a:pt x="1" y="6363"/>
                  <a:pt x="1826" y="8189"/>
                  <a:pt x="4121" y="8189"/>
                </a:cubicBezTo>
                <a:cubicBezTo>
                  <a:pt x="6364" y="8189"/>
                  <a:pt x="8189" y="6363"/>
                  <a:pt x="8189" y="4069"/>
                </a:cubicBezTo>
                <a:cubicBezTo>
                  <a:pt x="8189" y="1826"/>
                  <a:pt x="6364" y="1"/>
                  <a:pt x="4121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37"/>
          <p:cNvSpPr/>
          <p:nvPr/>
        </p:nvSpPr>
        <p:spPr>
          <a:xfrm>
            <a:off x="5816993" y="2718904"/>
            <a:ext cx="633552" cy="632706"/>
          </a:xfrm>
          <a:custGeom>
            <a:avLst/>
            <a:gdLst/>
            <a:ahLst/>
            <a:cxnLst/>
            <a:rect l="l" t="t" r="r" b="b"/>
            <a:pathLst>
              <a:path w="39690" h="39637" extrusionOk="0">
                <a:moveTo>
                  <a:pt x="19871" y="0"/>
                </a:moveTo>
                <a:cubicBezTo>
                  <a:pt x="8919" y="0"/>
                  <a:pt x="1" y="8866"/>
                  <a:pt x="1" y="19818"/>
                </a:cubicBezTo>
                <a:cubicBezTo>
                  <a:pt x="1" y="30771"/>
                  <a:pt x="8919" y="39637"/>
                  <a:pt x="19871" y="39637"/>
                </a:cubicBezTo>
                <a:cubicBezTo>
                  <a:pt x="30823" y="39637"/>
                  <a:pt x="39689" y="30771"/>
                  <a:pt x="39689" y="19818"/>
                </a:cubicBezTo>
                <a:cubicBezTo>
                  <a:pt x="39689" y="8866"/>
                  <a:pt x="30823" y="0"/>
                  <a:pt x="1987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37"/>
          <p:cNvSpPr/>
          <p:nvPr/>
        </p:nvSpPr>
        <p:spPr>
          <a:xfrm>
            <a:off x="6072568" y="3344938"/>
            <a:ext cx="119894" cy="57465"/>
          </a:xfrm>
          <a:custGeom>
            <a:avLst/>
            <a:gdLst/>
            <a:ahLst/>
            <a:cxnLst/>
            <a:rect l="l" t="t" r="r" b="b"/>
            <a:pathLst>
              <a:path w="7511" h="3600" extrusionOk="0">
                <a:moveTo>
                  <a:pt x="1" y="0"/>
                </a:moveTo>
                <a:lnTo>
                  <a:pt x="3756" y="3599"/>
                </a:lnTo>
                <a:lnTo>
                  <a:pt x="7511" y="0"/>
                </a:ln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37"/>
          <p:cNvSpPr/>
          <p:nvPr/>
        </p:nvSpPr>
        <p:spPr>
          <a:xfrm>
            <a:off x="6134184" y="3161784"/>
            <a:ext cx="16" cy="840841"/>
          </a:xfrm>
          <a:custGeom>
            <a:avLst/>
            <a:gdLst/>
            <a:ahLst/>
            <a:cxnLst/>
            <a:rect l="l" t="t" r="r" b="b"/>
            <a:pathLst>
              <a:path w="1" h="52676" fill="none" extrusionOk="0">
                <a:moveTo>
                  <a:pt x="0" y="52676"/>
                </a:moveTo>
                <a:lnTo>
                  <a:pt x="0" y="1"/>
                </a:lnTo>
              </a:path>
            </a:pathLst>
          </a:custGeom>
          <a:solidFill>
            <a:schemeClr val="accent1"/>
          </a:solidFill>
          <a:ln w="24775" cap="rnd" cmpd="sng">
            <a:solidFill>
              <a:srgbClr val="48FFD5"/>
            </a:solidFill>
            <a:prstDash val="solid"/>
            <a:miter lim="521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6097550" y="3965975"/>
            <a:ext cx="72438" cy="72454"/>
          </a:xfrm>
          <a:custGeom>
            <a:avLst/>
            <a:gdLst/>
            <a:ahLst/>
            <a:cxnLst/>
            <a:rect l="l" t="t" r="r" b="b"/>
            <a:pathLst>
              <a:path w="4538" h="4539" extrusionOk="0">
                <a:moveTo>
                  <a:pt x="2243" y="1"/>
                </a:moveTo>
                <a:cubicBezTo>
                  <a:pt x="991" y="1"/>
                  <a:pt x="0" y="992"/>
                  <a:pt x="0" y="2244"/>
                </a:cubicBezTo>
                <a:cubicBezTo>
                  <a:pt x="0" y="3547"/>
                  <a:pt x="991" y="4538"/>
                  <a:pt x="2243" y="4538"/>
                </a:cubicBezTo>
                <a:cubicBezTo>
                  <a:pt x="3547" y="4538"/>
                  <a:pt x="4538" y="3547"/>
                  <a:pt x="4538" y="2244"/>
                </a:cubicBezTo>
                <a:cubicBezTo>
                  <a:pt x="4538" y="992"/>
                  <a:pt x="3547" y="1"/>
                  <a:pt x="2243" y="1"/>
                </a:cubicBezTo>
                <a:close/>
              </a:path>
            </a:pathLst>
          </a:custGeom>
          <a:solidFill>
            <a:srgbClr val="48FF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5903573" y="2804639"/>
            <a:ext cx="460390" cy="460390"/>
          </a:xfrm>
          <a:custGeom>
            <a:avLst/>
            <a:gdLst/>
            <a:ahLst/>
            <a:cxnLst/>
            <a:rect l="l" t="t" r="r" b="b"/>
            <a:pathLst>
              <a:path w="28842" h="28842" extrusionOk="0">
                <a:moveTo>
                  <a:pt x="14447" y="1"/>
                </a:moveTo>
                <a:cubicBezTo>
                  <a:pt x="6468" y="1"/>
                  <a:pt x="1" y="6468"/>
                  <a:pt x="1" y="14447"/>
                </a:cubicBezTo>
                <a:cubicBezTo>
                  <a:pt x="1" y="22375"/>
                  <a:pt x="6468" y="28842"/>
                  <a:pt x="14447" y="28842"/>
                </a:cubicBezTo>
                <a:cubicBezTo>
                  <a:pt x="22374" y="28842"/>
                  <a:pt x="28841" y="22375"/>
                  <a:pt x="28841" y="14447"/>
                </a:cubicBezTo>
                <a:cubicBezTo>
                  <a:pt x="28841" y="6468"/>
                  <a:pt x="22374" y="1"/>
                  <a:pt x="14447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37"/>
          <p:cNvSpPr/>
          <p:nvPr/>
        </p:nvSpPr>
        <p:spPr>
          <a:xfrm>
            <a:off x="5903573" y="2804639"/>
            <a:ext cx="460390" cy="460390"/>
          </a:xfrm>
          <a:custGeom>
            <a:avLst/>
            <a:gdLst/>
            <a:ahLst/>
            <a:cxnLst/>
            <a:rect l="l" t="t" r="r" b="b"/>
            <a:pathLst>
              <a:path w="28842" h="28842" extrusionOk="0">
                <a:moveTo>
                  <a:pt x="14447" y="1"/>
                </a:moveTo>
                <a:cubicBezTo>
                  <a:pt x="6468" y="1"/>
                  <a:pt x="1" y="6468"/>
                  <a:pt x="1" y="14447"/>
                </a:cubicBezTo>
                <a:cubicBezTo>
                  <a:pt x="1" y="22375"/>
                  <a:pt x="6468" y="28842"/>
                  <a:pt x="14447" y="28842"/>
                </a:cubicBezTo>
                <a:cubicBezTo>
                  <a:pt x="22374" y="28842"/>
                  <a:pt x="28841" y="22375"/>
                  <a:pt x="28841" y="14447"/>
                </a:cubicBezTo>
                <a:cubicBezTo>
                  <a:pt x="28841" y="6468"/>
                  <a:pt x="22374" y="1"/>
                  <a:pt x="14447" y="1"/>
                </a:cubicBezTo>
                <a:close/>
              </a:path>
            </a:pathLst>
          </a:custGeom>
          <a:solidFill>
            <a:srgbClr val="0526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37"/>
          <p:cNvSpPr txBox="1">
            <a:spLocks noGrp="1"/>
          </p:cNvSpPr>
          <p:nvPr>
            <p:ph type="subTitle" idx="4294967295"/>
          </p:nvPr>
        </p:nvSpPr>
        <p:spPr>
          <a:xfrm>
            <a:off x="3574575" y="4194595"/>
            <a:ext cx="983100" cy="4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000">
                <a:solidFill>
                  <a:srgbClr val="FFFFFF"/>
                </a:solidFill>
              </a:rPr>
              <a:t>Focus </a:t>
            </a:r>
            <a:r>
              <a:rPr lang="es" sz="1000"/>
              <a:t>g</a:t>
            </a:r>
            <a:r>
              <a:rPr lang="es" sz="1000">
                <a:solidFill>
                  <a:srgbClr val="FFFFFF"/>
                </a:solidFill>
              </a:rPr>
              <a:t>roup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040" name="Google Shape;1040;p37"/>
          <p:cNvSpPr txBox="1">
            <a:spLocks noGrp="1"/>
          </p:cNvSpPr>
          <p:nvPr>
            <p:ph type="ctrTitle" idx="4294967295"/>
          </p:nvPr>
        </p:nvSpPr>
        <p:spPr>
          <a:xfrm>
            <a:off x="2684100" y="1551150"/>
            <a:ext cx="6972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</a:rPr>
              <a:t>WEEK 1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041" name="Google Shape;1041;p37"/>
          <p:cNvSpPr txBox="1">
            <a:spLocks noGrp="1"/>
          </p:cNvSpPr>
          <p:nvPr>
            <p:ph type="ctrTitle" idx="4294967295"/>
          </p:nvPr>
        </p:nvSpPr>
        <p:spPr>
          <a:xfrm>
            <a:off x="3717525" y="4046700"/>
            <a:ext cx="6972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</a:rPr>
              <a:t>WEEK 2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042" name="Google Shape;1042;p37"/>
          <p:cNvSpPr txBox="1">
            <a:spLocks noGrp="1"/>
          </p:cNvSpPr>
          <p:nvPr>
            <p:ph type="ctrTitle" idx="4294967295"/>
          </p:nvPr>
        </p:nvSpPr>
        <p:spPr>
          <a:xfrm>
            <a:off x="4741450" y="1551150"/>
            <a:ext cx="6972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</a:rPr>
              <a:t>WEEK 3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043" name="Google Shape;1043;p37"/>
          <p:cNvSpPr txBox="1">
            <a:spLocks noGrp="1"/>
          </p:cNvSpPr>
          <p:nvPr>
            <p:ph type="ctrTitle" idx="4294967295"/>
          </p:nvPr>
        </p:nvSpPr>
        <p:spPr>
          <a:xfrm>
            <a:off x="5784450" y="4046700"/>
            <a:ext cx="6972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</a:rPr>
              <a:t>WEEK 4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044" name="Google Shape;1044;p37"/>
          <p:cNvSpPr txBox="1">
            <a:spLocks noGrp="1"/>
          </p:cNvSpPr>
          <p:nvPr>
            <p:ph type="subTitle" idx="4294967295"/>
          </p:nvPr>
        </p:nvSpPr>
        <p:spPr>
          <a:xfrm>
            <a:off x="4414725" y="1689550"/>
            <a:ext cx="1369800" cy="4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000"/>
              <a:t>Increased traffic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045" name="Google Shape;1045;p37"/>
          <p:cNvSpPr txBox="1">
            <a:spLocks noGrp="1"/>
          </p:cNvSpPr>
          <p:nvPr>
            <p:ph type="subTitle" idx="4294967295"/>
          </p:nvPr>
        </p:nvSpPr>
        <p:spPr>
          <a:xfrm>
            <a:off x="5528200" y="4194600"/>
            <a:ext cx="1218300" cy="4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000"/>
              <a:t>Progress review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046" name="Google Shape;1046;p37"/>
          <p:cNvSpPr txBox="1">
            <a:spLocks noGrp="1"/>
          </p:cNvSpPr>
          <p:nvPr>
            <p:ph type="subTitle" idx="4294967295"/>
          </p:nvPr>
        </p:nvSpPr>
        <p:spPr>
          <a:xfrm>
            <a:off x="2103000" y="1689550"/>
            <a:ext cx="1859400" cy="4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000">
                <a:solidFill>
                  <a:srgbClr val="FFFFFF"/>
                </a:solidFill>
              </a:rPr>
              <a:t>Improvements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047" name="Google Shape;1047;p37"/>
          <p:cNvSpPr txBox="1">
            <a:spLocks noGrp="1"/>
          </p:cNvSpPr>
          <p:nvPr>
            <p:ph type="ctrTitle" idx="4294967295"/>
          </p:nvPr>
        </p:nvSpPr>
        <p:spPr>
          <a:xfrm>
            <a:off x="1309675" y="2827625"/>
            <a:ext cx="8856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</a:rPr>
              <a:t>BETA</a:t>
            </a:r>
            <a:endParaRPr sz="1000">
              <a:solidFill>
                <a:srgbClr val="FFFFFF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RELEASE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048" name="Google Shape;1048;p37"/>
          <p:cNvSpPr txBox="1">
            <a:spLocks noGrp="1"/>
          </p:cNvSpPr>
          <p:nvPr>
            <p:ph type="ctrTitle" idx="4294967295"/>
          </p:nvPr>
        </p:nvSpPr>
        <p:spPr>
          <a:xfrm>
            <a:off x="6967550" y="2827625"/>
            <a:ext cx="8856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</a:rPr>
              <a:t>FINAL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</a:rPr>
              <a:t>VERSION</a:t>
            </a:r>
            <a:endParaRPr sz="1000">
              <a:solidFill>
                <a:srgbClr val="FFFFFF"/>
              </a:solidFill>
            </a:endParaRPr>
          </a:p>
        </p:txBody>
      </p:sp>
      <p:grpSp>
        <p:nvGrpSpPr>
          <p:cNvPr id="1049" name="Google Shape;1049;p37"/>
          <p:cNvGrpSpPr/>
          <p:nvPr/>
        </p:nvGrpSpPr>
        <p:grpSpPr>
          <a:xfrm>
            <a:off x="4985744" y="2902518"/>
            <a:ext cx="222293" cy="237986"/>
            <a:chOff x="5029650" y="894850"/>
            <a:chExt cx="1559950" cy="1670075"/>
          </a:xfrm>
        </p:grpSpPr>
        <p:sp>
          <p:nvSpPr>
            <p:cNvPr id="1050" name="Google Shape;1050;p37"/>
            <p:cNvSpPr/>
            <p:nvPr/>
          </p:nvSpPr>
          <p:spPr>
            <a:xfrm>
              <a:off x="5029650" y="2203275"/>
              <a:ext cx="243300" cy="361650"/>
            </a:xfrm>
            <a:custGeom>
              <a:avLst/>
              <a:gdLst/>
              <a:ahLst/>
              <a:cxnLst/>
              <a:rect l="l" t="t" r="r" b="b"/>
              <a:pathLst>
                <a:path w="9732" h="14466" extrusionOk="0">
                  <a:moveTo>
                    <a:pt x="6773" y="0"/>
                  </a:moveTo>
                  <a:cubicBezTo>
                    <a:pt x="3025" y="0"/>
                    <a:pt x="1" y="3222"/>
                    <a:pt x="1" y="7233"/>
                  </a:cubicBezTo>
                  <a:lnTo>
                    <a:pt x="1" y="12493"/>
                  </a:lnTo>
                  <a:cubicBezTo>
                    <a:pt x="1" y="13545"/>
                    <a:pt x="855" y="14465"/>
                    <a:pt x="1842" y="14465"/>
                  </a:cubicBezTo>
                  <a:lnTo>
                    <a:pt x="9732" y="14465"/>
                  </a:lnTo>
                  <a:cubicBezTo>
                    <a:pt x="9534" y="13873"/>
                    <a:pt x="9403" y="13216"/>
                    <a:pt x="9403" y="12493"/>
                  </a:cubicBezTo>
                  <a:lnTo>
                    <a:pt x="94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5356750" y="1941900"/>
              <a:ext cx="241675" cy="623025"/>
            </a:xfrm>
            <a:custGeom>
              <a:avLst/>
              <a:gdLst/>
              <a:ahLst/>
              <a:cxnLst/>
              <a:rect l="l" t="t" r="r" b="b"/>
              <a:pathLst>
                <a:path w="9667" h="24921" extrusionOk="0">
                  <a:moveTo>
                    <a:pt x="6707" y="1"/>
                  </a:moveTo>
                  <a:cubicBezTo>
                    <a:pt x="3025" y="1"/>
                    <a:pt x="1" y="3223"/>
                    <a:pt x="1" y="7233"/>
                  </a:cubicBezTo>
                  <a:lnTo>
                    <a:pt x="1" y="22948"/>
                  </a:lnTo>
                  <a:cubicBezTo>
                    <a:pt x="1" y="24000"/>
                    <a:pt x="790" y="24920"/>
                    <a:pt x="1776" y="24920"/>
                  </a:cubicBezTo>
                  <a:lnTo>
                    <a:pt x="9666" y="24920"/>
                  </a:lnTo>
                  <a:cubicBezTo>
                    <a:pt x="9535" y="24328"/>
                    <a:pt x="9337" y="23671"/>
                    <a:pt x="9337" y="22948"/>
                  </a:cubicBezTo>
                  <a:lnTo>
                    <a:pt x="93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5836725" y="894850"/>
              <a:ext cx="752875" cy="1670075"/>
            </a:xfrm>
            <a:custGeom>
              <a:avLst/>
              <a:gdLst/>
              <a:ahLst/>
              <a:cxnLst/>
              <a:rect l="l" t="t" r="r" b="b"/>
              <a:pathLst>
                <a:path w="30115" h="66803" extrusionOk="0">
                  <a:moveTo>
                    <a:pt x="15058" y="0"/>
                  </a:moveTo>
                  <a:cubicBezTo>
                    <a:pt x="14466" y="0"/>
                    <a:pt x="13940" y="329"/>
                    <a:pt x="13611" y="789"/>
                  </a:cubicBezTo>
                  <a:lnTo>
                    <a:pt x="527" y="19594"/>
                  </a:lnTo>
                  <a:cubicBezTo>
                    <a:pt x="132" y="20185"/>
                    <a:pt x="1" y="21040"/>
                    <a:pt x="330" y="21698"/>
                  </a:cubicBezTo>
                  <a:cubicBezTo>
                    <a:pt x="658" y="22355"/>
                    <a:pt x="1250" y="22750"/>
                    <a:pt x="1973" y="22750"/>
                  </a:cubicBezTo>
                  <a:lnTo>
                    <a:pt x="6707" y="22750"/>
                  </a:lnTo>
                  <a:lnTo>
                    <a:pt x="6707" y="64830"/>
                  </a:lnTo>
                  <a:cubicBezTo>
                    <a:pt x="6707" y="65882"/>
                    <a:pt x="7496" y="66802"/>
                    <a:pt x="8483" y="66802"/>
                  </a:cubicBezTo>
                  <a:lnTo>
                    <a:pt x="21567" y="66802"/>
                  </a:lnTo>
                  <a:cubicBezTo>
                    <a:pt x="22553" y="66802"/>
                    <a:pt x="23342" y="65882"/>
                    <a:pt x="23342" y="64830"/>
                  </a:cubicBezTo>
                  <a:lnTo>
                    <a:pt x="23342" y="22750"/>
                  </a:lnTo>
                  <a:lnTo>
                    <a:pt x="28010" y="22750"/>
                  </a:lnTo>
                  <a:cubicBezTo>
                    <a:pt x="28668" y="22750"/>
                    <a:pt x="29391" y="22355"/>
                    <a:pt x="29654" y="21698"/>
                  </a:cubicBezTo>
                  <a:cubicBezTo>
                    <a:pt x="30114" y="21040"/>
                    <a:pt x="30049" y="20185"/>
                    <a:pt x="29588" y="19594"/>
                  </a:cubicBezTo>
                  <a:lnTo>
                    <a:pt x="16570" y="789"/>
                  </a:lnTo>
                  <a:cubicBezTo>
                    <a:pt x="16241" y="329"/>
                    <a:pt x="15649" y="0"/>
                    <a:pt x="150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5680575" y="1678900"/>
              <a:ext cx="243300" cy="886025"/>
            </a:xfrm>
            <a:custGeom>
              <a:avLst/>
              <a:gdLst/>
              <a:ahLst/>
              <a:cxnLst/>
              <a:rect l="l" t="t" r="r" b="b"/>
              <a:pathLst>
                <a:path w="9732" h="35441" extrusionOk="0">
                  <a:moveTo>
                    <a:pt x="6773" y="1"/>
                  </a:moveTo>
                  <a:cubicBezTo>
                    <a:pt x="3091" y="1"/>
                    <a:pt x="1" y="3223"/>
                    <a:pt x="1" y="7233"/>
                  </a:cubicBezTo>
                  <a:lnTo>
                    <a:pt x="1" y="33468"/>
                  </a:lnTo>
                  <a:cubicBezTo>
                    <a:pt x="1" y="34520"/>
                    <a:pt x="855" y="35440"/>
                    <a:pt x="1842" y="35440"/>
                  </a:cubicBezTo>
                  <a:lnTo>
                    <a:pt x="9732" y="35440"/>
                  </a:lnTo>
                  <a:cubicBezTo>
                    <a:pt x="9534" y="34848"/>
                    <a:pt x="9403" y="34191"/>
                    <a:pt x="9403" y="33468"/>
                  </a:cubicBezTo>
                  <a:lnTo>
                    <a:pt x="94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4" name="Google Shape;1054;p37"/>
          <p:cNvGrpSpPr/>
          <p:nvPr/>
        </p:nvGrpSpPr>
        <p:grpSpPr>
          <a:xfrm>
            <a:off x="6035044" y="2913719"/>
            <a:ext cx="196025" cy="243061"/>
            <a:chOff x="736175" y="1051000"/>
            <a:chExt cx="1678300" cy="2081000"/>
          </a:xfrm>
        </p:grpSpPr>
        <p:sp>
          <p:nvSpPr>
            <p:cNvPr id="1055" name="Google Shape;1055;p37"/>
            <p:cNvSpPr/>
            <p:nvPr/>
          </p:nvSpPr>
          <p:spPr>
            <a:xfrm>
              <a:off x="849600" y="1051000"/>
              <a:ext cx="1449800" cy="1414800"/>
            </a:xfrm>
            <a:custGeom>
              <a:avLst/>
              <a:gdLst/>
              <a:ahLst/>
              <a:cxnLst/>
              <a:rect l="l" t="t" r="r" b="b"/>
              <a:pathLst>
                <a:path w="57992" h="56592" extrusionOk="0">
                  <a:moveTo>
                    <a:pt x="29062" y="11507"/>
                  </a:moveTo>
                  <a:cubicBezTo>
                    <a:pt x="38267" y="11507"/>
                    <a:pt x="45762" y="19002"/>
                    <a:pt x="45762" y="28207"/>
                  </a:cubicBezTo>
                  <a:cubicBezTo>
                    <a:pt x="45762" y="37412"/>
                    <a:pt x="38267" y="44842"/>
                    <a:pt x="29062" y="44842"/>
                  </a:cubicBezTo>
                  <a:cubicBezTo>
                    <a:pt x="19857" y="44842"/>
                    <a:pt x="12361" y="37412"/>
                    <a:pt x="12361" y="28207"/>
                  </a:cubicBezTo>
                  <a:cubicBezTo>
                    <a:pt x="12361" y="18936"/>
                    <a:pt x="19857" y="11507"/>
                    <a:pt x="29062" y="11507"/>
                  </a:cubicBezTo>
                  <a:close/>
                  <a:moveTo>
                    <a:pt x="22334" y="0"/>
                  </a:moveTo>
                  <a:cubicBezTo>
                    <a:pt x="20900" y="0"/>
                    <a:pt x="19679" y="822"/>
                    <a:pt x="18673" y="2499"/>
                  </a:cubicBezTo>
                  <a:cubicBezTo>
                    <a:pt x="17095" y="5129"/>
                    <a:pt x="14794" y="6444"/>
                    <a:pt x="11769" y="6444"/>
                  </a:cubicBezTo>
                  <a:cubicBezTo>
                    <a:pt x="8745" y="6444"/>
                    <a:pt x="7167" y="8022"/>
                    <a:pt x="7167" y="11046"/>
                  </a:cubicBezTo>
                  <a:cubicBezTo>
                    <a:pt x="7101" y="14137"/>
                    <a:pt x="5786" y="16438"/>
                    <a:pt x="3222" y="17950"/>
                  </a:cubicBezTo>
                  <a:cubicBezTo>
                    <a:pt x="592" y="19528"/>
                    <a:pt x="0" y="21566"/>
                    <a:pt x="1512" y="24328"/>
                  </a:cubicBezTo>
                  <a:cubicBezTo>
                    <a:pt x="2959" y="26958"/>
                    <a:pt x="2959" y="29654"/>
                    <a:pt x="1512" y="32284"/>
                  </a:cubicBezTo>
                  <a:cubicBezTo>
                    <a:pt x="0" y="34914"/>
                    <a:pt x="592" y="37018"/>
                    <a:pt x="3222" y="38596"/>
                  </a:cubicBezTo>
                  <a:cubicBezTo>
                    <a:pt x="5852" y="40174"/>
                    <a:pt x="7167" y="42475"/>
                    <a:pt x="7167" y="45499"/>
                  </a:cubicBezTo>
                  <a:cubicBezTo>
                    <a:pt x="7233" y="48590"/>
                    <a:pt x="8745" y="50102"/>
                    <a:pt x="11769" y="50102"/>
                  </a:cubicBezTo>
                  <a:cubicBezTo>
                    <a:pt x="14794" y="50102"/>
                    <a:pt x="17095" y="51548"/>
                    <a:pt x="18673" y="54047"/>
                  </a:cubicBezTo>
                  <a:cubicBezTo>
                    <a:pt x="19691" y="55744"/>
                    <a:pt x="20928" y="56592"/>
                    <a:pt x="22384" y="56592"/>
                  </a:cubicBezTo>
                  <a:cubicBezTo>
                    <a:pt x="23185" y="56592"/>
                    <a:pt x="24052" y="56335"/>
                    <a:pt x="24985" y="55822"/>
                  </a:cubicBezTo>
                  <a:cubicBezTo>
                    <a:pt x="26300" y="55066"/>
                    <a:pt x="27648" y="54688"/>
                    <a:pt x="28996" y="54688"/>
                  </a:cubicBezTo>
                  <a:cubicBezTo>
                    <a:pt x="30344" y="54688"/>
                    <a:pt x="31692" y="55066"/>
                    <a:pt x="33007" y="55822"/>
                  </a:cubicBezTo>
                  <a:cubicBezTo>
                    <a:pt x="33942" y="56313"/>
                    <a:pt x="34810" y="56563"/>
                    <a:pt x="35612" y="56563"/>
                  </a:cubicBezTo>
                  <a:cubicBezTo>
                    <a:pt x="37066" y="56563"/>
                    <a:pt x="38302" y="55742"/>
                    <a:pt x="39319" y="54047"/>
                  </a:cubicBezTo>
                  <a:cubicBezTo>
                    <a:pt x="40897" y="51417"/>
                    <a:pt x="43198" y="50102"/>
                    <a:pt x="46222" y="50102"/>
                  </a:cubicBezTo>
                  <a:cubicBezTo>
                    <a:pt x="49247" y="50102"/>
                    <a:pt x="50825" y="48590"/>
                    <a:pt x="50825" y="45499"/>
                  </a:cubicBezTo>
                  <a:cubicBezTo>
                    <a:pt x="50891" y="42475"/>
                    <a:pt x="52206" y="40174"/>
                    <a:pt x="54770" y="38596"/>
                  </a:cubicBezTo>
                  <a:cubicBezTo>
                    <a:pt x="57400" y="37018"/>
                    <a:pt x="57992" y="34914"/>
                    <a:pt x="56479" y="32284"/>
                  </a:cubicBezTo>
                  <a:cubicBezTo>
                    <a:pt x="55033" y="29654"/>
                    <a:pt x="55033" y="26958"/>
                    <a:pt x="56479" y="24328"/>
                  </a:cubicBezTo>
                  <a:cubicBezTo>
                    <a:pt x="57992" y="21698"/>
                    <a:pt x="57400" y="19528"/>
                    <a:pt x="54770" y="17950"/>
                  </a:cubicBezTo>
                  <a:cubicBezTo>
                    <a:pt x="52140" y="16438"/>
                    <a:pt x="50825" y="14137"/>
                    <a:pt x="50825" y="11046"/>
                  </a:cubicBezTo>
                  <a:cubicBezTo>
                    <a:pt x="50759" y="8022"/>
                    <a:pt x="49247" y="6444"/>
                    <a:pt x="46222" y="6444"/>
                  </a:cubicBezTo>
                  <a:cubicBezTo>
                    <a:pt x="43198" y="6378"/>
                    <a:pt x="40897" y="5063"/>
                    <a:pt x="39319" y="2499"/>
                  </a:cubicBezTo>
                  <a:cubicBezTo>
                    <a:pt x="38312" y="822"/>
                    <a:pt x="37092" y="0"/>
                    <a:pt x="35658" y="0"/>
                  </a:cubicBezTo>
                  <a:cubicBezTo>
                    <a:pt x="34843" y="0"/>
                    <a:pt x="33959" y="265"/>
                    <a:pt x="33007" y="789"/>
                  </a:cubicBezTo>
                  <a:cubicBezTo>
                    <a:pt x="31692" y="1546"/>
                    <a:pt x="30344" y="1924"/>
                    <a:pt x="28996" y="1924"/>
                  </a:cubicBezTo>
                  <a:cubicBezTo>
                    <a:pt x="27648" y="1924"/>
                    <a:pt x="26300" y="1546"/>
                    <a:pt x="24985" y="789"/>
                  </a:cubicBezTo>
                  <a:cubicBezTo>
                    <a:pt x="24032" y="265"/>
                    <a:pt x="23148" y="0"/>
                    <a:pt x="223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736175" y="2326550"/>
              <a:ext cx="677250" cy="795600"/>
            </a:xfrm>
            <a:custGeom>
              <a:avLst/>
              <a:gdLst/>
              <a:ahLst/>
              <a:cxnLst/>
              <a:rect l="l" t="t" r="r" b="b"/>
              <a:pathLst>
                <a:path w="27090" h="31824" extrusionOk="0">
                  <a:moveTo>
                    <a:pt x="12493" y="0"/>
                  </a:moveTo>
                  <a:lnTo>
                    <a:pt x="0" y="24591"/>
                  </a:lnTo>
                  <a:lnTo>
                    <a:pt x="0" y="24591"/>
                  </a:lnTo>
                  <a:lnTo>
                    <a:pt x="9994" y="23407"/>
                  </a:lnTo>
                  <a:lnTo>
                    <a:pt x="15517" y="31823"/>
                  </a:lnTo>
                  <a:cubicBezTo>
                    <a:pt x="15517" y="31823"/>
                    <a:pt x="26965" y="8018"/>
                    <a:pt x="27088" y="7890"/>
                  </a:cubicBezTo>
                  <a:lnTo>
                    <a:pt x="27088" y="7890"/>
                  </a:lnTo>
                  <a:cubicBezTo>
                    <a:pt x="27089" y="7890"/>
                    <a:pt x="27089" y="7890"/>
                    <a:pt x="27089" y="7890"/>
                  </a:cubicBezTo>
                  <a:cubicBezTo>
                    <a:pt x="27089" y="7890"/>
                    <a:pt x="27089" y="7890"/>
                    <a:pt x="27089" y="7890"/>
                  </a:cubicBezTo>
                  <a:cubicBezTo>
                    <a:pt x="27089" y="7890"/>
                    <a:pt x="27089" y="7890"/>
                    <a:pt x="27088" y="7890"/>
                  </a:cubicBezTo>
                  <a:lnTo>
                    <a:pt x="27088" y="7890"/>
                  </a:lnTo>
                  <a:cubicBezTo>
                    <a:pt x="21106" y="7758"/>
                    <a:pt x="23473" y="1644"/>
                    <a:pt x="16109" y="1513"/>
                  </a:cubicBezTo>
                  <a:cubicBezTo>
                    <a:pt x="12887" y="1513"/>
                    <a:pt x="12493" y="0"/>
                    <a:pt x="124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7"/>
            <p:cNvSpPr/>
            <p:nvPr/>
          </p:nvSpPr>
          <p:spPr>
            <a:xfrm>
              <a:off x="1727350" y="2349550"/>
              <a:ext cx="687125" cy="782450"/>
            </a:xfrm>
            <a:custGeom>
              <a:avLst/>
              <a:gdLst/>
              <a:ahLst/>
              <a:cxnLst/>
              <a:rect l="l" t="t" r="r" b="b"/>
              <a:pathLst>
                <a:path w="27485" h="31298" extrusionOk="0">
                  <a:moveTo>
                    <a:pt x="14794" y="1"/>
                  </a:moveTo>
                  <a:cubicBezTo>
                    <a:pt x="5721" y="987"/>
                    <a:pt x="7496" y="3223"/>
                    <a:pt x="5458" y="4998"/>
                  </a:cubicBezTo>
                  <a:cubicBezTo>
                    <a:pt x="3733" y="6816"/>
                    <a:pt x="1710" y="7081"/>
                    <a:pt x="679" y="7081"/>
                  </a:cubicBezTo>
                  <a:cubicBezTo>
                    <a:pt x="257" y="7081"/>
                    <a:pt x="1" y="7036"/>
                    <a:pt x="1" y="7036"/>
                  </a:cubicBezTo>
                  <a:lnTo>
                    <a:pt x="1" y="7036"/>
                  </a:lnTo>
                  <a:lnTo>
                    <a:pt x="14137" y="31298"/>
                  </a:lnTo>
                  <a:lnTo>
                    <a:pt x="17622" y="22356"/>
                  </a:lnTo>
                  <a:lnTo>
                    <a:pt x="27484" y="23671"/>
                  </a:lnTo>
                  <a:lnTo>
                    <a:pt x="1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7"/>
            <p:cNvSpPr/>
            <p:nvPr/>
          </p:nvSpPr>
          <p:spPr>
            <a:xfrm>
              <a:off x="1291750" y="1488225"/>
              <a:ext cx="565475" cy="535900"/>
            </a:xfrm>
            <a:custGeom>
              <a:avLst/>
              <a:gdLst/>
              <a:ahLst/>
              <a:cxnLst/>
              <a:rect l="l" t="t" r="r" b="b"/>
              <a:pathLst>
                <a:path w="22619" h="21436" extrusionOk="0">
                  <a:moveTo>
                    <a:pt x="11376" y="1"/>
                  </a:moveTo>
                  <a:lnTo>
                    <a:pt x="7825" y="7102"/>
                  </a:lnTo>
                  <a:lnTo>
                    <a:pt x="1" y="8220"/>
                  </a:lnTo>
                  <a:lnTo>
                    <a:pt x="5721" y="13743"/>
                  </a:lnTo>
                  <a:lnTo>
                    <a:pt x="4406" y="21435"/>
                  </a:lnTo>
                  <a:lnTo>
                    <a:pt x="11376" y="17819"/>
                  </a:lnTo>
                  <a:lnTo>
                    <a:pt x="18345" y="21435"/>
                  </a:lnTo>
                  <a:lnTo>
                    <a:pt x="17030" y="13743"/>
                  </a:lnTo>
                  <a:lnTo>
                    <a:pt x="22619" y="8220"/>
                  </a:lnTo>
                  <a:lnTo>
                    <a:pt x="14795" y="7102"/>
                  </a:lnTo>
                  <a:lnTo>
                    <a:pt x="113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9" name="Google Shape;1059;p37"/>
          <p:cNvGrpSpPr/>
          <p:nvPr/>
        </p:nvGrpSpPr>
        <p:grpSpPr>
          <a:xfrm>
            <a:off x="3979968" y="2921659"/>
            <a:ext cx="160902" cy="226360"/>
            <a:chOff x="2790850" y="955650"/>
            <a:chExt cx="1984000" cy="2791125"/>
          </a:xfrm>
        </p:grpSpPr>
        <p:sp>
          <p:nvSpPr>
            <p:cNvPr id="1060" name="Google Shape;1060;p37"/>
            <p:cNvSpPr/>
            <p:nvPr/>
          </p:nvSpPr>
          <p:spPr>
            <a:xfrm>
              <a:off x="3259325" y="955650"/>
              <a:ext cx="1048750" cy="1364350"/>
            </a:xfrm>
            <a:custGeom>
              <a:avLst/>
              <a:gdLst/>
              <a:ahLst/>
              <a:cxnLst/>
              <a:rect l="l" t="t" r="r" b="b"/>
              <a:pathLst>
                <a:path w="41950" h="54574" extrusionOk="0">
                  <a:moveTo>
                    <a:pt x="21041" y="1"/>
                  </a:moveTo>
                  <a:cubicBezTo>
                    <a:pt x="3157" y="1"/>
                    <a:pt x="1" y="12165"/>
                    <a:pt x="1" y="27221"/>
                  </a:cubicBezTo>
                  <a:cubicBezTo>
                    <a:pt x="1" y="42344"/>
                    <a:pt x="9403" y="54573"/>
                    <a:pt x="21041" y="54573"/>
                  </a:cubicBezTo>
                  <a:cubicBezTo>
                    <a:pt x="32613" y="54573"/>
                    <a:pt x="41949" y="42344"/>
                    <a:pt x="41949" y="27287"/>
                  </a:cubicBezTo>
                  <a:cubicBezTo>
                    <a:pt x="41949" y="12165"/>
                    <a:pt x="38859" y="1"/>
                    <a:pt x="210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2790850" y="2370925"/>
              <a:ext cx="1984000" cy="1375850"/>
            </a:xfrm>
            <a:custGeom>
              <a:avLst/>
              <a:gdLst/>
              <a:ahLst/>
              <a:cxnLst/>
              <a:rect l="l" t="t" r="r" b="b"/>
              <a:pathLst>
                <a:path w="79360" h="55034" extrusionOk="0">
                  <a:moveTo>
                    <a:pt x="28142" y="1"/>
                  </a:moveTo>
                  <a:cubicBezTo>
                    <a:pt x="3946" y="4735"/>
                    <a:pt x="527" y="12099"/>
                    <a:pt x="67" y="37675"/>
                  </a:cubicBezTo>
                  <a:cubicBezTo>
                    <a:pt x="67" y="39274"/>
                    <a:pt x="26" y="39740"/>
                    <a:pt x="9" y="39740"/>
                  </a:cubicBezTo>
                  <a:cubicBezTo>
                    <a:pt x="4" y="39740"/>
                    <a:pt x="1" y="39704"/>
                    <a:pt x="1" y="39648"/>
                  </a:cubicBezTo>
                  <a:lnTo>
                    <a:pt x="1" y="42409"/>
                  </a:lnTo>
                  <a:cubicBezTo>
                    <a:pt x="1" y="42409"/>
                    <a:pt x="5787" y="55033"/>
                    <a:pt x="39583" y="55033"/>
                  </a:cubicBezTo>
                  <a:cubicBezTo>
                    <a:pt x="73378" y="55033"/>
                    <a:pt x="79230" y="42409"/>
                    <a:pt x="79230" y="42409"/>
                  </a:cubicBezTo>
                  <a:lnTo>
                    <a:pt x="79230" y="40371"/>
                  </a:lnTo>
                  <a:cubicBezTo>
                    <a:pt x="79252" y="40404"/>
                    <a:pt x="79270" y="40422"/>
                    <a:pt x="79285" y="40422"/>
                  </a:cubicBezTo>
                  <a:cubicBezTo>
                    <a:pt x="79359" y="40422"/>
                    <a:pt x="79350" y="39965"/>
                    <a:pt x="79296" y="38596"/>
                  </a:cubicBezTo>
                  <a:cubicBezTo>
                    <a:pt x="78901" y="12296"/>
                    <a:pt x="75679" y="4800"/>
                    <a:pt x="51155" y="1"/>
                  </a:cubicBezTo>
                  <a:cubicBezTo>
                    <a:pt x="51155" y="1"/>
                    <a:pt x="47736" y="4735"/>
                    <a:pt x="39648" y="4735"/>
                  </a:cubicBezTo>
                  <a:cubicBezTo>
                    <a:pt x="31627" y="4735"/>
                    <a:pt x="28142" y="1"/>
                    <a:pt x="281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62" name="Google Shape;1062;p37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38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FFFF"/>
                </a:solidFill>
              </a:rPr>
              <a:t>OUR PARTNERS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68" name="Google Shape;1068;p38"/>
          <p:cNvSpPr/>
          <p:nvPr/>
        </p:nvSpPr>
        <p:spPr>
          <a:xfrm>
            <a:off x="1019175" y="1838325"/>
            <a:ext cx="1562100" cy="156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38"/>
          <p:cNvSpPr/>
          <p:nvPr/>
        </p:nvSpPr>
        <p:spPr>
          <a:xfrm>
            <a:off x="3578213" y="2634450"/>
            <a:ext cx="2009700" cy="2009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38"/>
          <p:cNvSpPr/>
          <p:nvPr/>
        </p:nvSpPr>
        <p:spPr>
          <a:xfrm>
            <a:off x="6572250" y="2057400"/>
            <a:ext cx="1419300" cy="141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71" name="Google Shape;1071;p38"/>
          <p:cNvCxnSpPr/>
          <p:nvPr/>
        </p:nvCxnSpPr>
        <p:spPr>
          <a:xfrm>
            <a:off x="2343150" y="2971800"/>
            <a:ext cx="1600200" cy="504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2" name="Google Shape;1072;p38"/>
          <p:cNvCxnSpPr/>
          <p:nvPr/>
        </p:nvCxnSpPr>
        <p:spPr>
          <a:xfrm rot="10800000" flipH="1">
            <a:off x="5019675" y="2634450"/>
            <a:ext cx="1790700" cy="1080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3" name="Google Shape;1073;p38"/>
          <p:cNvCxnSpPr/>
          <p:nvPr/>
        </p:nvCxnSpPr>
        <p:spPr>
          <a:xfrm flipH="1">
            <a:off x="-600225" y="2543175"/>
            <a:ext cx="1886100" cy="714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4" name="Google Shape;1074;p38"/>
          <p:cNvCxnSpPr/>
          <p:nvPr/>
        </p:nvCxnSpPr>
        <p:spPr>
          <a:xfrm rot="10800000">
            <a:off x="7638600" y="2714625"/>
            <a:ext cx="1734000" cy="11811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75" name="Google Shape;1075;p38"/>
          <p:cNvGrpSpPr/>
          <p:nvPr/>
        </p:nvGrpSpPr>
        <p:grpSpPr>
          <a:xfrm>
            <a:off x="4138061" y="3086207"/>
            <a:ext cx="864787" cy="685156"/>
            <a:chOff x="2504975" y="1971250"/>
            <a:chExt cx="2053150" cy="1626675"/>
          </a:xfrm>
        </p:grpSpPr>
        <p:sp>
          <p:nvSpPr>
            <p:cNvPr id="1076" name="Google Shape;1076;p38"/>
            <p:cNvSpPr/>
            <p:nvPr/>
          </p:nvSpPr>
          <p:spPr>
            <a:xfrm>
              <a:off x="2980450" y="2824750"/>
              <a:ext cx="253025" cy="253025"/>
            </a:xfrm>
            <a:custGeom>
              <a:avLst/>
              <a:gdLst/>
              <a:ahLst/>
              <a:cxnLst/>
              <a:rect l="l" t="t" r="r" b="b"/>
              <a:pathLst>
                <a:path w="10121" h="10121" extrusionOk="0">
                  <a:moveTo>
                    <a:pt x="5061" y="1"/>
                  </a:moveTo>
                  <a:cubicBezTo>
                    <a:pt x="2269" y="1"/>
                    <a:pt x="1" y="2269"/>
                    <a:pt x="1" y="5061"/>
                  </a:cubicBezTo>
                  <a:cubicBezTo>
                    <a:pt x="1" y="7853"/>
                    <a:pt x="2269" y="10121"/>
                    <a:pt x="5061" y="10121"/>
                  </a:cubicBezTo>
                  <a:cubicBezTo>
                    <a:pt x="7852" y="10121"/>
                    <a:pt x="10121" y="7853"/>
                    <a:pt x="10121" y="5061"/>
                  </a:cubicBezTo>
                  <a:cubicBezTo>
                    <a:pt x="10121" y="2269"/>
                    <a:pt x="7852" y="1"/>
                    <a:pt x="5061" y="1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8"/>
            <p:cNvSpPr/>
            <p:nvPr/>
          </p:nvSpPr>
          <p:spPr>
            <a:xfrm>
              <a:off x="3349775" y="1971250"/>
              <a:ext cx="298100" cy="254125"/>
            </a:xfrm>
            <a:custGeom>
              <a:avLst/>
              <a:gdLst/>
              <a:ahLst/>
              <a:cxnLst/>
              <a:rect l="l" t="t" r="r" b="b"/>
              <a:pathLst>
                <a:path w="11924" h="10165" extrusionOk="0">
                  <a:moveTo>
                    <a:pt x="6806" y="0"/>
                  </a:moveTo>
                  <a:cubicBezTo>
                    <a:pt x="2269" y="0"/>
                    <a:pt x="1" y="5467"/>
                    <a:pt x="3258" y="8666"/>
                  </a:cubicBezTo>
                  <a:cubicBezTo>
                    <a:pt x="4294" y="9702"/>
                    <a:pt x="5567" y="10164"/>
                    <a:pt x="6816" y="10164"/>
                  </a:cubicBezTo>
                  <a:cubicBezTo>
                    <a:pt x="9424" y="10164"/>
                    <a:pt x="11924" y="8147"/>
                    <a:pt x="11924" y="5118"/>
                  </a:cubicBezTo>
                  <a:cubicBezTo>
                    <a:pt x="11924" y="2268"/>
                    <a:pt x="9656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8"/>
            <p:cNvSpPr/>
            <p:nvPr/>
          </p:nvSpPr>
          <p:spPr>
            <a:xfrm>
              <a:off x="3349775" y="2548500"/>
              <a:ext cx="298100" cy="254075"/>
            </a:xfrm>
            <a:custGeom>
              <a:avLst/>
              <a:gdLst/>
              <a:ahLst/>
              <a:cxnLst/>
              <a:rect l="l" t="t" r="r" b="b"/>
              <a:pathLst>
                <a:path w="11924" h="10163" extrusionOk="0">
                  <a:moveTo>
                    <a:pt x="6806" y="0"/>
                  </a:moveTo>
                  <a:cubicBezTo>
                    <a:pt x="2269" y="0"/>
                    <a:pt x="1" y="5467"/>
                    <a:pt x="3258" y="8666"/>
                  </a:cubicBezTo>
                  <a:cubicBezTo>
                    <a:pt x="4291" y="9700"/>
                    <a:pt x="5562" y="10163"/>
                    <a:pt x="6808" y="10163"/>
                  </a:cubicBezTo>
                  <a:cubicBezTo>
                    <a:pt x="9419" y="10163"/>
                    <a:pt x="11924" y="8131"/>
                    <a:pt x="11924" y="5060"/>
                  </a:cubicBezTo>
                  <a:cubicBezTo>
                    <a:pt x="11924" y="2268"/>
                    <a:pt x="9656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8"/>
            <p:cNvSpPr/>
            <p:nvPr/>
          </p:nvSpPr>
          <p:spPr>
            <a:xfrm>
              <a:off x="3349775" y="3054500"/>
              <a:ext cx="298100" cy="254075"/>
            </a:xfrm>
            <a:custGeom>
              <a:avLst/>
              <a:gdLst/>
              <a:ahLst/>
              <a:cxnLst/>
              <a:rect l="l" t="t" r="r" b="b"/>
              <a:pathLst>
                <a:path w="11924" h="10163" extrusionOk="0">
                  <a:moveTo>
                    <a:pt x="6806" y="0"/>
                  </a:moveTo>
                  <a:cubicBezTo>
                    <a:pt x="2269" y="0"/>
                    <a:pt x="1" y="5468"/>
                    <a:pt x="3258" y="8666"/>
                  </a:cubicBezTo>
                  <a:cubicBezTo>
                    <a:pt x="4291" y="9700"/>
                    <a:pt x="5562" y="10163"/>
                    <a:pt x="6808" y="10163"/>
                  </a:cubicBezTo>
                  <a:cubicBezTo>
                    <a:pt x="9419" y="10163"/>
                    <a:pt x="11924" y="8131"/>
                    <a:pt x="11924" y="5060"/>
                  </a:cubicBezTo>
                  <a:cubicBezTo>
                    <a:pt x="11924" y="2269"/>
                    <a:pt x="9656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3807800" y="2824750"/>
              <a:ext cx="253025" cy="253025"/>
            </a:xfrm>
            <a:custGeom>
              <a:avLst/>
              <a:gdLst/>
              <a:ahLst/>
              <a:cxnLst/>
              <a:rect l="l" t="t" r="r" b="b"/>
              <a:pathLst>
                <a:path w="10121" h="10121" extrusionOk="0">
                  <a:moveTo>
                    <a:pt x="5061" y="1"/>
                  </a:moveTo>
                  <a:cubicBezTo>
                    <a:pt x="2269" y="1"/>
                    <a:pt x="1" y="2269"/>
                    <a:pt x="1" y="5061"/>
                  </a:cubicBezTo>
                  <a:cubicBezTo>
                    <a:pt x="1" y="7853"/>
                    <a:pt x="2269" y="10121"/>
                    <a:pt x="5061" y="10121"/>
                  </a:cubicBezTo>
                  <a:cubicBezTo>
                    <a:pt x="7853" y="10121"/>
                    <a:pt x="10121" y="7853"/>
                    <a:pt x="10121" y="5061"/>
                  </a:cubicBezTo>
                  <a:cubicBezTo>
                    <a:pt x="10121" y="2269"/>
                    <a:pt x="7853" y="1"/>
                    <a:pt x="5061" y="1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8"/>
            <p:cNvSpPr/>
            <p:nvPr/>
          </p:nvSpPr>
          <p:spPr>
            <a:xfrm>
              <a:off x="2936825" y="3342400"/>
              <a:ext cx="296650" cy="255525"/>
            </a:xfrm>
            <a:custGeom>
              <a:avLst/>
              <a:gdLst/>
              <a:ahLst/>
              <a:cxnLst/>
              <a:rect l="l" t="t" r="r" b="b"/>
              <a:pathLst>
                <a:path w="11866" h="10221" extrusionOk="0">
                  <a:moveTo>
                    <a:pt x="6806" y="0"/>
                  </a:moveTo>
                  <a:cubicBezTo>
                    <a:pt x="2269" y="0"/>
                    <a:pt x="1" y="5468"/>
                    <a:pt x="3200" y="8725"/>
                  </a:cubicBezTo>
                  <a:cubicBezTo>
                    <a:pt x="4233" y="9758"/>
                    <a:pt x="5503" y="10221"/>
                    <a:pt x="6750" y="10221"/>
                  </a:cubicBezTo>
                  <a:cubicBezTo>
                    <a:pt x="9361" y="10221"/>
                    <a:pt x="11866" y="8189"/>
                    <a:pt x="11866" y="5119"/>
                  </a:cubicBezTo>
                  <a:cubicBezTo>
                    <a:pt x="11866" y="2269"/>
                    <a:pt x="9597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8"/>
            <p:cNvSpPr/>
            <p:nvPr/>
          </p:nvSpPr>
          <p:spPr>
            <a:xfrm>
              <a:off x="2504975" y="3342400"/>
              <a:ext cx="298100" cy="255525"/>
            </a:xfrm>
            <a:custGeom>
              <a:avLst/>
              <a:gdLst/>
              <a:ahLst/>
              <a:cxnLst/>
              <a:rect l="l" t="t" r="r" b="b"/>
              <a:pathLst>
                <a:path w="11924" h="10221" extrusionOk="0">
                  <a:moveTo>
                    <a:pt x="6806" y="0"/>
                  </a:moveTo>
                  <a:cubicBezTo>
                    <a:pt x="2269" y="0"/>
                    <a:pt x="1" y="5468"/>
                    <a:pt x="3200" y="8725"/>
                  </a:cubicBezTo>
                  <a:cubicBezTo>
                    <a:pt x="4252" y="9758"/>
                    <a:pt x="5535" y="10221"/>
                    <a:pt x="6790" y="10221"/>
                  </a:cubicBezTo>
                  <a:cubicBezTo>
                    <a:pt x="9419" y="10221"/>
                    <a:pt x="11924" y="8189"/>
                    <a:pt x="11924" y="5119"/>
                  </a:cubicBezTo>
                  <a:cubicBezTo>
                    <a:pt x="11924" y="2269"/>
                    <a:pt x="9655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8"/>
            <p:cNvSpPr/>
            <p:nvPr/>
          </p:nvSpPr>
          <p:spPr>
            <a:xfrm>
              <a:off x="3764175" y="3342400"/>
              <a:ext cx="296650" cy="255525"/>
            </a:xfrm>
            <a:custGeom>
              <a:avLst/>
              <a:gdLst/>
              <a:ahLst/>
              <a:cxnLst/>
              <a:rect l="l" t="t" r="r" b="b"/>
              <a:pathLst>
                <a:path w="11866" h="10221" extrusionOk="0">
                  <a:moveTo>
                    <a:pt x="6806" y="0"/>
                  </a:moveTo>
                  <a:cubicBezTo>
                    <a:pt x="2269" y="0"/>
                    <a:pt x="1" y="5468"/>
                    <a:pt x="3200" y="8725"/>
                  </a:cubicBezTo>
                  <a:cubicBezTo>
                    <a:pt x="4233" y="9758"/>
                    <a:pt x="5504" y="10221"/>
                    <a:pt x="6750" y="10221"/>
                  </a:cubicBezTo>
                  <a:cubicBezTo>
                    <a:pt x="9361" y="10221"/>
                    <a:pt x="11866" y="8189"/>
                    <a:pt x="11866" y="5119"/>
                  </a:cubicBezTo>
                  <a:cubicBezTo>
                    <a:pt x="11866" y="2269"/>
                    <a:pt x="9598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8"/>
            <p:cNvSpPr/>
            <p:nvPr/>
          </p:nvSpPr>
          <p:spPr>
            <a:xfrm>
              <a:off x="4217850" y="3342400"/>
              <a:ext cx="296650" cy="255525"/>
            </a:xfrm>
            <a:custGeom>
              <a:avLst/>
              <a:gdLst/>
              <a:ahLst/>
              <a:cxnLst/>
              <a:rect l="l" t="t" r="r" b="b"/>
              <a:pathLst>
                <a:path w="11866" h="10221" extrusionOk="0">
                  <a:moveTo>
                    <a:pt x="6805" y="0"/>
                  </a:moveTo>
                  <a:cubicBezTo>
                    <a:pt x="2269" y="0"/>
                    <a:pt x="0" y="5468"/>
                    <a:pt x="3199" y="8725"/>
                  </a:cubicBezTo>
                  <a:cubicBezTo>
                    <a:pt x="4233" y="9758"/>
                    <a:pt x="5503" y="10221"/>
                    <a:pt x="6749" y="10221"/>
                  </a:cubicBezTo>
                  <a:cubicBezTo>
                    <a:pt x="9360" y="10221"/>
                    <a:pt x="11866" y="8189"/>
                    <a:pt x="11866" y="5119"/>
                  </a:cubicBezTo>
                  <a:cubicBezTo>
                    <a:pt x="11866" y="2269"/>
                    <a:pt x="9597" y="0"/>
                    <a:pt x="6805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2539875" y="2824750"/>
              <a:ext cx="254475" cy="253025"/>
            </a:xfrm>
            <a:custGeom>
              <a:avLst/>
              <a:gdLst/>
              <a:ahLst/>
              <a:cxnLst/>
              <a:rect l="l" t="t" r="r" b="b"/>
              <a:pathLst>
                <a:path w="10179" h="10121" extrusionOk="0">
                  <a:moveTo>
                    <a:pt x="5119" y="1"/>
                  </a:moveTo>
                  <a:cubicBezTo>
                    <a:pt x="2327" y="1"/>
                    <a:pt x="0" y="2269"/>
                    <a:pt x="0" y="5061"/>
                  </a:cubicBezTo>
                  <a:cubicBezTo>
                    <a:pt x="0" y="7853"/>
                    <a:pt x="2327" y="10121"/>
                    <a:pt x="5119" y="10121"/>
                  </a:cubicBezTo>
                  <a:cubicBezTo>
                    <a:pt x="7911" y="10121"/>
                    <a:pt x="10179" y="7853"/>
                    <a:pt x="10179" y="5061"/>
                  </a:cubicBezTo>
                  <a:cubicBezTo>
                    <a:pt x="10179" y="2269"/>
                    <a:pt x="7911" y="1"/>
                    <a:pt x="5119" y="1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4261475" y="2824750"/>
              <a:ext cx="253025" cy="253025"/>
            </a:xfrm>
            <a:custGeom>
              <a:avLst/>
              <a:gdLst/>
              <a:ahLst/>
              <a:cxnLst/>
              <a:rect l="l" t="t" r="r" b="b"/>
              <a:pathLst>
                <a:path w="10121" h="10121" extrusionOk="0">
                  <a:moveTo>
                    <a:pt x="5060" y="1"/>
                  </a:moveTo>
                  <a:cubicBezTo>
                    <a:pt x="2269" y="1"/>
                    <a:pt x="0" y="2269"/>
                    <a:pt x="0" y="5061"/>
                  </a:cubicBezTo>
                  <a:cubicBezTo>
                    <a:pt x="0" y="7853"/>
                    <a:pt x="2269" y="10121"/>
                    <a:pt x="5060" y="10121"/>
                  </a:cubicBezTo>
                  <a:cubicBezTo>
                    <a:pt x="7852" y="10121"/>
                    <a:pt x="10121" y="7853"/>
                    <a:pt x="10121" y="5061"/>
                  </a:cubicBezTo>
                  <a:cubicBezTo>
                    <a:pt x="10121" y="2269"/>
                    <a:pt x="7852" y="1"/>
                    <a:pt x="5060" y="1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3351225" y="2548500"/>
              <a:ext cx="296650" cy="254075"/>
            </a:xfrm>
            <a:custGeom>
              <a:avLst/>
              <a:gdLst/>
              <a:ahLst/>
              <a:cxnLst/>
              <a:rect l="l" t="t" r="r" b="b"/>
              <a:pathLst>
                <a:path w="11866" h="10163" extrusionOk="0">
                  <a:moveTo>
                    <a:pt x="6806" y="0"/>
                  </a:moveTo>
                  <a:cubicBezTo>
                    <a:pt x="2269" y="0"/>
                    <a:pt x="1" y="5467"/>
                    <a:pt x="3200" y="8666"/>
                  </a:cubicBezTo>
                  <a:cubicBezTo>
                    <a:pt x="4233" y="9700"/>
                    <a:pt x="5504" y="10163"/>
                    <a:pt x="6750" y="10163"/>
                  </a:cubicBezTo>
                  <a:cubicBezTo>
                    <a:pt x="9361" y="10163"/>
                    <a:pt x="11866" y="8131"/>
                    <a:pt x="11866" y="5060"/>
                  </a:cubicBezTo>
                  <a:cubicBezTo>
                    <a:pt x="11866" y="2268"/>
                    <a:pt x="9598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3351225" y="3054500"/>
              <a:ext cx="296650" cy="255525"/>
            </a:xfrm>
            <a:custGeom>
              <a:avLst/>
              <a:gdLst/>
              <a:ahLst/>
              <a:cxnLst/>
              <a:rect l="l" t="t" r="r" b="b"/>
              <a:pathLst>
                <a:path w="11866" h="10221" extrusionOk="0">
                  <a:moveTo>
                    <a:pt x="6806" y="0"/>
                  </a:moveTo>
                  <a:cubicBezTo>
                    <a:pt x="2269" y="0"/>
                    <a:pt x="1" y="5468"/>
                    <a:pt x="3200" y="8725"/>
                  </a:cubicBezTo>
                  <a:cubicBezTo>
                    <a:pt x="4233" y="9758"/>
                    <a:pt x="5504" y="10221"/>
                    <a:pt x="6750" y="10221"/>
                  </a:cubicBezTo>
                  <a:cubicBezTo>
                    <a:pt x="9361" y="10221"/>
                    <a:pt x="11866" y="8189"/>
                    <a:pt x="11866" y="5119"/>
                  </a:cubicBezTo>
                  <a:cubicBezTo>
                    <a:pt x="11866" y="2269"/>
                    <a:pt x="9598" y="0"/>
                    <a:pt x="6806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2547150" y="2823300"/>
              <a:ext cx="2003350" cy="774600"/>
            </a:xfrm>
            <a:custGeom>
              <a:avLst/>
              <a:gdLst/>
              <a:ahLst/>
              <a:cxnLst/>
              <a:rect l="l" t="t" r="r" b="b"/>
              <a:pathLst>
                <a:path w="80134" h="30984" extrusionOk="0">
                  <a:moveTo>
                    <a:pt x="22393" y="1"/>
                  </a:moveTo>
                  <a:cubicBezTo>
                    <a:pt x="16867" y="1"/>
                    <a:pt x="15297" y="7562"/>
                    <a:pt x="20357" y="9772"/>
                  </a:cubicBezTo>
                  <a:lnTo>
                    <a:pt x="20357" y="21230"/>
                  </a:lnTo>
                  <a:cubicBezTo>
                    <a:pt x="19194" y="21753"/>
                    <a:pt x="18263" y="22684"/>
                    <a:pt x="17740" y="23847"/>
                  </a:cubicBezTo>
                  <a:lnTo>
                    <a:pt x="9772" y="23847"/>
                  </a:lnTo>
                  <a:cubicBezTo>
                    <a:pt x="8851" y="21739"/>
                    <a:pt x="7001" y="20782"/>
                    <a:pt x="5157" y="20782"/>
                  </a:cubicBezTo>
                  <a:cubicBezTo>
                    <a:pt x="2574" y="20782"/>
                    <a:pt x="0" y="22659"/>
                    <a:pt x="0" y="25883"/>
                  </a:cubicBezTo>
                  <a:cubicBezTo>
                    <a:pt x="0" y="29106"/>
                    <a:pt x="2574" y="30983"/>
                    <a:pt x="5157" y="30983"/>
                  </a:cubicBezTo>
                  <a:cubicBezTo>
                    <a:pt x="7001" y="30983"/>
                    <a:pt x="8851" y="30026"/>
                    <a:pt x="9772" y="27918"/>
                  </a:cubicBezTo>
                  <a:lnTo>
                    <a:pt x="17740" y="27918"/>
                  </a:lnTo>
                  <a:cubicBezTo>
                    <a:pt x="18641" y="29896"/>
                    <a:pt x="20517" y="30884"/>
                    <a:pt x="22393" y="30884"/>
                  </a:cubicBezTo>
                  <a:cubicBezTo>
                    <a:pt x="24268" y="30884"/>
                    <a:pt x="26144" y="29896"/>
                    <a:pt x="27046" y="27918"/>
                  </a:cubicBezTo>
                  <a:lnTo>
                    <a:pt x="50892" y="27918"/>
                  </a:lnTo>
                  <a:cubicBezTo>
                    <a:pt x="51764" y="29896"/>
                    <a:pt x="53626" y="30884"/>
                    <a:pt x="55494" y="30884"/>
                  </a:cubicBezTo>
                  <a:cubicBezTo>
                    <a:pt x="57363" y="30884"/>
                    <a:pt x="59238" y="29896"/>
                    <a:pt x="60140" y="27918"/>
                  </a:cubicBezTo>
                  <a:lnTo>
                    <a:pt x="68980" y="27918"/>
                  </a:lnTo>
                  <a:cubicBezTo>
                    <a:pt x="69861" y="29932"/>
                    <a:pt x="71763" y="30975"/>
                    <a:pt x="73673" y="30975"/>
                  </a:cubicBezTo>
                  <a:cubicBezTo>
                    <a:pt x="75295" y="30975"/>
                    <a:pt x="76923" y="30223"/>
                    <a:pt x="77937" y="28674"/>
                  </a:cubicBezTo>
                  <a:cubicBezTo>
                    <a:pt x="80134" y="25322"/>
                    <a:pt x="77736" y="20822"/>
                    <a:pt x="73711" y="20822"/>
                  </a:cubicBezTo>
                  <a:cubicBezTo>
                    <a:pt x="73685" y="20822"/>
                    <a:pt x="73659" y="20822"/>
                    <a:pt x="73633" y="20823"/>
                  </a:cubicBezTo>
                  <a:cubicBezTo>
                    <a:pt x="71598" y="20823"/>
                    <a:pt x="69795" y="21986"/>
                    <a:pt x="68980" y="23847"/>
                  </a:cubicBezTo>
                  <a:lnTo>
                    <a:pt x="60140" y="23847"/>
                  </a:lnTo>
                  <a:cubicBezTo>
                    <a:pt x="59616" y="22684"/>
                    <a:pt x="58686" y="21753"/>
                    <a:pt x="57523" y="21230"/>
                  </a:cubicBezTo>
                  <a:lnTo>
                    <a:pt x="57523" y="9772"/>
                  </a:lnTo>
                  <a:cubicBezTo>
                    <a:pt x="62583" y="7562"/>
                    <a:pt x="61012" y="1"/>
                    <a:pt x="55487" y="1"/>
                  </a:cubicBezTo>
                  <a:cubicBezTo>
                    <a:pt x="49961" y="1"/>
                    <a:pt x="48391" y="7562"/>
                    <a:pt x="53509" y="9772"/>
                  </a:cubicBezTo>
                  <a:lnTo>
                    <a:pt x="53509" y="21230"/>
                  </a:lnTo>
                  <a:cubicBezTo>
                    <a:pt x="52288" y="21753"/>
                    <a:pt x="51357" y="22684"/>
                    <a:pt x="50892" y="23847"/>
                  </a:cubicBezTo>
                  <a:lnTo>
                    <a:pt x="27046" y="23847"/>
                  </a:lnTo>
                  <a:cubicBezTo>
                    <a:pt x="26522" y="22684"/>
                    <a:pt x="25592" y="21753"/>
                    <a:pt x="24428" y="21230"/>
                  </a:cubicBezTo>
                  <a:lnTo>
                    <a:pt x="24428" y="9772"/>
                  </a:lnTo>
                  <a:cubicBezTo>
                    <a:pt x="29488" y="7562"/>
                    <a:pt x="27918" y="1"/>
                    <a:pt x="22393" y="1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2524025" y="1983600"/>
              <a:ext cx="2034100" cy="1095300"/>
            </a:xfrm>
            <a:custGeom>
              <a:avLst/>
              <a:gdLst/>
              <a:ahLst/>
              <a:cxnLst/>
              <a:rect l="l" t="t" r="r" b="b"/>
              <a:pathLst>
                <a:path w="81364" h="43812" extrusionOk="0">
                  <a:moveTo>
                    <a:pt x="39872" y="0"/>
                  </a:moveTo>
                  <a:cubicBezTo>
                    <a:pt x="37480" y="0"/>
                    <a:pt x="35095" y="1542"/>
                    <a:pt x="34834" y="4624"/>
                  </a:cubicBezTo>
                  <a:cubicBezTo>
                    <a:pt x="34834" y="5148"/>
                    <a:pt x="34892" y="5729"/>
                    <a:pt x="35066" y="6253"/>
                  </a:cubicBezTo>
                  <a:lnTo>
                    <a:pt x="7614" y="33996"/>
                  </a:lnTo>
                  <a:cubicBezTo>
                    <a:pt x="6959" y="33713"/>
                    <a:pt x="6281" y="33581"/>
                    <a:pt x="5616" y="33581"/>
                  </a:cubicBezTo>
                  <a:cubicBezTo>
                    <a:pt x="3271" y="33581"/>
                    <a:pt x="1088" y="35226"/>
                    <a:pt x="634" y="37718"/>
                  </a:cubicBezTo>
                  <a:cubicBezTo>
                    <a:pt x="1" y="40886"/>
                    <a:pt x="2447" y="43768"/>
                    <a:pt x="5657" y="43768"/>
                  </a:cubicBezTo>
                  <a:cubicBezTo>
                    <a:pt x="5689" y="43768"/>
                    <a:pt x="5721" y="43768"/>
                    <a:pt x="5753" y="43767"/>
                  </a:cubicBezTo>
                  <a:cubicBezTo>
                    <a:pt x="9242" y="43767"/>
                    <a:pt x="11685" y="40219"/>
                    <a:pt x="10464" y="36904"/>
                  </a:cubicBezTo>
                  <a:lnTo>
                    <a:pt x="37800" y="9219"/>
                  </a:lnTo>
                  <a:cubicBezTo>
                    <a:pt x="38469" y="9539"/>
                    <a:pt x="39181" y="9699"/>
                    <a:pt x="39894" y="9699"/>
                  </a:cubicBezTo>
                  <a:cubicBezTo>
                    <a:pt x="40606" y="9699"/>
                    <a:pt x="41319" y="9539"/>
                    <a:pt x="41988" y="9219"/>
                  </a:cubicBezTo>
                  <a:lnTo>
                    <a:pt x="69847" y="36904"/>
                  </a:lnTo>
                  <a:cubicBezTo>
                    <a:pt x="69615" y="37486"/>
                    <a:pt x="69498" y="38125"/>
                    <a:pt x="69498" y="38765"/>
                  </a:cubicBezTo>
                  <a:cubicBezTo>
                    <a:pt x="69498" y="41793"/>
                    <a:pt x="71998" y="43811"/>
                    <a:pt x="74606" y="43811"/>
                  </a:cubicBezTo>
                  <a:cubicBezTo>
                    <a:pt x="75855" y="43811"/>
                    <a:pt x="77129" y="43349"/>
                    <a:pt x="78164" y="42313"/>
                  </a:cubicBezTo>
                  <a:cubicBezTo>
                    <a:pt x="81363" y="39114"/>
                    <a:pt x="79095" y="33647"/>
                    <a:pt x="74558" y="33647"/>
                  </a:cubicBezTo>
                  <a:cubicBezTo>
                    <a:pt x="73919" y="33647"/>
                    <a:pt x="73279" y="33763"/>
                    <a:pt x="72697" y="33996"/>
                  </a:cubicBezTo>
                  <a:lnTo>
                    <a:pt x="44721" y="6195"/>
                  </a:lnTo>
                  <a:cubicBezTo>
                    <a:pt x="44838" y="5671"/>
                    <a:pt x="44954" y="5148"/>
                    <a:pt x="44954" y="4624"/>
                  </a:cubicBezTo>
                  <a:cubicBezTo>
                    <a:pt x="44663" y="1542"/>
                    <a:pt x="42264" y="0"/>
                    <a:pt x="39872" y="0"/>
                  </a:cubicBez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1" name="Google Shape;1091;p38"/>
          <p:cNvSpPr/>
          <p:nvPr/>
        </p:nvSpPr>
        <p:spPr>
          <a:xfrm>
            <a:off x="1785109" y="2423647"/>
            <a:ext cx="416092" cy="504966"/>
          </a:xfrm>
          <a:custGeom>
            <a:avLst/>
            <a:gdLst/>
            <a:ahLst/>
            <a:cxnLst/>
            <a:rect l="l" t="t" r="r" b="b"/>
            <a:pathLst>
              <a:path w="54731" h="66421" extrusionOk="0">
                <a:moveTo>
                  <a:pt x="0" y="1"/>
                </a:moveTo>
                <a:lnTo>
                  <a:pt x="0" y="24777"/>
                </a:lnTo>
                <a:lnTo>
                  <a:pt x="8608" y="35770"/>
                </a:lnTo>
                <a:lnTo>
                  <a:pt x="0" y="35770"/>
                </a:lnTo>
                <a:lnTo>
                  <a:pt x="0" y="52986"/>
                </a:lnTo>
                <a:lnTo>
                  <a:pt x="0" y="66421"/>
                </a:lnTo>
                <a:lnTo>
                  <a:pt x="12970" y="52986"/>
                </a:lnTo>
                <a:lnTo>
                  <a:pt x="22102" y="52986"/>
                </a:lnTo>
                <a:lnTo>
                  <a:pt x="29837" y="35770"/>
                </a:lnTo>
                <a:lnTo>
                  <a:pt x="20648" y="24777"/>
                </a:lnTo>
                <a:lnTo>
                  <a:pt x="40364" y="24777"/>
                </a:lnTo>
                <a:lnTo>
                  <a:pt x="40364" y="39899"/>
                </a:lnTo>
                <a:lnTo>
                  <a:pt x="54730" y="24777"/>
                </a:lnTo>
                <a:lnTo>
                  <a:pt x="41528" y="1"/>
                </a:lnTo>
                <a:close/>
              </a:path>
            </a:pathLst>
          </a:custGeom>
          <a:solidFill>
            <a:srgbClr val="0E2A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2" name="Google Shape;1092;p38"/>
          <p:cNvGrpSpPr/>
          <p:nvPr/>
        </p:nvGrpSpPr>
        <p:grpSpPr>
          <a:xfrm>
            <a:off x="6985490" y="2462014"/>
            <a:ext cx="592809" cy="405106"/>
            <a:chOff x="4987050" y="1862200"/>
            <a:chExt cx="2378850" cy="1625625"/>
          </a:xfrm>
        </p:grpSpPr>
        <p:sp>
          <p:nvSpPr>
            <p:cNvPr id="1093" name="Google Shape;1093;p38"/>
            <p:cNvSpPr/>
            <p:nvPr/>
          </p:nvSpPr>
          <p:spPr>
            <a:xfrm>
              <a:off x="4987050" y="3255150"/>
              <a:ext cx="338800" cy="232675"/>
            </a:xfrm>
            <a:custGeom>
              <a:avLst/>
              <a:gdLst/>
              <a:ahLst/>
              <a:cxnLst/>
              <a:rect l="l" t="t" r="r" b="b"/>
              <a:pathLst>
                <a:path w="13552" h="9307" extrusionOk="0">
                  <a:moveTo>
                    <a:pt x="6805" y="1"/>
                  </a:moveTo>
                  <a:lnTo>
                    <a:pt x="0" y="9306"/>
                  </a:lnTo>
                  <a:lnTo>
                    <a:pt x="13552" y="9306"/>
                  </a:lnTo>
                  <a:lnTo>
                    <a:pt x="6805" y="1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4987050" y="3255150"/>
              <a:ext cx="338800" cy="232675"/>
            </a:xfrm>
            <a:custGeom>
              <a:avLst/>
              <a:gdLst/>
              <a:ahLst/>
              <a:cxnLst/>
              <a:rect l="l" t="t" r="r" b="b"/>
              <a:pathLst>
                <a:path w="13552" h="9307" extrusionOk="0">
                  <a:moveTo>
                    <a:pt x="6805" y="1"/>
                  </a:moveTo>
                  <a:lnTo>
                    <a:pt x="0" y="9306"/>
                  </a:lnTo>
                  <a:lnTo>
                    <a:pt x="13552" y="9306"/>
                  </a:lnTo>
                  <a:lnTo>
                    <a:pt x="6805" y="1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6768250" y="2394375"/>
              <a:ext cx="287925" cy="276275"/>
            </a:xfrm>
            <a:custGeom>
              <a:avLst/>
              <a:gdLst/>
              <a:ahLst/>
              <a:cxnLst/>
              <a:rect l="l" t="t" r="r" b="b"/>
              <a:pathLst>
                <a:path w="11517" h="11051" extrusionOk="0">
                  <a:moveTo>
                    <a:pt x="1" y="0"/>
                  </a:moveTo>
                  <a:lnTo>
                    <a:pt x="8027" y="11051"/>
                  </a:lnTo>
                  <a:lnTo>
                    <a:pt x="11517" y="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768250" y="2394375"/>
              <a:ext cx="287925" cy="276275"/>
            </a:xfrm>
            <a:custGeom>
              <a:avLst/>
              <a:gdLst/>
              <a:ahLst/>
              <a:cxnLst/>
              <a:rect l="l" t="t" r="r" b="b"/>
              <a:pathLst>
                <a:path w="11517" h="11051" extrusionOk="0">
                  <a:moveTo>
                    <a:pt x="1" y="0"/>
                  </a:moveTo>
                  <a:lnTo>
                    <a:pt x="8027" y="11051"/>
                  </a:lnTo>
                  <a:lnTo>
                    <a:pt x="11517" y="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5337475" y="1862200"/>
              <a:ext cx="2028425" cy="1625625"/>
            </a:xfrm>
            <a:custGeom>
              <a:avLst/>
              <a:gdLst/>
              <a:ahLst/>
              <a:cxnLst/>
              <a:rect l="l" t="t" r="r" b="b"/>
              <a:pathLst>
                <a:path w="81137" h="65025" extrusionOk="0">
                  <a:moveTo>
                    <a:pt x="33560" y="0"/>
                  </a:moveTo>
                  <a:lnTo>
                    <a:pt x="21578" y="16343"/>
                  </a:lnTo>
                  <a:lnTo>
                    <a:pt x="43971" y="46936"/>
                  </a:lnTo>
                  <a:lnTo>
                    <a:pt x="10993" y="30826"/>
                  </a:lnTo>
                  <a:lnTo>
                    <a:pt x="0" y="45831"/>
                  </a:lnTo>
                  <a:lnTo>
                    <a:pt x="14075" y="65024"/>
                  </a:lnTo>
                  <a:lnTo>
                    <a:pt x="36002" y="65024"/>
                  </a:lnTo>
                  <a:lnTo>
                    <a:pt x="29081" y="55602"/>
                  </a:lnTo>
                  <a:lnTo>
                    <a:pt x="57173" y="65024"/>
                  </a:lnTo>
                  <a:lnTo>
                    <a:pt x="81136" y="65024"/>
                  </a:lnTo>
                  <a:lnTo>
                    <a:pt x="33560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8" name="Google Shape;1098;p38"/>
          <p:cNvSpPr txBox="1">
            <a:spLocks noGrp="1"/>
          </p:cNvSpPr>
          <p:nvPr>
            <p:ph type="ctrTitle" idx="4294967295"/>
          </p:nvPr>
        </p:nvSpPr>
        <p:spPr>
          <a:xfrm rot="-5400000">
            <a:off x="459344" y="2559100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E2A47"/>
                </a:solidFill>
              </a:rPr>
              <a:t>MARS</a:t>
            </a:r>
            <a:endParaRPr sz="1400">
              <a:solidFill>
                <a:srgbClr val="0E2A47"/>
              </a:solidFill>
            </a:endParaRPr>
          </a:p>
        </p:txBody>
      </p:sp>
      <p:sp>
        <p:nvSpPr>
          <p:cNvPr id="1099" name="Google Shape;1099;p38"/>
          <p:cNvSpPr txBox="1">
            <a:spLocks noGrp="1"/>
          </p:cNvSpPr>
          <p:nvPr>
            <p:ph type="ctrTitle" idx="4294967295"/>
          </p:nvPr>
        </p:nvSpPr>
        <p:spPr>
          <a:xfrm>
            <a:off x="3545069" y="379761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E2A47"/>
                </a:solidFill>
              </a:rPr>
              <a:t>MERCURY</a:t>
            </a:r>
            <a:endParaRPr sz="1400">
              <a:solidFill>
                <a:srgbClr val="0E2A47"/>
              </a:solidFill>
            </a:endParaRPr>
          </a:p>
        </p:txBody>
      </p:sp>
      <p:sp>
        <p:nvSpPr>
          <p:cNvPr id="1100" name="Google Shape;1100;p38"/>
          <p:cNvSpPr txBox="1">
            <a:spLocks noGrp="1"/>
          </p:cNvSpPr>
          <p:nvPr>
            <p:ph type="ctrTitle" idx="4294967295"/>
          </p:nvPr>
        </p:nvSpPr>
        <p:spPr>
          <a:xfrm>
            <a:off x="6243906" y="2822713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E2A47"/>
                </a:solidFill>
              </a:rPr>
              <a:t>VENUS</a:t>
            </a:r>
            <a:endParaRPr sz="1400">
              <a:solidFill>
                <a:srgbClr val="0E2A47"/>
              </a:solidFill>
            </a:endParaRPr>
          </a:p>
        </p:txBody>
      </p:sp>
      <p:sp>
        <p:nvSpPr>
          <p:cNvPr id="1101" name="Google Shape;1101;p38"/>
          <p:cNvSpPr txBox="1">
            <a:spLocks noGrp="1"/>
          </p:cNvSpPr>
          <p:nvPr>
            <p:ph type="subTitle" idx="4294967295"/>
          </p:nvPr>
        </p:nvSpPr>
        <p:spPr>
          <a:xfrm>
            <a:off x="1103187" y="356257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900">
                <a:solidFill>
                  <a:srgbClr val="FFFFFF"/>
                </a:solidFill>
              </a:rPr>
              <a:t>Despite being red, Mars is a cold place, not hot. It’s full of iron oxide dust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1102" name="Google Shape;1102;p38"/>
          <p:cNvSpPr txBox="1">
            <a:spLocks noGrp="1"/>
          </p:cNvSpPr>
          <p:nvPr>
            <p:ph type="subTitle" idx="4294967295"/>
          </p:nvPr>
        </p:nvSpPr>
        <p:spPr>
          <a:xfrm>
            <a:off x="3857487" y="1641463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900">
                <a:solidFill>
                  <a:srgbClr val="FFFFFF"/>
                </a:solidFill>
              </a:rPr>
              <a:t>Mercury is the closest planet to the Sun and the smallest one in our Solar System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1103" name="Google Shape;1103;p38"/>
          <p:cNvSpPr txBox="1">
            <a:spLocks noGrp="1"/>
          </p:cNvSpPr>
          <p:nvPr>
            <p:ph type="subTitle" idx="4294967295"/>
          </p:nvPr>
        </p:nvSpPr>
        <p:spPr>
          <a:xfrm>
            <a:off x="6584862" y="3562575"/>
            <a:ext cx="1394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900">
                <a:solidFill>
                  <a:srgbClr val="FFFFFF"/>
                </a:solidFill>
              </a:rPr>
              <a:t>Venus has a beautiful name and is the second planet from the Sun</a:t>
            </a:r>
            <a:endParaRPr sz="900">
              <a:solidFill>
                <a:srgbClr val="FFFFFF"/>
              </a:solidFill>
            </a:endParaRPr>
          </a:p>
        </p:txBody>
      </p:sp>
      <p:cxnSp>
        <p:nvCxnSpPr>
          <p:cNvPr id="1104" name="Google Shape;1104;p38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39"/>
          <p:cNvSpPr txBox="1">
            <a:spLocks noGrp="1"/>
          </p:cNvSpPr>
          <p:nvPr>
            <p:ph type="ctrTitle"/>
          </p:nvPr>
        </p:nvSpPr>
        <p:spPr>
          <a:xfrm>
            <a:off x="311700" y="644550"/>
            <a:ext cx="85206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THE TEAM</a:t>
            </a:r>
            <a:endParaRPr/>
          </a:p>
        </p:txBody>
      </p:sp>
      <p:pic>
        <p:nvPicPr>
          <p:cNvPr id="1110" name="Google Shape;1110;p39"/>
          <p:cNvPicPr preferRelativeResize="0"/>
          <p:nvPr/>
        </p:nvPicPr>
        <p:blipFill rotWithShape="1">
          <a:blip r:embed="rId3">
            <a:alphaModFix/>
          </a:blip>
          <a:srcRect l="14268" r="27494"/>
          <a:stretch/>
        </p:blipFill>
        <p:spPr>
          <a:xfrm>
            <a:off x="311712" y="1453300"/>
            <a:ext cx="1289125" cy="3309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39"/>
          <p:cNvPicPr preferRelativeResize="0"/>
          <p:nvPr/>
        </p:nvPicPr>
        <p:blipFill rotWithShape="1">
          <a:blip r:embed="rId4">
            <a:alphaModFix/>
          </a:blip>
          <a:srcRect l="49703" r="24287"/>
          <a:stretch/>
        </p:blipFill>
        <p:spPr>
          <a:xfrm>
            <a:off x="3107800" y="1453300"/>
            <a:ext cx="1289126" cy="3309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39"/>
          <p:cNvPicPr preferRelativeResize="0"/>
          <p:nvPr/>
        </p:nvPicPr>
        <p:blipFill rotWithShape="1">
          <a:blip r:embed="rId5">
            <a:alphaModFix/>
          </a:blip>
          <a:srcRect l="37643" r="36348"/>
          <a:stretch/>
        </p:blipFill>
        <p:spPr>
          <a:xfrm>
            <a:off x="1709739" y="1453300"/>
            <a:ext cx="1289126" cy="33092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3" name="Google Shape;1113;p39"/>
          <p:cNvCxnSpPr/>
          <p:nvPr/>
        </p:nvCxnSpPr>
        <p:spPr>
          <a:xfrm>
            <a:off x="4038600" y="1905000"/>
            <a:ext cx="14574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114" name="Google Shape;1114;p39"/>
          <p:cNvCxnSpPr/>
          <p:nvPr/>
        </p:nvCxnSpPr>
        <p:spPr>
          <a:xfrm>
            <a:off x="2714700" y="2971800"/>
            <a:ext cx="27813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115" name="Google Shape;1115;p39"/>
          <p:cNvCxnSpPr/>
          <p:nvPr/>
        </p:nvCxnSpPr>
        <p:spPr>
          <a:xfrm>
            <a:off x="1152600" y="4038600"/>
            <a:ext cx="43434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116" name="Google Shape;1116;p39"/>
          <p:cNvSpPr txBox="1">
            <a:spLocks noGrp="1"/>
          </p:cNvSpPr>
          <p:nvPr>
            <p:ph type="subTitle" idx="4294967295"/>
          </p:nvPr>
        </p:nvSpPr>
        <p:spPr>
          <a:xfrm>
            <a:off x="5745892" y="1905000"/>
            <a:ext cx="23352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900">
                <a:solidFill>
                  <a:srgbClr val="FFFFFF"/>
                </a:solidFill>
              </a:rPr>
              <a:t>You can replace the image on the screen with your own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1117" name="Google Shape;1117;p39"/>
          <p:cNvSpPr txBox="1">
            <a:spLocks noGrp="1"/>
          </p:cNvSpPr>
          <p:nvPr>
            <p:ph type="subTitle" idx="4294967295"/>
          </p:nvPr>
        </p:nvSpPr>
        <p:spPr>
          <a:xfrm>
            <a:off x="5745892" y="2971800"/>
            <a:ext cx="23352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900">
                <a:solidFill>
                  <a:srgbClr val="FFFFFF"/>
                </a:solidFill>
              </a:rPr>
              <a:t>You can replace the image on the screen with your own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1118" name="Google Shape;1118;p39"/>
          <p:cNvSpPr txBox="1">
            <a:spLocks noGrp="1"/>
          </p:cNvSpPr>
          <p:nvPr>
            <p:ph type="subTitle" idx="4294967295"/>
          </p:nvPr>
        </p:nvSpPr>
        <p:spPr>
          <a:xfrm>
            <a:off x="5745892" y="4038600"/>
            <a:ext cx="2335200" cy="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900">
                <a:solidFill>
                  <a:srgbClr val="FFFFFF"/>
                </a:solidFill>
              </a:rPr>
              <a:t>You can replace the image on the screen with your own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1119" name="Google Shape;1119;p39"/>
          <p:cNvSpPr txBox="1">
            <a:spLocks noGrp="1"/>
          </p:cNvSpPr>
          <p:nvPr>
            <p:ph type="ctrTitle" idx="4294967295"/>
          </p:nvPr>
        </p:nvSpPr>
        <p:spPr>
          <a:xfrm>
            <a:off x="5745906" y="1708788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</a:rPr>
              <a:t>JENNA DOE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120" name="Google Shape;1120;p39"/>
          <p:cNvSpPr txBox="1">
            <a:spLocks noGrp="1"/>
          </p:cNvSpPr>
          <p:nvPr>
            <p:ph type="ctrTitle" idx="4294967295"/>
          </p:nvPr>
        </p:nvSpPr>
        <p:spPr>
          <a:xfrm>
            <a:off x="5745906" y="2775588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</a:rPr>
              <a:t>JOHN DOE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121" name="Google Shape;1121;p39"/>
          <p:cNvSpPr txBox="1">
            <a:spLocks noGrp="1"/>
          </p:cNvSpPr>
          <p:nvPr>
            <p:ph type="ctrTitle" idx="4294967295"/>
          </p:nvPr>
        </p:nvSpPr>
        <p:spPr>
          <a:xfrm>
            <a:off x="5745906" y="3842388"/>
            <a:ext cx="2076000" cy="1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FFFFFF"/>
                </a:solidFill>
              </a:rPr>
              <a:t>JIMMY DOE</a:t>
            </a:r>
            <a:endParaRPr sz="1000">
              <a:solidFill>
                <a:srgbClr val="FFFFFF"/>
              </a:solidFill>
            </a:endParaRPr>
          </a:p>
        </p:txBody>
      </p:sp>
      <p:cxnSp>
        <p:nvCxnSpPr>
          <p:cNvPr id="1122" name="Google Shape;1122;p39"/>
          <p:cNvCxnSpPr/>
          <p:nvPr/>
        </p:nvCxnSpPr>
        <p:spPr>
          <a:xfrm>
            <a:off x="311700" y="1191700"/>
            <a:ext cx="8520600" cy="0"/>
          </a:xfrm>
          <a:prstGeom prst="straightConnector1">
            <a:avLst/>
          </a:prstGeom>
          <a:noFill/>
          <a:ln w="9525" cap="flat" cmpd="sng">
            <a:solidFill>
              <a:srgbClr val="48FFD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2643"/>
            </a:gs>
            <a:gs pos="100000">
              <a:srgbClr val="04152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40"/>
          <p:cNvSpPr txBox="1">
            <a:spLocks noGrp="1"/>
          </p:cNvSpPr>
          <p:nvPr>
            <p:ph type="ctrTitle"/>
          </p:nvPr>
        </p:nvSpPr>
        <p:spPr>
          <a:xfrm>
            <a:off x="3986575" y="1429225"/>
            <a:ext cx="3578100" cy="6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THANKS!</a:t>
            </a:r>
            <a:endParaRPr/>
          </a:p>
        </p:txBody>
      </p:sp>
      <p:sp>
        <p:nvSpPr>
          <p:cNvPr id="1128" name="Google Shape;1128;p40"/>
          <p:cNvSpPr txBox="1">
            <a:spLocks noGrp="1"/>
          </p:cNvSpPr>
          <p:nvPr>
            <p:ph type="subTitle" idx="1"/>
          </p:nvPr>
        </p:nvSpPr>
        <p:spPr>
          <a:xfrm>
            <a:off x="3986575" y="2421700"/>
            <a:ext cx="4470900" cy="18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Does anyone have any question?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uFill>
                  <a:noFill/>
                </a:uFill>
                <a:hlinkClick r:id="rId3"/>
              </a:rPr>
              <a:t>addyouremail@freepik.com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+91 620 421 838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/>
              <a:t>yourcompany.com</a:t>
            </a:r>
            <a:endParaRPr sz="1000"/>
          </a:p>
        </p:txBody>
      </p:sp>
      <p:grpSp>
        <p:nvGrpSpPr>
          <p:cNvPr id="1129" name="Google Shape;1129;p40"/>
          <p:cNvGrpSpPr/>
          <p:nvPr/>
        </p:nvGrpSpPr>
        <p:grpSpPr>
          <a:xfrm flipH="1">
            <a:off x="-4531426" y="-117297"/>
            <a:ext cx="7324051" cy="5378088"/>
            <a:chOff x="238125" y="262775"/>
            <a:chExt cx="7092825" cy="5151425"/>
          </a:xfrm>
        </p:grpSpPr>
        <p:sp>
          <p:nvSpPr>
            <p:cNvPr id="1130" name="Google Shape;1130;p40"/>
            <p:cNvSpPr/>
            <p:nvPr/>
          </p:nvSpPr>
          <p:spPr>
            <a:xfrm>
              <a:off x="4565450" y="4835675"/>
              <a:ext cx="850200" cy="445800"/>
            </a:xfrm>
            <a:custGeom>
              <a:avLst/>
              <a:gdLst/>
              <a:ahLst/>
              <a:cxnLst/>
              <a:rect l="l" t="t" r="r" b="b"/>
              <a:pathLst>
                <a:path w="34008" h="17832" extrusionOk="0">
                  <a:moveTo>
                    <a:pt x="4203" y="0"/>
                  </a:moveTo>
                  <a:cubicBezTo>
                    <a:pt x="1847" y="0"/>
                    <a:pt x="0" y="1847"/>
                    <a:pt x="0" y="4203"/>
                  </a:cubicBezTo>
                  <a:lnTo>
                    <a:pt x="0" y="13629"/>
                  </a:lnTo>
                  <a:cubicBezTo>
                    <a:pt x="0" y="15921"/>
                    <a:pt x="1847" y="17832"/>
                    <a:pt x="4203" y="17832"/>
                  </a:cubicBezTo>
                  <a:lnTo>
                    <a:pt x="29804" y="17832"/>
                  </a:lnTo>
                  <a:cubicBezTo>
                    <a:pt x="32160" y="17832"/>
                    <a:pt x="34007" y="15921"/>
                    <a:pt x="34007" y="13629"/>
                  </a:cubicBezTo>
                  <a:lnTo>
                    <a:pt x="34007" y="4203"/>
                  </a:lnTo>
                  <a:cubicBezTo>
                    <a:pt x="34007" y="1847"/>
                    <a:pt x="32160" y="0"/>
                    <a:pt x="298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5848675" y="1425000"/>
              <a:ext cx="423525" cy="132575"/>
            </a:xfrm>
            <a:custGeom>
              <a:avLst/>
              <a:gdLst/>
              <a:ahLst/>
              <a:cxnLst/>
              <a:rect l="l" t="t" r="r" b="b"/>
              <a:pathLst>
                <a:path w="16941" h="5303" extrusionOk="0">
                  <a:moveTo>
                    <a:pt x="8470" y="0"/>
                  </a:moveTo>
                  <a:cubicBezTo>
                    <a:pt x="5413" y="0"/>
                    <a:pt x="2357" y="1131"/>
                    <a:pt x="0" y="3392"/>
                  </a:cubicBezTo>
                  <a:lnTo>
                    <a:pt x="1783" y="5302"/>
                  </a:lnTo>
                  <a:cubicBezTo>
                    <a:pt x="3662" y="3487"/>
                    <a:pt x="6082" y="2580"/>
                    <a:pt x="8502" y="2580"/>
                  </a:cubicBezTo>
                  <a:cubicBezTo>
                    <a:pt x="10922" y="2580"/>
                    <a:pt x="13342" y="3487"/>
                    <a:pt x="15221" y="5302"/>
                  </a:cubicBezTo>
                  <a:lnTo>
                    <a:pt x="16940" y="3392"/>
                  </a:lnTo>
                  <a:cubicBezTo>
                    <a:pt x="14584" y="1131"/>
                    <a:pt x="11527" y="0"/>
                    <a:pt x="84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5941025" y="1557925"/>
              <a:ext cx="238825" cy="95175"/>
            </a:xfrm>
            <a:custGeom>
              <a:avLst/>
              <a:gdLst/>
              <a:ahLst/>
              <a:cxnLst/>
              <a:rect l="l" t="t" r="r" b="b"/>
              <a:pathLst>
                <a:path w="9553" h="3807" extrusionOk="0">
                  <a:moveTo>
                    <a:pt x="4752" y="1"/>
                  </a:moveTo>
                  <a:cubicBezTo>
                    <a:pt x="3025" y="1"/>
                    <a:pt x="1306" y="654"/>
                    <a:pt x="0" y="1959"/>
                  </a:cubicBezTo>
                  <a:lnTo>
                    <a:pt x="1783" y="3806"/>
                  </a:lnTo>
                  <a:cubicBezTo>
                    <a:pt x="2611" y="3010"/>
                    <a:pt x="3678" y="2612"/>
                    <a:pt x="4744" y="2612"/>
                  </a:cubicBezTo>
                  <a:cubicBezTo>
                    <a:pt x="5811" y="2612"/>
                    <a:pt x="6878" y="3010"/>
                    <a:pt x="7706" y="3806"/>
                  </a:cubicBezTo>
                  <a:lnTo>
                    <a:pt x="9553" y="1959"/>
                  </a:lnTo>
                  <a:cubicBezTo>
                    <a:pt x="8215" y="654"/>
                    <a:pt x="6480" y="1"/>
                    <a:pt x="47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6009475" y="1680125"/>
              <a:ext cx="119425" cy="102525"/>
            </a:xfrm>
            <a:custGeom>
              <a:avLst/>
              <a:gdLst/>
              <a:ahLst/>
              <a:cxnLst/>
              <a:rect l="l" t="t" r="r" b="b"/>
              <a:pathLst>
                <a:path w="4777" h="4101" extrusionOk="0">
                  <a:moveTo>
                    <a:pt x="2038" y="1"/>
                  </a:moveTo>
                  <a:cubicBezTo>
                    <a:pt x="892" y="1"/>
                    <a:pt x="0" y="892"/>
                    <a:pt x="0" y="2039"/>
                  </a:cubicBezTo>
                  <a:cubicBezTo>
                    <a:pt x="0" y="3288"/>
                    <a:pt x="992" y="4101"/>
                    <a:pt x="2047" y="4101"/>
                  </a:cubicBezTo>
                  <a:cubicBezTo>
                    <a:pt x="2552" y="4101"/>
                    <a:pt x="3071" y="3915"/>
                    <a:pt x="3503" y="3503"/>
                  </a:cubicBezTo>
                  <a:cubicBezTo>
                    <a:pt x="4777" y="2166"/>
                    <a:pt x="3885" y="1"/>
                    <a:pt x="20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5753150" y="1286475"/>
              <a:ext cx="614575" cy="170775"/>
            </a:xfrm>
            <a:custGeom>
              <a:avLst/>
              <a:gdLst/>
              <a:ahLst/>
              <a:cxnLst/>
              <a:rect l="l" t="t" r="r" b="b"/>
              <a:pathLst>
                <a:path w="24583" h="6831" extrusionOk="0">
                  <a:moveTo>
                    <a:pt x="12291" y="1"/>
                  </a:moveTo>
                  <a:cubicBezTo>
                    <a:pt x="7865" y="1"/>
                    <a:pt x="3439" y="1641"/>
                    <a:pt x="0" y="4920"/>
                  </a:cubicBezTo>
                  <a:lnTo>
                    <a:pt x="1783" y="6831"/>
                  </a:lnTo>
                  <a:cubicBezTo>
                    <a:pt x="4713" y="3997"/>
                    <a:pt x="8502" y="2580"/>
                    <a:pt x="12291" y="2580"/>
                  </a:cubicBezTo>
                  <a:cubicBezTo>
                    <a:pt x="16081" y="2580"/>
                    <a:pt x="19870" y="3997"/>
                    <a:pt x="22799" y="6831"/>
                  </a:cubicBezTo>
                  <a:lnTo>
                    <a:pt x="24582" y="4920"/>
                  </a:lnTo>
                  <a:cubicBezTo>
                    <a:pt x="21143" y="1641"/>
                    <a:pt x="16717" y="1"/>
                    <a:pt x="122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0"/>
            <p:cNvSpPr/>
            <p:nvPr/>
          </p:nvSpPr>
          <p:spPr>
            <a:xfrm>
              <a:off x="1997375" y="1099025"/>
              <a:ext cx="3593400" cy="4136275"/>
            </a:xfrm>
            <a:custGeom>
              <a:avLst/>
              <a:gdLst/>
              <a:ahLst/>
              <a:cxnLst/>
              <a:rect l="l" t="t" r="r" b="b"/>
              <a:pathLst>
                <a:path w="143736" h="165451" extrusionOk="0">
                  <a:moveTo>
                    <a:pt x="75084" y="96481"/>
                  </a:moveTo>
                  <a:cubicBezTo>
                    <a:pt x="75020" y="96545"/>
                    <a:pt x="74957" y="96609"/>
                    <a:pt x="74893" y="96609"/>
                  </a:cubicBezTo>
                  <a:cubicBezTo>
                    <a:pt x="74957" y="96545"/>
                    <a:pt x="75020" y="96545"/>
                    <a:pt x="75084" y="96481"/>
                  </a:cubicBezTo>
                  <a:close/>
                  <a:moveTo>
                    <a:pt x="74000" y="97376"/>
                  </a:moveTo>
                  <a:cubicBezTo>
                    <a:pt x="73937" y="97501"/>
                    <a:pt x="73874" y="97565"/>
                    <a:pt x="73874" y="97691"/>
                  </a:cubicBezTo>
                  <a:lnTo>
                    <a:pt x="73874" y="97628"/>
                  </a:lnTo>
                  <a:cubicBezTo>
                    <a:pt x="73874" y="97564"/>
                    <a:pt x="73937" y="97501"/>
                    <a:pt x="74000" y="97376"/>
                  </a:cubicBezTo>
                  <a:close/>
                  <a:moveTo>
                    <a:pt x="73618" y="98331"/>
                  </a:moveTo>
                  <a:lnTo>
                    <a:pt x="73618" y="98331"/>
                  </a:lnTo>
                  <a:cubicBezTo>
                    <a:pt x="73556" y="98458"/>
                    <a:pt x="73556" y="98648"/>
                    <a:pt x="73556" y="98838"/>
                  </a:cubicBezTo>
                  <a:lnTo>
                    <a:pt x="73556" y="98774"/>
                  </a:lnTo>
                  <a:cubicBezTo>
                    <a:pt x="73556" y="98648"/>
                    <a:pt x="73556" y="98458"/>
                    <a:pt x="73618" y="98331"/>
                  </a:cubicBezTo>
                  <a:close/>
                  <a:moveTo>
                    <a:pt x="87375" y="108709"/>
                  </a:moveTo>
                  <a:cubicBezTo>
                    <a:pt x="87311" y="108709"/>
                    <a:pt x="87248" y="108772"/>
                    <a:pt x="87184" y="108836"/>
                  </a:cubicBezTo>
                  <a:lnTo>
                    <a:pt x="87120" y="108772"/>
                  </a:lnTo>
                  <a:cubicBezTo>
                    <a:pt x="87184" y="108772"/>
                    <a:pt x="87311" y="108709"/>
                    <a:pt x="87375" y="108709"/>
                  </a:cubicBezTo>
                  <a:close/>
                  <a:moveTo>
                    <a:pt x="86929" y="108836"/>
                  </a:moveTo>
                  <a:cubicBezTo>
                    <a:pt x="86866" y="108900"/>
                    <a:pt x="86802" y="108963"/>
                    <a:pt x="86738" y="108963"/>
                  </a:cubicBezTo>
                  <a:lnTo>
                    <a:pt x="86675" y="108963"/>
                  </a:lnTo>
                  <a:cubicBezTo>
                    <a:pt x="86738" y="108963"/>
                    <a:pt x="86802" y="108900"/>
                    <a:pt x="86929" y="108836"/>
                  </a:cubicBezTo>
                  <a:close/>
                  <a:moveTo>
                    <a:pt x="85783" y="109728"/>
                  </a:moveTo>
                  <a:cubicBezTo>
                    <a:pt x="85783" y="109855"/>
                    <a:pt x="85719" y="109919"/>
                    <a:pt x="85719" y="110046"/>
                  </a:cubicBezTo>
                  <a:lnTo>
                    <a:pt x="85656" y="110046"/>
                  </a:lnTo>
                  <a:cubicBezTo>
                    <a:pt x="85719" y="109919"/>
                    <a:pt x="85719" y="109855"/>
                    <a:pt x="85783" y="109728"/>
                  </a:cubicBezTo>
                  <a:close/>
                  <a:moveTo>
                    <a:pt x="85592" y="110173"/>
                  </a:moveTo>
                  <a:cubicBezTo>
                    <a:pt x="85528" y="110301"/>
                    <a:pt x="85528" y="110428"/>
                    <a:pt x="85528" y="110492"/>
                  </a:cubicBezTo>
                  <a:lnTo>
                    <a:pt x="85465" y="110492"/>
                  </a:lnTo>
                  <a:cubicBezTo>
                    <a:pt x="85465" y="110428"/>
                    <a:pt x="85528" y="110301"/>
                    <a:pt x="85592" y="110173"/>
                  </a:cubicBezTo>
                  <a:close/>
                  <a:moveTo>
                    <a:pt x="85401" y="110683"/>
                  </a:moveTo>
                  <a:cubicBezTo>
                    <a:pt x="85401" y="110810"/>
                    <a:pt x="85401" y="111001"/>
                    <a:pt x="85401" y="111192"/>
                  </a:cubicBezTo>
                  <a:lnTo>
                    <a:pt x="85337" y="111129"/>
                  </a:lnTo>
                  <a:cubicBezTo>
                    <a:pt x="85337" y="111001"/>
                    <a:pt x="85401" y="110810"/>
                    <a:pt x="85401" y="110683"/>
                  </a:cubicBezTo>
                  <a:close/>
                  <a:moveTo>
                    <a:pt x="96291" y="112156"/>
                  </a:moveTo>
                  <a:cubicBezTo>
                    <a:pt x="96294" y="112284"/>
                    <a:pt x="96355" y="112469"/>
                    <a:pt x="96355" y="112593"/>
                  </a:cubicBezTo>
                  <a:lnTo>
                    <a:pt x="96355" y="112657"/>
                  </a:lnTo>
                  <a:cubicBezTo>
                    <a:pt x="96355" y="112470"/>
                    <a:pt x="96294" y="112284"/>
                    <a:pt x="96291" y="112156"/>
                  </a:cubicBezTo>
                  <a:close/>
                  <a:moveTo>
                    <a:pt x="90432" y="113758"/>
                  </a:moveTo>
                  <a:lnTo>
                    <a:pt x="90432" y="113758"/>
                  </a:lnTo>
                  <a:cubicBezTo>
                    <a:pt x="90432" y="113879"/>
                    <a:pt x="90438" y="113997"/>
                    <a:pt x="90559" y="114058"/>
                  </a:cubicBezTo>
                  <a:lnTo>
                    <a:pt x="90559" y="114122"/>
                  </a:lnTo>
                  <a:cubicBezTo>
                    <a:pt x="90438" y="114001"/>
                    <a:pt x="90432" y="113879"/>
                    <a:pt x="90432" y="113758"/>
                  </a:cubicBezTo>
                  <a:close/>
                  <a:moveTo>
                    <a:pt x="91260" y="113740"/>
                  </a:moveTo>
                  <a:cubicBezTo>
                    <a:pt x="91260" y="113994"/>
                    <a:pt x="91132" y="114185"/>
                    <a:pt x="90878" y="114185"/>
                  </a:cubicBezTo>
                  <a:lnTo>
                    <a:pt x="90814" y="114185"/>
                  </a:lnTo>
                  <a:cubicBezTo>
                    <a:pt x="91069" y="114185"/>
                    <a:pt x="91260" y="113994"/>
                    <a:pt x="91260" y="113740"/>
                  </a:cubicBezTo>
                  <a:close/>
                  <a:moveTo>
                    <a:pt x="73556" y="122167"/>
                  </a:moveTo>
                  <a:cubicBezTo>
                    <a:pt x="73556" y="122287"/>
                    <a:pt x="73552" y="122408"/>
                    <a:pt x="73492" y="122528"/>
                  </a:cubicBezTo>
                  <a:lnTo>
                    <a:pt x="73492" y="122464"/>
                  </a:lnTo>
                  <a:cubicBezTo>
                    <a:pt x="73552" y="122404"/>
                    <a:pt x="73556" y="122287"/>
                    <a:pt x="73556" y="122167"/>
                  </a:cubicBezTo>
                  <a:close/>
                  <a:moveTo>
                    <a:pt x="73236" y="122848"/>
                  </a:moveTo>
                  <a:cubicBezTo>
                    <a:pt x="73173" y="122911"/>
                    <a:pt x="73109" y="122974"/>
                    <a:pt x="72983" y="123037"/>
                  </a:cubicBezTo>
                  <a:lnTo>
                    <a:pt x="72983" y="122974"/>
                  </a:lnTo>
                  <a:cubicBezTo>
                    <a:pt x="73109" y="122974"/>
                    <a:pt x="73173" y="122911"/>
                    <a:pt x="73236" y="122848"/>
                  </a:cubicBezTo>
                  <a:close/>
                  <a:moveTo>
                    <a:pt x="142143" y="18914"/>
                  </a:moveTo>
                  <a:lnTo>
                    <a:pt x="142143" y="121891"/>
                  </a:lnTo>
                  <a:cubicBezTo>
                    <a:pt x="142143" y="124884"/>
                    <a:pt x="139660" y="127368"/>
                    <a:pt x="136667" y="127368"/>
                  </a:cubicBezTo>
                  <a:lnTo>
                    <a:pt x="97947" y="127368"/>
                  </a:lnTo>
                  <a:lnTo>
                    <a:pt x="97947" y="117306"/>
                  </a:lnTo>
                  <a:lnTo>
                    <a:pt x="120172" y="117306"/>
                  </a:lnTo>
                  <a:lnTo>
                    <a:pt x="120172" y="115714"/>
                  </a:lnTo>
                  <a:lnTo>
                    <a:pt x="97947" y="115714"/>
                  </a:lnTo>
                  <a:lnTo>
                    <a:pt x="97947" y="112593"/>
                  </a:lnTo>
                  <a:cubicBezTo>
                    <a:pt x="97947" y="112339"/>
                    <a:pt x="97883" y="112084"/>
                    <a:pt x="97819" y="111829"/>
                  </a:cubicBezTo>
                  <a:lnTo>
                    <a:pt x="133673" y="111829"/>
                  </a:lnTo>
                  <a:lnTo>
                    <a:pt x="133673" y="110237"/>
                  </a:lnTo>
                  <a:lnTo>
                    <a:pt x="97119" y="110237"/>
                  </a:lnTo>
                  <a:cubicBezTo>
                    <a:pt x="96355" y="109154"/>
                    <a:pt x="95145" y="108581"/>
                    <a:pt x="93871" y="108581"/>
                  </a:cubicBezTo>
                  <a:lnTo>
                    <a:pt x="93744" y="108581"/>
                  </a:lnTo>
                  <a:cubicBezTo>
                    <a:pt x="92916" y="108581"/>
                    <a:pt x="92152" y="108836"/>
                    <a:pt x="91515" y="109345"/>
                  </a:cubicBezTo>
                  <a:cubicBezTo>
                    <a:pt x="90814" y="108008"/>
                    <a:pt x="89477" y="107180"/>
                    <a:pt x="88012" y="107116"/>
                  </a:cubicBezTo>
                  <a:lnTo>
                    <a:pt x="87885" y="107116"/>
                  </a:lnTo>
                  <a:cubicBezTo>
                    <a:pt x="87120" y="107116"/>
                    <a:pt x="86293" y="107371"/>
                    <a:pt x="85656" y="107817"/>
                  </a:cubicBezTo>
                  <a:cubicBezTo>
                    <a:pt x="84933" y="106371"/>
                    <a:pt x="83472" y="105534"/>
                    <a:pt x="81957" y="105534"/>
                  </a:cubicBezTo>
                  <a:cubicBezTo>
                    <a:pt x="81336" y="105534"/>
                    <a:pt x="80707" y="105674"/>
                    <a:pt x="80115" y="105970"/>
                  </a:cubicBezTo>
                  <a:lnTo>
                    <a:pt x="80115" y="98965"/>
                  </a:lnTo>
                  <a:cubicBezTo>
                    <a:pt x="80115" y="96736"/>
                    <a:pt x="78396" y="94889"/>
                    <a:pt x="76167" y="94762"/>
                  </a:cubicBezTo>
                  <a:lnTo>
                    <a:pt x="76039" y="94762"/>
                  </a:lnTo>
                  <a:cubicBezTo>
                    <a:pt x="73747" y="94762"/>
                    <a:pt x="71964" y="96609"/>
                    <a:pt x="71964" y="98838"/>
                  </a:cubicBezTo>
                  <a:lnTo>
                    <a:pt x="71964" y="121000"/>
                  </a:lnTo>
                  <a:lnTo>
                    <a:pt x="67824" y="118516"/>
                  </a:lnTo>
                  <a:cubicBezTo>
                    <a:pt x="67060" y="118134"/>
                    <a:pt x="66232" y="117879"/>
                    <a:pt x="65404" y="117879"/>
                  </a:cubicBezTo>
                  <a:cubicBezTo>
                    <a:pt x="61647" y="117879"/>
                    <a:pt x="59545" y="122337"/>
                    <a:pt x="62029" y="125203"/>
                  </a:cubicBezTo>
                  <a:lnTo>
                    <a:pt x="62093" y="125266"/>
                  </a:lnTo>
                  <a:lnTo>
                    <a:pt x="62156" y="125266"/>
                  </a:lnTo>
                  <a:lnTo>
                    <a:pt x="64258" y="127368"/>
                  </a:lnTo>
                  <a:lnTo>
                    <a:pt x="7070" y="127368"/>
                  </a:lnTo>
                  <a:cubicBezTo>
                    <a:pt x="4077" y="127368"/>
                    <a:pt x="1593" y="124948"/>
                    <a:pt x="1593" y="121891"/>
                  </a:cubicBezTo>
                  <a:lnTo>
                    <a:pt x="1593" y="18914"/>
                  </a:lnTo>
                  <a:close/>
                  <a:moveTo>
                    <a:pt x="7070" y="0"/>
                  </a:moveTo>
                  <a:cubicBezTo>
                    <a:pt x="3185" y="0"/>
                    <a:pt x="1" y="3184"/>
                    <a:pt x="1" y="7069"/>
                  </a:cubicBezTo>
                  <a:lnTo>
                    <a:pt x="1" y="121891"/>
                  </a:lnTo>
                  <a:cubicBezTo>
                    <a:pt x="1" y="125776"/>
                    <a:pt x="3185" y="128960"/>
                    <a:pt x="7070" y="128960"/>
                  </a:cubicBezTo>
                  <a:lnTo>
                    <a:pt x="65914" y="128960"/>
                  </a:lnTo>
                  <a:lnTo>
                    <a:pt x="73811" y="136666"/>
                  </a:lnTo>
                  <a:cubicBezTo>
                    <a:pt x="74002" y="136857"/>
                    <a:pt x="74129" y="137112"/>
                    <a:pt x="74129" y="137366"/>
                  </a:cubicBezTo>
                  <a:lnTo>
                    <a:pt x="74129" y="143607"/>
                  </a:lnTo>
                  <a:lnTo>
                    <a:pt x="73365" y="143607"/>
                  </a:lnTo>
                  <a:lnTo>
                    <a:pt x="73365" y="163859"/>
                  </a:lnTo>
                  <a:lnTo>
                    <a:pt x="74129" y="163859"/>
                  </a:lnTo>
                  <a:lnTo>
                    <a:pt x="74129" y="165451"/>
                  </a:lnTo>
                  <a:lnTo>
                    <a:pt x="94699" y="165451"/>
                  </a:lnTo>
                  <a:lnTo>
                    <a:pt x="94699" y="163859"/>
                  </a:lnTo>
                  <a:lnTo>
                    <a:pt x="97055" y="163859"/>
                  </a:lnTo>
                  <a:lnTo>
                    <a:pt x="97055" y="143607"/>
                  </a:lnTo>
                  <a:lnTo>
                    <a:pt x="94699" y="143607"/>
                  </a:lnTo>
                  <a:lnTo>
                    <a:pt x="94699" y="137175"/>
                  </a:lnTo>
                  <a:cubicBezTo>
                    <a:pt x="94699" y="136857"/>
                    <a:pt x="94763" y="136602"/>
                    <a:pt x="94954" y="136347"/>
                  </a:cubicBezTo>
                  <a:lnTo>
                    <a:pt x="97183" y="132781"/>
                  </a:lnTo>
                  <a:cubicBezTo>
                    <a:pt x="97692" y="132017"/>
                    <a:pt x="97947" y="131189"/>
                    <a:pt x="97947" y="130297"/>
                  </a:cubicBezTo>
                  <a:lnTo>
                    <a:pt x="97947" y="128960"/>
                  </a:lnTo>
                  <a:lnTo>
                    <a:pt x="136667" y="128960"/>
                  </a:lnTo>
                  <a:cubicBezTo>
                    <a:pt x="140551" y="128960"/>
                    <a:pt x="143672" y="125776"/>
                    <a:pt x="143736" y="121891"/>
                  </a:cubicBezTo>
                  <a:lnTo>
                    <a:pt x="143736" y="7069"/>
                  </a:lnTo>
                  <a:cubicBezTo>
                    <a:pt x="143672" y="3121"/>
                    <a:pt x="140551" y="0"/>
                    <a:pt x="136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0"/>
            <p:cNvSpPr/>
            <p:nvPr/>
          </p:nvSpPr>
          <p:spPr>
            <a:xfrm>
              <a:off x="2271225" y="2928325"/>
              <a:ext cx="977575" cy="976000"/>
            </a:xfrm>
            <a:custGeom>
              <a:avLst/>
              <a:gdLst/>
              <a:ahLst/>
              <a:cxnLst/>
              <a:rect l="l" t="t" r="r" b="b"/>
              <a:pathLst>
                <a:path w="39103" h="39040" extrusionOk="0">
                  <a:moveTo>
                    <a:pt x="19551" y="6369"/>
                  </a:moveTo>
                  <a:cubicBezTo>
                    <a:pt x="20761" y="6369"/>
                    <a:pt x="21971" y="6497"/>
                    <a:pt x="23118" y="6879"/>
                  </a:cubicBezTo>
                  <a:cubicBezTo>
                    <a:pt x="30123" y="8789"/>
                    <a:pt x="34199" y="16113"/>
                    <a:pt x="32225" y="23118"/>
                  </a:cubicBezTo>
                  <a:cubicBezTo>
                    <a:pt x="30632" y="28786"/>
                    <a:pt x="25474" y="32671"/>
                    <a:pt x="19551" y="32734"/>
                  </a:cubicBezTo>
                  <a:cubicBezTo>
                    <a:pt x="18341" y="32671"/>
                    <a:pt x="17131" y="32543"/>
                    <a:pt x="15985" y="32225"/>
                  </a:cubicBezTo>
                  <a:cubicBezTo>
                    <a:pt x="9617" y="30442"/>
                    <a:pt x="5605" y="24201"/>
                    <a:pt x="6496" y="17705"/>
                  </a:cubicBezTo>
                  <a:cubicBezTo>
                    <a:pt x="7388" y="11209"/>
                    <a:pt x="12992" y="6369"/>
                    <a:pt x="19551" y="6369"/>
                  </a:cubicBezTo>
                  <a:close/>
                  <a:moveTo>
                    <a:pt x="18469" y="1"/>
                  </a:moveTo>
                  <a:lnTo>
                    <a:pt x="18596" y="2421"/>
                  </a:lnTo>
                  <a:cubicBezTo>
                    <a:pt x="16049" y="2548"/>
                    <a:pt x="13501" y="3249"/>
                    <a:pt x="11273" y="4523"/>
                  </a:cubicBezTo>
                  <a:lnTo>
                    <a:pt x="10063" y="2485"/>
                  </a:lnTo>
                  <a:cubicBezTo>
                    <a:pt x="8152" y="3504"/>
                    <a:pt x="6433" y="4905"/>
                    <a:pt x="4968" y="6560"/>
                  </a:cubicBezTo>
                  <a:lnTo>
                    <a:pt x="6751" y="8152"/>
                  </a:lnTo>
                  <a:cubicBezTo>
                    <a:pt x="5031" y="10063"/>
                    <a:pt x="3821" y="12356"/>
                    <a:pt x="3121" y="14776"/>
                  </a:cubicBezTo>
                  <a:lnTo>
                    <a:pt x="765" y="14139"/>
                  </a:lnTo>
                  <a:lnTo>
                    <a:pt x="765" y="14202"/>
                  </a:lnTo>
                  <a:cubicBezTo>
                    <a:pt x="255" y="15922"/>
                    <a:pt x="64" y="17705"/>
                    <a:pt x="0" y="19488"/>
                  </a:cubicBezTo>
                  <a:lnTo>
                    <a:pt x="0" y="20635"/>
                  </a:lnTo>
                  <a:lnTo>
                    <a:pt x="2420" y="20507"/>
                  </a:lnTo>
                  <a:cubicBezTo>
                    <a:pt x="2548" y="23055"/>
                    <a:pt x="3312" y="25538"/>
                    <a:pt x="4522" y="27831"/>
                  </a:cubicBezTo>
                  <a:lnTo>
                    <a:pt x="2420" y="28977"/>
                  </a:lnTo>
                  <a:cubicBezTo>
                    <a:pt x="3503" y="30888"/>
                    <a:pt x="4904" y="32607"/>
                    <a:pt x="6496" y="34072"/>
                  </a:cubicBezTo>
                  <a:lnTo>
                    <a:pt x="8088" y="32289"/>
                  </a:lnTo>
                  <a:cubicBezTo>
                    <a:pt x="9999" y="34008"/>
                    <a:pt x="12291" y="35282"/>
                    <a:pt x="14775" y="35982"/>
                  </a:cubicBezTo>
                  <a:lnTo>
                    <a:pt x="14202" y="38275"/>
                  </a:lnTo>
                  <a:lnTo>
                    <a:pt x="14266" y="38275"/>
                  </a:lnTo>
                  <a:cubicBezTo>
                    <a:pt x="15985" y="38784"/>
                    <a:pt x="17768" y="39039"/>
                    <a:pt x="19615" y="39039"/>
                  </a:cubicBezTo>
                  <a:lnTo>
                    <a:pt x="20761" y="39039"/>
                  </a:lnTo>
                  <a:lnTo>
                    <a:pt x="20634" y="36619"/>
                  </a:lnTo>
                  <a:cubicBezTo>
                    <a:pt x="23181" y="36492"/>
                    <a:pt x="25665" y="35728"/>
                    <a:pt x="27958" y="34454"/>
                  </a:cubicBezTo>
                  <a:lnTo>
                    <a:pt x="29104" y="36619"/>
                  </a:lnTo>
                  <a:cubicBezTo>
                    <a:pt x="31015" y="35537"/>
                    <a:pt x="32734" y="34136"/>
                    <a:pt x="34199" y="32480"/>
                  </a:cubicBezTo>
                  <a:lnTo>
                    <a:pt x="32416" y="30888"/>
                  </a:lnTo>
                  <a:cubicBezTo>
                    <a:pt x="34071" y="28977"/>
                    <a:pt x="35345" y="26685"/>
                    <a:pt x="36046" y="24265"/>
                  </a:cubicBezTo>
                  <a:lnTo>
                    <a:pt x="38402" y="24901"/>
                  </a:lnTo>
                  <a:cubicBezTo>
                    <a:pt x="38848" y="23182"/>
                    <a:pt x="39102" y="21399"/>
                    <a:pt x="39102" y="19552"/>
                  </a:cubicBezTo>
                  <a:cubicBezTo>
                    <a:pt x="39102" y="19170"/>
                    <a:pt x="39102" y="18788"/>
                    <a:pt x="39102" y="18406"/>
                  </a:cubicBezTo>
                  <a:lnTo>
                    <a:pt x="36619" y="18469"/>
                  </a:lnTo>
                  <a:cubicBezTo>
                    <a:pt x="36491" y="15922"/>
                    <a:pt x="35727" y="13438"/>
                    <a:pt x="34517" y="11209"/>
                  </a:cubicBezTo>
                  <a:lnTo>
                    <a:pt x="36619" y="10063"/>
                  </a:lnTo>
                  <a:cubicBezTo>
                    <a:pt x="35536" y="8089"/>
                    <a:pt x="34199" y="6369"/>
                    <a:pt x="32543" y="4905"/>
                  </a:cubicBezTo>
                  <a:lnTo>
                    <a:pt x="30951" y="6751"/>
                  </a:lnTo>
                  <a:cubicBezTo>
                    <a:pt x="29040" y="5032"/>
                    <a:pt x="26748" y="3758"/>
                    <a:pt x="24264" y="3058"/>
                  </a:cubicBezTo>
                  <a:lnTo>
                    <a:pt x="24901" y="765"/>
                  </a:lnTo>
                  <a:cubicBezTo>
                    <a:pt x="23181" y="256"/>
                    <a:pt x="21398" y="1"/>
                    <a:pt x="196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0"/>
            <p:cNvSpPr/>
            <p:nvPr/>
          </p:nvSpPr>
          <p:spPr>
            <a:xfrm>
              <a:off x="3957250" y="29984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0"/>
            <p:cNvSpPr/>
            <p:nvPr/>
          </p:nvSpPr>
          <p:spPr>
            <a:xfrm>
              <a:off x="3307675" y="2819750"/>
              <a:ext cx="697375" cy="688475"/>
            </a:xfrm>
            <a:custGeom>
              <a:avLst/>
              <a:gdLst/>
              <a:ahLst/>
              <a:cxnLst/>
              <a:rect l="l" t="t" r="r" b="b"/>
              <a:pathLst>
                <a:path w="27895" h="27539" extrusionOk="0">
                  <a:moveTo>
                    <a:pt x="13948" y="5618"/>
                  </a:moveTo>
                  <a:cubicBezTo>
                    <a:pt x="14712" y="5618"/>
                    <a:pt x="15412" y="5745"/>
                    <a:pt x="16176" y="5936"/>
                  </a:cubicBezTo>
                  <a:cubicBezTo>
                    <a:pt x="19679" y="6955"/>
                    <a:pt x="22099" y="10139"/>
                    <a:pt x="22099" y="13833"/>
                  </a:cubicBezTo>
                  <a:cubicBezTo>
                    <a:pt x="22099" y="14533"/>
                    <a:pt x="21972" y="15298"/>
                    <a:pt x="21781" y="16062"/>
                  </a:cubicBezTo>
                  <a:cubicBezTo>
                    <a:pt x="20802" y="19631"/>
                    <a:pt x="17534" y="22003"/>
                    <a:pt x="13953" y="22003"/>
                  </a:cubicBezTo>
                  <a:cubicBezTo>
                    <a:pt x="13572" y="22003"/>
                    <a:pt x="13187" y="21976"/>
                    <a:pt x="12801" y="21921"/>
                  </a:cubicBezTo>
                  <a:cubicBezTo>
                    <a:pt x="8725" y="21411"/>
                    <a:pt x="5732" y="17909"/>
                    <a:pt x="5732" y="13833"/>
                  </a:cubicBezTo>
                  <a:cubicBezTo>
                    <a:pt x="5732" y="13069"/>
                    <a:pt x="5860" y="12304"/>
                    <a:pt x="6051" y="11604"/>
                  </a:cubicBezTo>
                  <a:cubicBezTo>
                    <a:pt x="7070" y="8038"/>
                    <a:pt x="10254" y="5618"/>
                    <a:pt x="13948" y="5618"/>
                  </a:cubicBezTo>
                  <a:close/>
                  <a:moveTo>
                    <a:pt x="13928" y="0"/>
                  </a:moveTo>
                  <a:cubicBezTo>
                    <a:pt x="13059" y="0"/>
                    <a:pt x="12192" y="87"/>
                    <a:pt x="11336" y="268"/>
                  </a:cubicBezTo>
                  <a:lnTo>
                    <a:pt x="11655" y="1860"/>
                  </a:lnTo>
                  <a:cubicBezTo>
                    <a:pt x="10381" y="2115"/>
                    <a:pt x="9171" y="2497"/>
                    <a:pt x="8089" y="3134"/>
                  </a:cubicBezTo>
                  <a:lnTo>
                    <a:pt x="7261" y="1733"/>
                  </a:lnTo>
                  <a:cubicBezTo>
                    <a:pt x="5350" y="2752"/>
                    <a:pt x="3758" y="4217"/>
                    <a:pt x="2484" y="6000"/>
                  </a:cubicBezTo>
                  <a:lnTo>
                    <a:pt x="3885" y="6955"/>
                  </a:lnTo>
                  <a:cubicBezTo>
                    <a:pt x="3121" y="7974"/>
                    <a:pt x="2612" y="9120"/>
                    <a:pt x="2293" y="10394"/>
                  </a:cubicBezTo>
                  <a:lnTo>
                    <a:pt x="701" y="9948"/>
                  </a:lnTo>
                  <a:lnTo>
                    <a:pt x="701" y="10012"/>
                  </a:lnTo>
                  <a:cubicBezTo>
                    <a:pt x="64" y="12050"/>
                    <a:pt x="1" y="14215"/>
                    <a:pt x="383" y="16317"/>
                  </a:cubicBezTo>
                  <a:lnTo>
                    <a:pt x="1975" y="15998"/>
                  </a:lnTo>
                  <a:cubicBezTo>
                    <a:pt x="2230" y="17272"/>
                    <a:pt x="2612" y="18482"/>
                    <a:pt x="3249" y="19564"/>
                  </a:cubicBezTo>
                  <a:lnTo>
                    <a:pt x="1848" y="20392"/>
                  </a:lnTo>
                  <a:cubicBezTo>
                    <a:pt x="2866" y="22303"/>
                    <a:pt x="4331" y="23959"/>
                    <a:pt x="6114" y="25169"/>
                  </a:cubicBezTo>
                  <a:lnTo>
                    <a:pt x="7070" y="23831"/>
                  </a:lnTo>
                  <a:cubicBezTo>
                    <a:pt x="8089" y="24532"/>
                    <a:pt x="9235" y="25041"/>
                    <a:pt x="10445" y="25423"/>
                  </a:cubicBezTo>
                  <a:lnTo>
                    <a:pt x="10063" y="27015"/>
                  </a:lnTo>
                  <a:lnTo>
                    <a:pt x="10190" y="27015"/>
                  </a:lnTo>
                  <a:cubicBezTo>
                    <a:pt x="11436" y="27355"/>
                    <a:pt x="12704" y="27538"/>
                    <a:pt x="13981" y="27538"/>
                  </a:cubicBezTo>
                  <a:cubicBezTo>
                    <a:pt x="14858" y="27538"/>
                    <a:pt x="15740" y="27452"/>
                    <a:pt x="16622" y="27270"/>
                  </a:cubicBezTo>
                  <a:lnTo>
                    <a:pt x="16304" y="25678"/>
                  </a:lnTo>
                  <a:cubicBezTo>
                    <a:pt x="17514" y="25423"/>
                    <a:pt x="18724" y="24978"/>
                    <a:pt x="19870" y="24404"/>
                  </a:cubicBezTo>
                  <a:lnTo>
                    <a:pt x="20634" y="25805"/>
                  </a:lnTo>
                  <a:cubicBezTo>
                    <a:pt x="22545" y="24723"/>
                    <a:pt x="24137" y="23258"/>
                    <a:pt x="25347" y="21475"/>
                  </a:cubicBezTo>
                  <a:lnTo>
                    <a:pt x="24010" y="20583"/>
                  </a:lnTo>
                  <a:cubicBezTo>
                    <a:pt x="24710" y="19501"/>
                    <a:pt x="25283" y="18354"/>
                    <a:pt x="25602" y="17144"/>
                  </a:cubicBezTo>
                  <a:lnTo>
                    <a:pt x="27194" y="17590"/>
                  </a:lnTo>
                  <a:cubicBezTo>
                    <a:pt x="27767" y="15489"/>
                    <a:pt x="27894" y="13323"/>
                    <a:pt x="27449" y="11222"/>
                  </a:cubicBezTo>
                  <a:lnTo>
                    <a:pt x="27449" y="11222"/>
                  </a:lnTo>
                  <a:lnTo>
                    <a:pt x="25856" y="11477"/>
                  </a:lnTo>
                  <a:cubicBezTo>
                    <a:pt x="25602" y="10267"/>
                    <a:pt x="25220" y="9057"/>
                    <a:pt x="24583" y="7910"/>
                  </a:cubicBezTo>
                  <a:lnTo>
                    <a:pt x="25984" y="7146"/>
                  </a:lnTo>
                  <a:cubicBezTo>
                    <a:pt x="24965" y="5236"/>
                    <a:pt x="23500" y="3580"/>
                    <a:pt x="21653" y="2370"/>
                  </a:cubicBezTo>
                  <a:lnTo>
                    <a:pt x="20762" y="3707"/>
                  </a:lnTo>
                  <a:cubicBezTo>
                    <a:pt x="19743" y="3007"/>
                    <a:pt x="18533" y="2497"/>
                    <a:pt x="17323" y="2115"/>
                  </a:cubicBezTo>
                  <a:lnTo>
                    <a:pt x="17769" y="523"/>
                  </a:lnTo>
                  <a:lnTo>
                    <a:pt x="17705" y="523"/>
                  </a:lnTo>
                  <a:cubicBezTo>
                    <a:pt x="16459" y="183"/>
                    <a:pt x="15191" y="0"/>
                    <a:pt x="13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0"/>
            <p:cNvSpPr/>
            <p:nvPr/>
          </p:nvSpPr>
          <p:spPr>
            <a:xfrm>
              <a:off x="2445675" y="3165225"/>
              <a:ext cx="592975" cy="501025"/>
            </a:xfrm>
            <a:custGeom>
              <a:avLst/>
              <a:gdLst/>
              <a:ahLst/>
              <a:cxnLst/>
              <a:rect l="l" t="t" r="r" b="b"/>
              <a:pathLst>
                <a:path w="23719" h="20041" extrusionOk="0">
                  <a:moveTo>
                    <a:pt x="12506" y="1"/>
                  </a:moveTo>
                  <a:cubicBezTo>
                    <a:pt x="5255" y="1"/>
                    <a:pt x="0" y="8012"/>
                    <a:pt x="3849" y="14916"/>
                  </a:cubicBezTo>
                  <a:cubicBezTo>
                    <a:pt x="5784" y="18387"/>
                    <a:pt x="9168" y="20041"/>
                    <a:pt x="12536" y="20041"/>
                  </a:cubicBezTo>
                  <a:cubicBezTo>
                    <a:pt x="16706" y="20041"/>
                    <a:pt x="20851" y="17507"/>
                    <a:pt x="22190" y="12751"/>
                  </a:cubicBezTo>
                  <a:cubicBezTo>
                    <a:pt x="23718" y="7465"/>
                    <a:pt x="20598" y="1924"/>
                    <a:pt x="15312" y="396"/>
                  </a:cubicBezTo>
                  <a:cubicBezTo>
                    <a:pt x="14355" y="127"/>
                    <a:pt x="13415" y="1"/>
                    <a:pt x="125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0"/>
            <p:cNvSpPr/>
            <p:nvPr/>
          </p:nvSpPr>
          <p:spPr>
            <a:xfrm>
              <a:off x="3481225" y="3027000"/>
              <a:ext cx="333850" cy="275925"/>
            </a:xfrm>
            <a:custGeom>
              <a:avLst/>
              <a:gdLst/>
              <a:ahLst/>
              <a:cxnLst/>
              <a:rect l="l" t="t" r="r" b="b"/>
              <a:pathLst>
                <a:path w="13354" h="11037" extrusionOk="0">
                  <a:moveTo>
                    <a:pt x="6963" y="1"/>
                  </a:moveTo>
                  <a:cubicBezTo>
                    <a:pt x="6076" y="1"/>
                    <a:pt x="5157" y="219"/>
                    <a:pt x="4267" y="703"/>
                  </a:cubicBezTo>
                  <a:cubicBezTo>
                    <a:pt x="0" y="3123"/>
                    <a:pt x="764" y="9491"/>
                    <a:pt x="5477" y="10829"/>
                  </a:cubicBezTo>
                  <a:cubicBezTo>
                    <a:pt x="5975" y="10969"/>
                    <a:pt x="6477" y="11037"/>
                    <a:pt x="6971" y="11037"/>
                  </a:cubicBezTo>
                  <a:cubicBezTo>
                    <a:pt x="9382" y="11037"/>
                    <a:pt x="11604" y="9439"/>
                    <a:pt x="12291" y="7008"/>
                  </a:cubicBezTo>
                  <a:cubicBezTo>
                    <a:pt x="13354" y="3263"/>
                    <a:pt x="10396" y="1"/>
                    <a:pt x="69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0"/>
            <p:cNvSpPr/>
            <p:nvPr/>
          </p:nvSpPr>
          <p:spPr>
            <a:xfrm>
              <a:off x="639325" y="2213475"/>
              <a:ext cx="444225" cy="442625"/>
            </a:xfrm>
            <a:custGeom>
              <a:avLst/>
              <a:gdLst/>
              <a:ahLst/>
              <a:cxnLst/>
              <a:rect l="l" t="t" r="r" b="b"/>
              <a:pathLst>
                <a:path w="17769" h="17705" extrusionOk="0">
                  <a:moveTo>
                    <a:pt x="8916" y="2867"/>
                  </a:moveTo>
                  <a:cubicBezTo>
                    <a:pt x="9426" y="2867"/>
                    <a:pt x="9999" y="2930"/>
                    <a:pt x="10572" y="3058"/>
                  </a:cubicBezTo>
                  <a:cubicBezTo>
                    <a:pt x="13119" y="3822"/>
                    <a:pt x="14902" y="6178"/>
                    <a:pt x="14902" y="8853"/>
                  </a:cubicBezTo>
                  <a:cubicBezTo>
                    <a:pt x="14902" y="9426"/>
                    <a:pt x="14839" y="9936"/>
                    <a:pt x="14648" y="10509"/>
                  </a:cubicBezTo>
                  <a:cubicBezTo>
                    <a:pt x="13947" y="13056"/>
                    <a:pt x="11591" y="14839"/>
                    <a:pt x="8916" y="14839"/>
                  </a:cubicBezTo>
                  <a:cubicBezTo>
                    <a:pt x="5605" y="14839"/>
                    <a:pt x="2930" y="12164"/>
                    <a:pt x="2930" y="8853"/>
                  </a:cubicBezTo>
                  <a:cubicBezTo>
                    <a:pt x="2930" y="8280"/>
                    <a:pt x="2994" y="7770"/>
                    <a:pt x="3121" y="7197"/>
                  </a:cubicBezTo>
                  <a:cubicBezTo>
                    <a:pt x="3885" y="4650"/>
                    <a:pt x="6178" y="2867"/>
                    <a:pt x="8852" y="2867"/>
                  </a:cubicBezTo>
                  <a:close/>
                  <a:moveTo>
                    <a:pt x="8343" y="1"/>
                  </a:moveTo>
                  <a:lnTo>
                    <a:pt x="8407" y="1083"/>
                  </a:lnTo>
                  <a:cubicBezTo>
                    <a:pt x="7260" y="1147"/>
                    <a:pt x="6114" y="1529"/>
                    <a:pt x="5095" y="2102"/>
                  </a:cubicBezTo>
                  <a:lnTo>
                    <a:pt x="4586" y="1083"/>
                  </a:lnTo>
                  <a:cubicBezTo>
                    <a:pt x="3694" y="1593"/>
                    <a:pt x="2930" y="2230"/>
                    <a:pt x="2293" y="2930"/>
                  </a:cubicBezTo>
                  <a:lnTo>
                    <a:pt x="3057" y="3695"/>
                  </a:lnTo>
                  <a:cubicBezTo>
                    <a:pt x="2293" y="4522"/>
                    <a:pt x="1720" y="5605"/>
                    <a:pt x="1401" y="6688"/>
                  </a:cubicBezTo>
                  <a:lnTo>
                    <a:pt x="319" y="6433"/>
                  </a:lnTo>
                  <a:cubicBezTo>
                    <a:pt x="128" y="7197"/>
                    <a:pt x="0" y="7961"/>
                    <a:pt x="0" y="8789"/>
                  </a:cubicBezTo>
                  <a:lnTo>
                    <a:pt x="0" y="9299"/>
                  </a:lnTo>
                  <a:lnTo>
                    <a:pt x="1083" y="9235"/>
                  </a:lnTo>
                  <a:cubicBezTo>
                    <a:pt x="1147" y="10445"/>
                    <a:pt x="1465" y="11528"/>
                    <a:pt x="2038" y="12610"/>
                  </a:cubicBezTo>
                  <a:lnTo>
                    <a:pt x="1083" y="13120"/>
                  </a:lnTo>
                  <a:cubicBezTo>
                    <a:pt x="1592" y="14011"/>
                    <a:pt x="2229" y="14776"/>
                    <a:pt x="2930" y="15412"/>
                  </a:cubicBezTo>
                  <a:lnTo>
                    <a:pt x="3694" y="14648"/>
                  </a:lnTo>
                  <a:cubicBezTo>
                    <a:pt x="4586" y="15412"/>
                    <a:pt x="5605" y="15986"/>
                    <a:pt x="6751" y="16304"/>
                  </a:cubicBezTo>
                  <a:lnTo>
                    <a:pt x="6432" y="17387"/>
                  </a:lnTo>
                  <a:cubicBezTo>
                    <a:pt x="7197" y="17578"/>
                    <a:pt x="8025" y="17705"/>
                    <a:pt x="8852" y="17705"/>
                  </a:cubicBezTo>
                  <a:lnTo>
                    <a:pt x="9362" y="17705"/>
                  </a:lnTo>
                  <a:lnTo>
                    <a:pt x="9298" y="16622"/>
                  </a:lnTo>
                  <a:cubicBezTo>
                    <a:pt x="10508" y="16559"/>
                    <a:pt x="11591" y="16177"/>
                    <a:pt x="12673" y="15603"/>
                  </a:cubicBezTo>
                  <a:lnTo>
                    <a:pt x="13183" y="16622"/>
                  </a:lnTo>
                  <a:cubicBezTo>
                    <a:pt x="14075" y="16113"/>
                    <a:pt x="14839" y="15476"/>
                    <a:pt x="15476" y="14712"/>
                  </a:cubicBezTo>
                  <a:lnTo>
                    <a:pt x="14711" y="14011"/>
                  </a:lnTo>
                  <a:cubicBezTo>
                    <a:pt x="15476" y="13120"/>
                    <a:pt x="16049" y="12101"/>
                    <a:pt x="16367" y="10954"/>
                  </a:cubicBezTo>
                  <a:lnTo>
                    <a:pt x="17450" y="11273"/>
                  </a:lnTo>
                  <a:cubicBezTo>
                    <a:pt x="17641" y="10509"/>
                    <a:pt x="17768" y="9681"/>
                    <a:pt x="17768" y="8853"/>
                  </a:cubicBezTo>
                  <a:lnTo>
                    <a:pt x="17768" y="8343"/>
                  </a:lnTo>
                  <a:lnTo>
                    <a:pt x="16686" y="8407"/>
                  </a:lnTo>
                  <a:cubicBezTo>
                    <a:pt x="16622" y="7261"/>
                    <a:pt x="16240" y="6115"/>
                    <a:pt x="15667" y="5096"/>
                  </a:cubicBezTo>
                  <a:lnTo>
                    <a:pt x="16686" y="4522"/>
                  </a:lnTo>
                  <a:cubicBezTo>
                    <a:pt x="16176" y="3695"/>
                    <a:pt x="15539" y="2867"/>
                    <a:pt x="14775" y="2230"/>
                  </a:cubicBezTo>
                  <a:lnTo>
                    <a:pt x="14075" y="2994"/>
                  </a:lnTo>
                  <a:cubicBezTo>
                    <a:pt x="13183" y="2230"/>
                    <a:pt x="12164" y="1657"/>
                    <a:pt x="11018" y="1338"/>
                  </a:cubicBezTo>
                  <a:lnTo>
                    <a:pt x="11336" y="319"/>
                  </a:lnTo>
                  <a:cubicBezTo>
                    <a:pt x="10508" y="65"/>
                    <a:pt x="9680" y="1"/>
                    <a:pt x="88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0"/>
            <p:cNvSpPr/>
            <p:nvPr/>
          </p:nvSpPr>
          <p:spPr>
            <a:xfrm>
              <a:off x="1112175" y="2165725"/>
              <a:ext cx="313675" cy="310475"/>
            </a:xfrm>
            <a:custGeom>
              <a:avLst/>
              <a:gdLst/>
              <a:ahLst/>
              <a:cxnLst/>
              <a:rect l="l" t="t" r="r" b="b"/>
              <a:pathLst>
                <a:path w="12547" h="12419" extrusionOk="0">
                  <a:moveTo>
                    <a:pt x="6242" y="2484"/>
                  </a:moveTo>
                  <a:cubicBezTo>
                    <a:pt x="6624" y="2484"/>
                    <a:pt x="6942" y="2484"/>
                    <a:pt x="7260" y="2611"/>
                  </a:cubicBezTo>
                  <a:cubicBezTo>
                    <a:pt x="8916" y="3057"/>
                    <a:pt x="9999" y="4522"/>
                    <a:pt x="9999" y="6178"/>
                  </a:cubicBezTo>
                  <a:cubicBezTo>
                    <a:pt x="9999" y="6560"/>
                    <a:pt x="9935" y="6878"/>
                    <a:pt x="9872" y="7197"/>
                  </a:cubicBezTo>
                  <a:cubicBezTo>
                    <a:pt x="9426" y="8789"/>
                    <a:pt x="7961" y="9935"/>
                    <a:pt x="6305" y="9935"/>
                  </a:cubicBezTo>
                  <a:cubicBezTo>
                    <a:pt x="5923" y="9935"/>
                    <a:pt x="5605" y="9871"/>
                    <a:pt x="5286" y="9808"/>
                  </a:cubicBezTo>
                  <a:cubicBezTo>
                    <a:pt x="3630" y="9298"/>
                    <a:pt x="2548" y="7833"/>
                    <a:pt x="2548" y="6178"/>
                  </a:cubicBezTo>
                  <a:cubicBezTo>
                    <a:pt x="2548" y="5859"/>
                    <a:pt x="2612" y="5477"/>
                    <a:pt x="2675" y="5159"/>
                  </a:cubicBezTo>
                  <a:cubicBezTo>
                    <a:pt x="3121" y="3567"/>
                    <a:pt x="4586" y="2484"/>
                    <a:pt x="6242" y="2484"/>
                  </a:cubicBezTo>
                  <a:close/>
                  <a:moveTo>
                    <a:pt x="6242" y="0"/>
                  </a:moveTo>
                  <a:cubicBezTo>
                    <a:pt x="5859" y="0"/>
                    <a:pt x="5477" y="0"/>
                    <a:pt x="5095" y="64"/>
                  </a:cubicBezTo>
                  <a:lnTo>
                    <a:pt x="5223" y="828"/>
                  </a:lnTo>
                  <a:cubicBezTo>
                    <a:pt x="4649" y="956"/>
                    <a:pt x="4140" y="1147"/>
                    <a:pt x="3630" y="1401"/>
                  </a:cubicBezTo>
                  <a:lnTo>
                    <a:pt x="3248" y="701"/>
                  </a:lnTo>
                  <a:cubicBezTo>
                    <a:pt x="2357" y="1147"/>
                    <a:pt x="1656" y="1847"/>
                    <a:pt x="1083" y="2675"/>
                  </a:cubicBezTo>
                  <a:lnTo>
                    <a:pt x="1720" y="3057"/>
                  </a:lnTo>
                  <a:cubicBezTo>
                    <a:pt x="1338" y="3567"/>
                    <a:pt x="1147" y="4076"/>
                    <a:pt x="956" y="4649"/>
                  </a:cubicBezTo>
                  <a:lnTo>
                    <a:pt x="255" y="4458"/>
                  </a:lnTo>
                  <a:lnTo>
                    <a:pt x="255" y="4522"/>
                  </a:lnTo>
                  <a:cubicBezTo>
                    <a:pt x="128" y="5095"/>
                    <a:pt x="1" y="5668"/>
                    <a:pt x="1" y="6241"/>
                  </a:cubicBezTo>
                  <a:cubicBezTo>
                    <a:pt x="1" y="6623"/>
                    <a:pt x="64" y="7006"/>
                    <a:pt x="128" y="7388"/>
                  </a:cubicBezTo>
                  <a:lnTo>
                    <a:pt x="828" y="7260"/>
                  </a:lnTo>
                  <a:cubicBezTo>
                    <a:pt x="956" y="7833"/>
                    <a:pt x="1147" y="8343"/>
                    <a:pt x="1465" y="8852"/>
                  </a:cubicBezTo>
                  <a:lnTo>
                    <a:pt x="765" y="9171"/>
                  </a:lnTo>
                  <a:cubicBezTo>
                    <a:pt x="1274" y="10062"/>
                    <a:pt x="1911" y="10827"/>
                    <a:pt x="2739" y="11336"/>
                  </a:cubicBezTo>
                  <a:lnTo>
                    <a:pt x="3185" y="10763"/>
                  </a:lnTo>
                  <a:cubicBezTo>
                    <a:pt x="3630" y="11081"/>
                    <a:pt x="4204" y="11336"/>
                    <a:pt x="4777" y="11463"/>
                  </a:cubicBezTo>
                  <a:lnTo>
                    <a:pt x="4522" y="12228"/>
                  </a:lnTo>
                  <a:lnTo>
                    <a:pt x="4586" y="12228"/>
                  </a:lnTo>
                  <a:cubicBezTo>
                    <a:pt x="5159" y="12355"/>
                    <a:pt x="5732" y="12419"/>
                    <a:pt x="6305" y="12419"/>
                  </a:cubicBezTo>
                  <a:cubicBezTo>
                    <a:pt x="6751" y="12419"/>
                    <a:pt x="7133" y="12419"/>
                    <a:pt x="7515" y="12291"/>
                  </a:cubicBezTo>
                  <a:lnTo>
                    <a:pt x="7388" y="11591"/>
                  </a:lnTo>
                  <a:cubicBezTo>
                    <a:pt x="7961" y="11463"/>
                    <a:pt x="8470" y="11272"/>
                    <a:pt x="8980" y="11018"/>
                  </a:cubicBezTo>
                  <a:lnTo>
                    <a:pt x="9362" y="11654"/>
                  </a:lnTo>
                  <a:cubicBezTo>
                    <a:pt x="10190" y="11145"/>
                    <a:pt x="10954" y="10508"/>
                    <a:pt x="11464" y="9680"/>
                  </a:cubicBezTo>
                  <a:lnTo>
                    <a:pt x="10890" y="9234"/>
                  </a:lnTo>
                  <a:cubicBezTo>
                    <a:pt x="11209" y="8789"/>
                    <a:pt x="11464" y="8216"/>
                    <a:pt x="11591" y="7642"/>
                  </a:cubicBezTo>
                  <a:lnTo>
                    <a:pt x="12292" y="7897"/>
                  </a:lnTo>
                  <a:cubicBezTo>
                    <a:pt x="12483" y="7388"/>
                    <a:pt x="12546" y="6751"/>
                    <a:pt x="12546" y="6178"/>
                  </a:cubicBezTo>
                  <a:cubicBezTo>
                    <a:pt x="12546" y="5796"/>
                    <a:pt x="12483" y="5413"/>
                    <a:pt x="12419" y="5031"/>
                  </a:cubicBezTo>
                  <a:lnTo>
                    <a:pt x="11718" y="5159"/>
                  </a:lnTo>
                  <a:cubicBezTo>
                    <a:pt x="11591" y="4586"/>
                    <a:pt x="11400" y="4076"/>
                    <a:pt x="11082" y="3567"/>
                  </a:cubicBezTo>
                  <a:lnTo>
                    <a:pt x="11782" y="3185"/>
                  </a:lnTo>
                  <a:cubicBezTo>
                    <a:pt x="11273" y="2357"/>
                    <a:pt x="10572" y="1592"/>
                    <a:pt x="9808" y="1019"/>
                  </a:cubicBezTo>
                  <a:lnTo>
                    <a:pt x="9362" y="1656"/>
                  </a:lnTo>
                  <a:cubicBezTo>
                    <a:pt x="8853" y="1338"/>
                    <a:pt x="8343" y="1083"/>
                    <a:pt x="7770" y="956"/>
                  </a:cubicBezTo>
                  <a:lnTo>
                    <a:pt x="7961" y="191"/>
                  </a:lnTo>
                  <a:cubicBezTo>
                    <a:pt x="7452" y="64"/>
                    <a:pt x="6878" y="0"/>
                    <a:pt x="62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0"/>
            <p:cNvSpPr/>
            <p:nvPr/>
          </p:nvSpPr>
          <p:spPr>
            <a:xfrm>
              <a:off x="4310700" y="2208700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0"/>
            <p:cNvSpPr/>
            <p:nvPr/>
          </p:nvSpPr>
          <p:spPr>
            <a:xfrm>
              <a:off x="4310700" y="234562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0"/>
            <p:cNvSpPr/>
            <p:nvPr/>
          </p:nvSpPr>
          <p:spPr>
            <a:xfrm>
              <a:off x="4310700" y="2482550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0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0"/>
            <p:cNvSpPr/>
            <p:nvPr/>
          </p:nvSpPr>
          <p:spPr>
            <a:xfrm>
              <a:off x="4310700" y="2621050"/>
              <a:ext cx="1028525" cy="39850"/>
            </a:xfrm>
            <a:custGeom>
              <a:avLst/>
              <a:gdLst/>
              <a:ahLst/>
              <a:cxnLst/>
              <a:rect l="l" t="t" r="r" b="b"/>
              <a:pathLst>
                <a:path w="41141" h="1594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0"/>
            <p:cNvSpPr/>
            <p:nvPr/>
          </p:nvSpPr>
          <p:spPr>
            <a:xfrm>
              <a:off x="4310700" y="275797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0"/>
            <p:cNvSpPr/>
            <p:nvPr/>
          </p:nvSpPr>
          <p:spPr>
            <a:xfrm>
              <a:off x="4310700" y="2894900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0"/>
            <p:cNvSpPr/>
            <p:nvPr/>
          </p:nvSpPr>
          <p:spPr>
            <a:xfrm>
              <a:off x="4310700" y="303182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0"/>
                  </a:moveTo>
                  <a:lnTo>
                    <a:pt x="1" y="1592"/>
                  </a:lnTo>
                  <a:lnTo>
                    <a:pt x="41140" y="1592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0"/>
            <p:cNvSpPr/>
            <p:nvPr/>
          </p:nvSpPr>
          <p:spPr>
            <a:xfrm>
              <a:off x="4310700" y="3168750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0"/>
                  </a:moveTo>
                  <a:lnTo>
                    <a:pt x="1" y="1592"/>
                  </a:lnTo>
                  <a:lnTo>
                    <a:pt x="41140" y="1592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0"/>
            <p:cNvSpPr/>
            <p:nvPr/>
          </p:nvSpPr>
          <p:spPr>
            <a:xfrm>
              <a:off x="4310700" y="330567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0"/>
                  </a:moveTo>
                  <a:lnTo>
                    <a:pt x="1" y="1592"/>
                  </a:lnTo>
                  <a:lnTo>
                    <a:pt x="41140" y="1592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0"/>
            <p:cNvSpPr/>
            <p:nvPr/>
          </p:nvSpPr>
          <p:spPr>
            <a:xfrm>
              <a:off x="4310700" y="344257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0"/>
            <p:cNvSpPr/>
            <p:nvPr/>
          </p:nvSpPr>
          <p:spPr>
            <a:xfrm>
              <a:off x="4310700" y="3579500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1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0"/>
            <p:cNvSpPr/>
            <p:nvPr/>
          </p:nvSpPr>
          <p:spPr>
            <a:xfrm>
              <a:off x="4310700" y="3716425"/>
              <a:ext cx="1028525" cy="39825"/>
            </a:xfrm>
            <a:custGeom>
              <a:avLst/>
              <a:gdLst/>
              <a:ahLst/>
              <a:cxnLst/>
              <a:rect l="l" t="t" r="r" b="b"/>
              <a:pathLst>
                <a:path w="41141" h="1593" extrusionOk="0">
                  <a:moveTo>
                    <a:pt x="1" y="0"/>
                  </a:moveTo>
                  <a:lnTo>
                    <a:pt x="1" y="1593"/>
                  </a:lnTo>
                  <a:lnTo>
                    <a:pt x="41140" y="1593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0"/>
            <p:cNvSpPr/>
            <p:nvPr/>
          </p:nvSpPr>
          <p:spPr>
            <a:xfrm>
              <a:off x="2293525" y="2208700"/>
              <a:ext cx="1776800" cy="39825"/>
            </a:xfrm>
            <a:custGeom>
              <a:avLst/>
              <a:gdLst/>
              <a:ahLst/>
              <a:cxnLst/>
              <a:rect l="l" t="t" r="r" b="b"/>
              <a:pathLst>
                <a:path w="71072" h="1593" extrusionOk="0">
                  <a:moveTo>
                    <a:pt x="0" y="1"/>
                  </a:moveTo>
                  <a:lnTo>
                    <a:pt x="0" y="1593"/>
                  </a:lnTo>
                  <a:lnTo>
                    <a:pt x="71071" y="1593"/>
                  </a:lnTo>
                  <a:lnTo>
                    <a:pt x="710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0"/>
            <p:cNvSpPr/>
            <p:nvPr/>
          </p:nvSpPr>
          <p:spPr>
            <a:xfrm>
              <a:off x="2293525" y="2345625"/>
              <a:ext cx="1776800" cy="39825"/>
            </a:xfrm>
            <a:custGeom>
              <a:avLst/>
              <a:gdLst/>
              <a:ahLst/>
              <a:cxnLst/>
              <a:rect l="l" t="t" r="r" b="b"/>
              <a:pathLst>
                <a:path w="71072" h="1593" extrusionOk="0">
                  <a:moveTo>
                    <a:pt x="0" y="1"/>
                  </a:moveTo>
                  <a:lnTo>
                    <a:pt x="0" y="1593"/>
                  </a:lnTo>
                  <a:lnTo>
                    <a:pt x="71071" y="1593"/>
                  </a:lnTo>
                  <a:lnTo>
                    <a:pt x="710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0"/>
            <p:cNvSpPr/>
            <p:nvPr/>
          </p:nvSpPr>
          <p:spPr>
            <a:xfrm>
              <a:off x="2293525" y="2482550"/>
              <a:ext cx="1776800" cy="39825"/>
            </a:xfrm>
            <a:custGeom>
              <a:avLst/>
              <a:gdLst/>
              <a:ahLst/>
              <a:cxnLst/>
              <a:rect l="l" t="t" r="r" b="b"/>
              <a:pathLst>
                <a:path w="71072" h="1593" extrusionOk="0">
                  <a:moveTo>
                    <a:pt x="0" y="0"/>
                  </a:moveTo>
                  <a:lnTo>
                    <a:pt x="0" y="1593"/>
                  </a:lnTo>
                  <a:lnTo>
                    <a:pt x="71071" y="1593"/>
                  </a:lnTo>
                  <a:lnTo>
                    <a:pt x="710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0"/>
            <p:cNvSpPr/>
            <p:nvPr/>
          </p:nvSpPr>
          <p:spPr>
            <a:xfrm>
              <a:off x="2293525" y="2621050"/>
              <a:ext cx="1195675" cy="39850"/>
            </a:xfrm>
            <a:custGeom>
              <a:avLst/>
              <a:gdLst/>
              <a:ahLst/>
              <a:cxnLst/>
              <a:rect l="l" t="t" r="r" b="b"/>
              <a:pathLst>
                <a:path w="47827" h="1594" extrusionOk="0">
                  <a:moveTo>
                    <a:pt x="0" y="1"/>
                  </a:moveTo>
                  <a:lnTo>
                    <a:pt x="0" y="1593"/>
                  </a:lnTo>
                  <a:lnTo>
                    <a:pt x="47827" y="1593"/>
                  </a:lnTo>
                  <a:lnTo>
                    <a:pt x="478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0"/>
            <p:cNvSpPr/>
            <p:nvPr/>
          </p:nvSpPr>
          <p:spPr>
            <a:xfrm>
              <a:off x="4430100" y="1931675"/>
              <a:ext cx="730800" cy="119450"/>
            </a:xfrm>
            <a:custGeom>
              <a:avLst/>
              <a:gdLst/>
              <a:ahLst/>
              <a:cxnLst/>
              <a:rect l="l" t="t" r="r" b="b"/>
              <a:pathLst>
                <a:path w="29232" h="4778" extrusionOk="0">
                  <a:moveTo>
                    <a:pt x="1" y="1"/>
                  </a:moveTo>
                  <a:lnTo>
                    <a:pt x="1" y="4777"/>
                  </a:lnTo>
                  <a:lnTo>
                    <a:pt x="29232" y="4777"/>
                  </a:lnTo>
                  <a:lnTo>
                    <a:pt x="292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0"/>
            <p:cNvSpPr/>
            <p:nvPr/>
          </p:nvSpPr>
          <p:spPr>
            <a:xfrm>
              <a:off x="2817325" y="1931675"/>
              <a:ext cx="729200" cy="119450"/>
            </a:xfrm>
            <a:custGeom>
              <a:avLst/>
              <a:gdLst/>
              <a:ahLst/>
              <a:cxnLst/>
              <a:rect l="l" t="t" r="r" b="b"/>
              <a:pathLst>
                <a:path w="29168" h="4778" extrusionOk="0">
                  <a:moveTo>
                    <a:pt x="0" y="1"/>
                  </a:moveTo>
                  <a:lnTo>
                    <a:pt x="0" y="4777"/>
                  </a:lnTo>
                  <a:lnTo>
                    <a:pt x="29167" y="4777"/>
                  </a:lnTo>
                  <a:lnTo>
                    <a:pt x="291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0"/>
            <p:cNvSpPr/>
            <p:nvPr/>
          </p:nvSpPr>
          <p:spPr>
            <a:xfrm>
              <a:off x="628175" y="3272225"/>
              <a:ext cx="765825" cy="1550725"/>
            </a:xfrm>
            <a:custGeom>
              <a:avLst/>
              <a:gdLst/>
              <a:ahLst/>
              <a:cxnLst/>
              <a:rect l="l" t="t" r="r" b="b"/>
              <a:pathLst>
                <a:path w="30633" h="62029" extrusionOk="0">
                  <a:moveTo>
                    <a:pt x="17705" y="42924"/>
                  </a:moveTo>
                  <a:lnTo>
                    <a:pt x="17705" y="60437"/>
                  </a:lnTo>
                  <a:lnTo>
                    <a:pt x="12928" y="60437"/>
                  </a:lnTo>
                  <a:lnTo>
                    <a:pt x="12928" y="42924"/>
                  </a:lnTo>
                  <a:close/>
                  <a:moveTo>
                    <a:pt x="15348" y="1"/>
                  </a:moveTo>
                  <a:cubicBezTo>
                    <a:pt x="7133" y="1"/>
                    <a:pt x="446" y="6496"/>
                    <a:pt x="192" y="14712"/>
                  </a:cubicBezTo>
                  <a:cubicBezTo>
                    <a:pt x="1" y="22927"/>
                    <a:pt x="6369" y="29741"/>
                    <a:pt x="14521" y="30187"/>
                  </a:cubicBezTo>
                  <a:lnTo>
                    <a:pt x="14521" y="41332"/>
                  </a:lnTo>
                  <a:lnTo>
                    <a:pt x="12164" y="41332"/>
                  </a:lnTo>
                  <a:cubicBezTo>
                    <a:pt x="11718" y="41332"/>
                    <a:pt x="11336" y="41714"/>
                    <a:pt x="11336" y="42159"/>
                  </a:cubicBezTo>
                  <a:lnTo>
                    <a:pt x="11336" y="61265"/>
                  </a:lnTo>
                  <a:cubicBezTo>
                    <a:pt x="11336" y="61710"/>
                    <a:pt x="11718" y="62029"/>
                    <a:pt x="12164" y="62029"/>
                  </a:cubicBezTo>
                  <a:lnTo>
                    <a:pt x="18533" y="62029"/>
                  </a:lnTo>
                  <a:cubicBezTo>
                    <a:pt x="18978" y="62029"/>
                    <a:pt x="19297" y="61710"/>
                    <a:pt x="19297" y="61265"/>
                  </a:cubicBezTo>
                  <a:lnTo>
                    <a:pt x="19297" y="42159"/>
                  </a:lnTo>
                  <a:cubicBezTo>
                    <a:pt x="19297" y="41714"/>
                    <a:pt x="18978" y="41332"/>
                    <a:pt x="18533" y="41332"/>
                  </a:cubicBezTo>
                  <a:lnTo>
                    <a:pt x="16113" y="41332"/>
                  </a:lnTo>
                  <a:lnTo>
                    <a:pt x="16113" y="30187"/>
                  </a:lnTo>
                  <a:cubicBezTo>
                    <a:pt x="24328" y="29741"/>
                    <a:pt x="30633" y="22927"/>
                    <a:pt x="30442" y="14712"/>
                  </a:cubicBezTo>
                  <a:cubicBezTo>
                    <a:pt x="30250" y="6496"/>
                    <a:pt x="23500" y="1"/>
                    <a:pt x="15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0"/>
            <p:cNvSpPr/>
            <p:nvPr/>
          </p:nvSpPr>
          <p:spPr>
            <a:xfrm>
              <a:off x="972075" y="4366000"/>
              <a:ext cx="79625" cy="398050"/>
            </a:xfrm>
            <a:custGeom>
              <a:avLst/>
              <a:gdLst/>
              <a:ahLst/>
              <a:cxnLst/>
              <a:rect l="l" t="t" r="r" b="b"/>
              <a:pathLst>
                <a:path w="3185" h="15922" extrusionOk="0">
                  <a:moveTo>
                    <a:pt x="0" y="1"/>
                  </a:moveTo>
                  <a:lnTo>
                    <a:pt x="0" y="15922"/>
                  </a:lnTo>
                  <a:lnTo>
                    <a:pt x="3185" y="15922"/>
                  </a:lnTo>
                  <a:lnTo>
                    <a:pt x="31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0"/>
            <p:cNvSpPr/>
            <p:nvPr/>
          </p:nvSpPr>
          <p:spPr>
            <a:xfrm>
              <a:off x="2436800" y="685075"/>
              <a:ext cx="213375" cy="214950"/>
            </a:xfrm>
            <a:custGeom>
              <a:avLst/>
              <a:gdLst/>
              <a:ahLst/>
              <a:cxnLst/>
              <a:rect l="l" t="t" r="r" b="b"/>
              <a:pathLst>
                <a:path w="8535" h="8598" extrusionOk="0">
                  <a:moveTo>
                    <a:pt x="1" y="0"/>
                  </a:moveTo>
                  <a:lnTo>
                    <a:pt x="1" y="8598"/>
                  </a:lnTo>
                  <a:lnTo>
                    <a:pt x="8534" y="8598"/>
                  </a:lnTo>
                  <a:lnTo>
                    <a:pt x="85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0"/>
            <p:cNvSpPr/>
            <p:nvPr/>
          </p:nvSpPr>
          <p:spPr>
            <a:xfrm>
              <a:off x="2791850" y="685075"/>
              <a:ext cx="213350" cy="214950"/>
            </a:xfrm>
            <a:custGeom>
              <a:avLst/>
              <a:gdLst/>
              <a:ahLst/>
              <a:cxnLst/>
              <a:rect l="l" t="t" r="r" b="b"/>
              <a:pathLst>
                <a:path w="8534" h="8598" extrusionOk="0">
                  <a:moveTo>
                    <a:pt x="0" y="0"/>
                  </a:moveTo>
                  <a:lnTo>
                    <a:pt x="0" y="8598"/>
                  </a:lnTo>
                  <a:lnTo>
                    <a:pt x="8534" y="8598"/>
                  </a:lnTo>
                  <a:lnTo>
                    <a:pt x="85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0"/>
            <p:cNvSpPr/>
            <p:nvPr/>
          </p:nvSpPr>
          <p:spPr>
            <a:xfrm>
              <a:off x="3146875" y="685075"/>
              <a:ext cx="213375" cy="214950"/>
            </a:xfrm>
            <a:custGeom>
              <a:avLst/>
              <a:gdLst/>
              <a:ahLst/>
              <a:cxnLst/>
              <a:rect l="l" t="t" r="r" b="b"/>
              <a:pathLst>
                <a:path w="8535" h="8598" extrusionOk="0">
                  <a:moveTo>
                    <a:pt x="1" y="0"/>
                  </a:moveTo>
                  <a:lnTo>
                    <a:pt x="1" y="8598"/>
                  </a:lnTo>
                  <a:lnTo>
                    <a:pt x="8534" y="8598"/>
                  </a:lnTo>
                  <a:lnTo>
                    <a:pt x="85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0"/>
            <p:cNvSpPr/>
            <p:nvPr/>
          </p:nvSpPr>
          <p:spPr>
            <a:xfrm>
              <a:off x="2258475" y="570450"/>
              <a:ext cx="1280075" cy="444200"/>
            </a:xfrm>
            <a:custGeom>
              <a:avLst/>
              <a:gdLst/>
              <a:ahLst/>
              <a:cxnLst/>
              <a:rect l="l" t="t" r="r" b="b"/>
              <a:pathLst>
                <a:path w="51203" h="17768" extrusionOk="0">
                  <a:moveTo>
                    <a:pt x="49611" y="1592"/>
                  </a:moveTo>
                  <a:lnTo>
                    <a:pt x="49611" y="16176"/>
                  </a:lnTo>
                  <a:lnTo>
                    <a:pt x="1593" y="16176"/>
                  </a:lnTo>
                  <a:lnTo>
                    <a:pt x="1593" y="1592"/>
                  </a:lnTo>
                  <a:close/>
                  <a:moveTo>
                    <a:pt x="1" y="0"/>
                  </a:moveTo>
                  <a:lnTo>
                    <a:pt x="1" y="17768"/>
                  </a:lnTo>
                  <a:lnTo>
                    <a:pt x="51203" y="17768"/>
                  </a:lnTo>
                  <a:lnTo>
                    <a:pt x="512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0"/>
            <p:cNvSpPr/>
            <p:nvPr/>
          </p:nvSpPr>
          <p:spPr>
            <a:xfrm>
              <a:off x="4947550" y="262775"/>
              <a:ext cx="1147925" cy="384100"/>
            </a:xfrm>
            <a:custGeom>
              <a:avLst/>
              <a:gdLst/>
              <a:ahLst/>
              <a:cxnLst/>
              <a:rect l="l" t="t" r="r" b="b"/>
              <a:pathLst>
                <a:path w="45917" h="15364" extrusionOk="0">
                  <a:moveTo>
                    <a:pt x="18787" y="1927"/>
                  </a:moveTo>
                  <a:lnTo>
                    <a:pt x="18787" y="1927"/>
                  </a:lnTo>
                  <a:cubicBezTo>
                    <a:pt x="15539" y="5557"/>
                    <a:pt x="18150" y="11288"/>
                    <a:pt x="22990" y="11288"/>
                  </a:cubicBezTo>
                  <a:cubicBezTo>
                    <a:pt x="27830" y="11288"/>
                    <a:pt x="30377" y="5557"/>
                    <a:pt x="27193" y="1927"/>
                  </a:cubicBezTo>
                  <a:lnTo>
                    <a:pt x="27193" y="1927"/>
                  </a:lnTo>
                  <a:cubicBezTo>
                    <a:pt x="27639" y="1990"/>
                    <a:pt x="28149" y="2054"/>
                    <a:pt x="28594" y="2118"/>
                  </a:cubicBezTo>
                  <a:cubicBezTo>
                    <a:pt x="31396" y="6512"/>
                    <a:pt x="28212" y="12307"/>
                    <a:pt x="22990" y="12307"/>
                  </a:cubicBezTo>
                  <a:cubicBezTo>
                    <a:pt x="17768" y="12307"/>
                    <a:pt x="14584" y="6512"/>
                    <a:pt x="17386" y="2118"/>
                  </a:cubicBezTo>
                  <a:cubicBezTo>
                    <a:pt x="17832" y="2054"/>
                    <a:pt x="18278" y="1990"/>
                    <a:pt x="18787" y="1927"/>
                  </a:cubicBezTo>
                  <a:close/>
                  <a:moveTo>
                    <a:pt x="30569" y="2500"/>
                  </a:moveTo>
                  <a:cubicBezTo>
                    <a:pt x="35026" y="3455"/>
                    <a:pt x="39293" y="5238"/>
                    <a:pt x="43114" y="7722"/>
                  </a:cubicBezTo>
                  <a:cubicBezTo>
                    <a:pt x="37641" y="11329"/>
                    <a:pt x="31317" y="13418"/>
                    <a:pt x="24736" y="13692"/>
                  </a:cubicBezTo>
                  <a:lnTo>
                    <a:pt x="24736" y="13692"/>
                  </a:lnTo>
                  <a:cubicBezTo>
                    <a:pt x="29704" y="12588"/>
                    <a:pt x="32491" y="7212"/>
                    <a:pt x="30569" y="2500"/>
                  </a:cubicBezTo>
                  <a:close/>
                  <a:moveTo>
                    <a:pt x="15348" y="2500"/>
                  </a:moveTo>
                  <a:lnTo>
                    <a:pt x="15348" y="2500"/>
                  </a:lnTo>
                  <a:cubicBezTo>
                    <a:pt x="13310" y="7340"/>
                    <a:pt x="16367" y="12880"/>
                    <a:pt x="21589" y="13772"/>
                  </a:cubicBezTo>
                  <a:cubicBezTo>
                    <a:pt x="14902" y="13517"/>
                    <a:pt x="8406" y="11415"/>
                    <a:pt x="2802" y="7722"/>
                  </a:cubicBezTo>
                  <a:cubicBezTo>
                    <a:pt x="6623" y="5174"/>
                    <a:pt x="10890" y="3455"/>
                    <a:pt x="15348" y="2500"/>
                  </a:cubicBezTo>
                  <a:close/>
                  <a:moveTo>
                    <a:pt x="22958" y="0"/>
                  </a:moveTo>
                  <a:cubicBezTo>
                    <a:pt x="22608" y="0"/>
                    <a:pt x="22258" y="48"/>
                    <a:pt x="21907" y="143"/>
                  </a:cubicBezTo>
                  <a:cubicBezTo>
                    <a:pt x="14393" y="334"/>
                    <a:pt x="7069" y="2754"/>
                    <a:pt x="892" y="7085"/>
                  </a:cubicBezTo>
                  <a:lnTo>
                    <a:pt x="0" y="7722"/>
                  </a:lnTo>
                  <a:lnTo>
                    <a:pt x="892" y="8359"/>
                  </a:lnTo>
                  <a:cubicBezTo>
                    <a:pt x="7388" y="12944"/>
                    <a:pt x="15030" y="15364"/>
                    <a:pt x="22926" y="15364"/>
                  </a:cubicBezTo>
                  <a:cubicBezTo>
                    <a:pt x="30823" y="15364"/>
                    <a:pt x="38529" y="12944"/>
                    <a:pt x="44961" y="8359"/>
                  </a:cubicBezTo>
                  <a:lnTo>
                    <a:pt x="45916" y="7722"/>
                  </a:lnTo>
                  <a:lnTo>
                    <a:pt x="44961" y="7085"/>
                  </a:lnTo>
                  <a:cubicBezTo>
                    <a:pt x="38847" y="2754"/>
                    <a:pt x="31524" y="334"/>
                    <a:pt x="24009" y="143"/>
                  </a:cubicBezTo>
                  <a:cubicBezTo>
                    <a:pt x="23659" y="48"/>
                    <a:pt x="23309" y="0"/>
                    <a:pt x="22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0"/>
            <p:cNvSpPr/>
            <p:nvPr/>
          </p:nvSpPr>
          <p:spPr>
            <a:xfrm>
              <a:off x="5336025" y="1923725"/>
              <a:ext cx="162400" cy="135350"/>
            </a:xfrm>
            <a:custGeom>
              <a:avLst/>
              <a:gdLst/>
              <a:ahLst/>
              <a:cxnLst/>
              <a:rect l="l" t="t" r="r" b="b"/>
              <a:pathLst>
                <a:path w="6496" h="5414" extrusionOk="0">
                  <a:moveTo>
                    <a:pt x="4649" y="0"/>
                  </a:moveTo>
                  <a:lnTo>
                    <a:pt x="0" y="2675"/>
                  </a:lnTo>
                  <a:lnTo>
                    <a:pt x="4649" y="5414"/>
                  </a:lnTo>
                  <a:lnTo>
                    <a:pt x="4649" y="3503"/>
                  </a:lnTo>
                  <a:lnTo>
                    <a:pt x="5477" y="3503"/>
                  </a:lnTo>
                  <a:cubicBezTo>
                    <a:pt x="6496" y="3503"/>
                    <a:pt x="6496" y="1911"/>
                    <a:pt x="5477" y="1911"/>
                  </a:cubicBezTo>
                  <a:lnTo>
                    <a:pt x="4649" y="1911"/>
                  </a:lnTo>
                  <a:lnTo>
                    <a:pt x="46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0"/>
            <p:cNvSpPr/>
            <p:nvPr/>
          </p:nvSpPr>
          <p:spPr>
            <a:xfrm>
              <a:off x="2651725" y="4047575"/>
              <a:ext cx="135375" cy="116250"/>
            </a:xfrm>
            <a:custGeom>
              <a:avLst/>
              <a:gdLst/>
              <a:ahLst/>
              <a:cxnLst/>
              <a:rect l="l" t="t" r="r" b="b"/>
              <a:pathLst>
                <a:path w="5415" h="4650" extrusionOk="0">
                  <a:moveTo>
                    <a:pt x="2739" y="1"/>
                  </a:moveTo>
                  <a:lnTo>
                    <a:pt x="1" y="4650"/>
                  </a:lnTo>
                  <a:lnTo>
                    <a:pt x="5414" y="4650"/>
                  </a:lnTo>
                  <a:lnTo>
                    <a:pt x="27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0"/>
            <p:cNvSpPr/>
            <p:nvPr/>
          </p:nvSpPr>
          <p:spPr>
            <a:xfrm>
              <a:off x="2481375" y="1923725"/>
              <a:ext cx="164025" cy="135350"/>
            </a:xfrm>
            <a:custGeom>
              <a:avLst/>
              <a:gdLst/>
              <a:ahLst/>
              <a:cxnLst/>
              <a:rect l="l" t="t" r="r" b="b"/>
              <a:pathLst>
                <a:path w="6561" h="5414" extrusionOk="0">
                  <a:moveTo>
                    <a:pt x="1848" y="0"/>
                  </a:moveTo>
                  <a:lnTo>
                    <a:pt x="1848" y="1911"/>
                  </a:lnTo>
                  <a:lnTo>
                    <a:pt x="1083" y="1911"/>
                  </a:lnTo>
                  <a:cubicBezTo>
                    <a:pt x="1" y="1911"/>
                    <a:pt x="1" y="3503"/>
                    <a:pt x="1083" y="3503"/>
                  </a:cubicBezTo>
                  <a:lnTo>
                    <a:pt x="1848" y="3503"/>
                  </a:lnTo>
                  <a:lnTo>
                    <a:pt x="1848" y="5414"/>
                  </a:lnTo>
                  <a:lnTo>
                    <a:pt x="6560" y="2675"/>
                  </a:lnTo>
                  <a:lnTo>
                    <a:pt x="18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0"/>
            <p:cNvSpPr/>
            <p:nvPr/>
          </p:nvSpPr>
          <p:spPr>
            <a:xfrm>
              <a:off x="1459250" y="2527125"/>
              <a:ext cx="243625" cy="208425"/>
            </a:xfrm>
            <a:custGeom>
              <a:avLst/>
              <a:gdLst/>
              <a:ahLst/>
              <a:cxnLst/>
              <a:rect l="l" t="t" r="r" b="b"/>
              <a:pathLst>
                <a:path w="9745" h="8337" extrusionOk="0">
                  <a:moveTo>
                    <a:pt x="5559" y="1576"/>
                  </a:moveTo>
                  <a:cubicBezTo>
                    <a:pt x="6878" y="1576"/>
                    <a:pt x="8152" y="2615"/>
                    <a:pt x="8152" y="4204"/>
                  </a:cubicBezTo>
                  <a:cubicBezTo>
                    <a:pt x="8152" y="5605"/>
                    <a:pt x="7006" y="6751"/>
                    <a:pt x="5541" y="6751"/>
                  </a:cubicBezTo>
                  <a:cubicBezTo>
                    <a:pt x="3248" y="6751"/>
                    <a:pt x="2102" y="3949"/>
                    <a:pt x="3758" y="2357"/>
                  </a:cubicBezTo>
                  <a:cubicBezTo>
                    <a:pt x="4276" y="1818"/>
                    <a:pt x="4923" y="1576"/>
                    <a:pt x="5559" y="1576"/>
                  </a:cubicBezTo>
                  <a:close/>
                  <a:moveTo>
                    <a:pt x="5541" y="1"/>
                  </a:moveTo>
                  <a:cubicBezTo>
                    <a:pt x="1847" y="1"/>
                    <a:pt x="1" y="4458"/>
                    <a:pt x="2612" y="7070"/>
                  </a:cubicBezTo>
                  <a:cubicBezTo>
                    <a:pt x="3467" y="7945"/>
                    <a:pt x="4527" y="8336"/>
                    <a:pt x="5566" y="8336"/>
                  </a:cubicBezTo>
                  <a:cubicBezTo>
                    <a:pt x="7699" y="8336"/>
                    <a:pt x="9744" y="6688"/>
                    <a:pt x="9744" y="4204"/>
                  </a:cubicBezTo>
                  <a:cubicBezTo>
                    <a:pt x="9744" y="1847"/>
                    <a:pt x="7897" y="1"/>
                    <a:pt x="5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0"/>
            <p:cNvSpPr/>
            <p:nvPr/>
          </p:nvSpPr>
          <p:spPr>
            <a:xfrm>
              <a:off x="4718275" y="1636825"/>
              <a:ext cx="243625" cy="208900"/>
            </a:xfrm>
            <a:custGeom>
              <a:avLst/>
              <a:gdLst/>
              <a:ahLst/>
              <a:cxnLst/>
              <a:rect l="l" t="t" r="r" b="b"/>
              <a:pathLst>
                <a:path w="9745" h="8356" extrusionOk="0">
                  <a:moveTo>
                    <a:pt x="4034" y="1603"/>
                  </a:moveTo>
                  <a:cubicBezTo>
                    <a:pt x="4070" y="1603"/>
                    <a:pt x="4105" y="1604"/>
                    <a:pt x="4140" y="1605"/>
                  </a:cubicBezTo>
                  <a:cubicBezTo>
                    <a:pt x="6433" y="1605"/>
                    <a:pt x="7579" y="4344"/>
                    <a:pt x="5987" y="6000"/>
                  </a:cubicBezTo>
                  <a:cubicBezTo>
                    <a:pt x="5456" y="6531"/>
                    <a:pt x="4813" y="6767"/>
                    <a:pt x="4185" y="6767"/>
                  </a:cubicBezTo>
                  <a:cubicBezTo>
                    <a:pt x="2856" y="6767"/>
                    <a:pt x="1593" y="5710"/>
                    <a:pt x="1593" y="4153"/>
                  </a:cubicBezTo>
                  <a:cubicBezTo>
                    <a:pt x="1593" y="2787"/>
                    <a:pt x="2682" y="1603"/>
                    <a:pt x="4034" y="1603"/>
                  </a:cubicBezTo>
                  <a:close/>
                  <a:moveTo>
                    <a:pt x="4189" y="0"/>
                  </a:moveTo>
                  <a:cubicBezTo>
                    <a:pt x="2041" y="0"/>
                    <a:pt x="1" y="1654"/>
                    <a:pt x="1" y="4153"/>
                  </a:cubicBezTo>
                  <a:cubicBezTo>
                    <a:pt x="1" y="6509"/>
                    <a:pt x="1848" y="8356"/>
                    <a:pt x="4140" y="8356"/>
                  </a:cubicBezTo>
                  <a:cubicBezTo>
                    <a:pt x="7898" y="8356"/>
                    <a:pt x="9744" y="3834"/>
                    <a:pt x="7133" y="1223"/>
                  </a:cubicBezTo>
                  <a:cubicBezTo>
                    <a:pt x="6268" y="379"/>
                    <a:pt x="5216" y="0"/>
                    <a:pt x="41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0"/>
            <p:cNvSpPr/>
            <p:nvPr/>
          </p:nvSpPr>
          <p:spPr>
            <a:xfrm>
              <a:off x="4971425" y="1636825"/>
              <a:ext cx="243625" cy="208900"/>
            </a:xfrm>
            <a:custGeom>
              <a:avLst/>
              <a:gdLst/>
              <a:ahLst/>
              <a:cxnLst/>
              <a:rect l="l" t="t" r="r" b="b"/>
              <a:pathLst>
                <a:path w="9745" h="8356" extrusionOk="0">
                  <a:moveTo>
                    <a:pt x="4217" y="0"/>
                  </a:moveTo>
                  <a:cubicBezTo>
                    <a:pt x="2070" y="0"/>
                    <a:pt x="0" y="1654"/>
                    <a:pt x="0" y="4153"/>
                  </a:cubicBezTo>
                  <a:cubicBezTo>
                    <a:pt x="0" y="6509"/>
                    <a:pt x="1911" y="8356"/>
                    <a:pt x="4204" y="8356"/>
                  </a:cubicBezTo>
                  <a:cubicBezTo>
                    <a:pt x="7897" y="8356"/>
                    <a:pt x="9744" y="3834"/>
                    <a:pt x="7133" y="1223"/>
                  </a:cubicBezTo>
                  <a:cubicBezTo>
                    <a:pt x="6288" y="379"/>
                    <a:pt x="5244" y="0"/>
                    <a:pt x="42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0"/>
            <p:cNvSpPr/>
            <p:nvPr/>
          </p:nvSpPr>
          <p:spPr>
            <a:xfrm>
              <a:off x="6803925" y="2260975"/>
              <a:ext cx="243625" cy="208850"/>
            </a:xfrm>
            <a:custGeom>
              <a:avLst/>
              <a:gdLst/>
              <a:ahLst/>
              <a:cxnLst/>
              <a:rect l="l" t="t" r="r" b="b"/>
              <a:pathLst>
                <a:path w="9745" h="8354" extrusionOk="0">
                  <a:moveTo>
                    <a:pt x="5547" y="1"/>
                  </a:moveTo>
                  <a:cubicBezTo>
                    <a:pt x="4523" y="1"/>
                    <a:pt x="3475" y="379"/>
                    <a:pt x="2612" y="1221"/>
                  </a:cubicBezTo>
                  <a:cubicBezTo>
                    <a:pt x="1" y="3896"/>
                    <a:pt x="1848" y="8354"/>
                    <a:pt x="5605" y="8354"/>
                  </a:cubicBezTo>
                  <a:cubicBezTo>
                    <a:pt x="7898" y="8354"/>
                    <a:pt x="9744" y="6507"/>
                    <a:pt x="9744" y="4215"/>
                  </a:cubicBezTo>
                  <a:cubicBezTo>
                    <a:pt x="9744" y="1669"/>
                    <a:pt x="7699" y="1"/>
                    <a:pt x="55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0"/>
            <p:cNvSpPr/>
            <p:nvPr/>
          </p:nvSpPr>
          <p:spPr>
            <a:xfrm>
              <a:off x="5711750" y="2736450"/>
              <a:ext cx="197450" cy="168025"/>
            </a:xfrm>
            <a:custGeom>
              <a:avLst/>
              <a:gdLst/>
              <a:ahLst/>
              <a:cxnLst/>
              <a:rect l="l" t="t" r="r" b="b"/>
              <a:pathLst>
                <a:path w="7898" h="6721" extrusionOk="0">
                  <a:moveTo>
                    <a:pt x="4472" y="0"/>
                  </a:moveTo>
                  <a:cubicBezTo>
                    <a:pt x="3635" y="0"/>
                    <a:pt x="2785" y="307"/>
                    <a:pt x="2102" y="989"/>
                  </a:cubicBezTo>
                  <a:cubicBezTo>
                    <a:pt x="1" y="3091"/>
                    <a:pt x="1465" y="6721"/>
                    <a:pt x="4522" y="6721"/>
                  </a:cubicBezTo>
                  <a:cubicBezTo>
                    <a:pt x="6369" y="6721"/>
                    <a:pt x="7897" y="5256"/>
                    <a:pt x="7897" y="3345"/>
                  </a:cubicBezTo>
                  <a:cubicBezTo>
                    <a:pt x="7897" y="1324"/>
                    <a:pt x="6213" y="0"/>
                    <a:pt x="44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0"/>
            <p:cNvSpPr/>
            <p:nvPr/>
          </p:nvSpPr>
          <p:spPr>
            <a:xfrm>
              <a:off x="5789775" y="945725"/>
              <a:ext cx="197425" cy="169225"/>
            </a:xfrm>
            <a:custGeom>
              <a:avLst/>
              <a:gdLst/>
              <a:ahLst/>
              <a:cxnLst/>
              <a:rect l="l" t="t" r="r" b="b"/>
              <a:pathLst>
                <a:path w="7897" h="6769" extrusionOk="0">
                  <a:moveTo>
                    <a:pt x="4463" y="0"/>
                  </a:moveTo>
                  <a:cubicBezTo>
                    <a:pt x="3637" y="0"/>
                    <a:pt x="2795" y="301"/>
                    <a:pt x="2102" y="974"/>
                  </a:cubicBezTo>
                  <a:cubicBezTo>
                    <a:pt x="0" y="3139"/>
                    <a:pt x="1528" y="6769"/>
                    <a:pt x="4522" y="6769"/>
                  </a:cubicBezTo>
                  <a:cubicBezTo>
                    <a:pt x="6368" y="6769"/>
                    <a:pt x="7897" y="5241"/>
                    <a:pt x="7897" y="3394"/>
                  </a:cubicBezTo>
                  <a:cubicBezTo>
                    <a:pt x="7897" y="1358"/>
                    <a:pt x="6218" y="0"/>
                    <a:pt x="44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0"/>
            <p:cNvSpPr/>
            <p:nvPr/>
          </p:nvSpPr>
          <p:spPr>
            <a:xfrm>
              <a:off x="6049275" y="945725"/>
              <a:ext cx="197450" cy="169225"/>
            </a:xfrm>
            <a:custGeom>
              <a:avLst/>
              <a:gdLst/>
              <a:ahLst/>
              <a:cxnLst/>
              <a:rect l="l" t="t" r="r" b="b"/>
              <a:pathLst>
                <a:path w="7898" h="6769" extrusionOk="0">
                  <a:moveTo>
                    <a:pt x="4464" y="0"/>
                  </a:moveTo>
                  <a:cubicBezTo>
                    <a:pt x="3638" y="0"/>
                    <a:pt x="2795" y="301"/>
                    <a:pt x="2102" y="974"/>
                  </a:cubicBezTo>
                  <a:cubicBezTo>
                    <a:pt x="1" y="3139"/>
                    <a:pt x="1529" y="6769"/>
                    <a:pt x="4522" y="6769"/>
                  </a:cubicBezTo>
                  <a:cubicBezTo>
                    <a:pt x="6369" y="6769"/>
                    <a:pt x="7897" y="5241"/>
                    <a:pt x="7897" y="3394"/>
                  </a:cubicBezTo>
                  <a:cubicBezTo>
                    <a:pt x="7897" y="1358"/>
                    <a:pt x="6219" y="0"/>
                    <a:pt x="44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0"/>
            <p:cNvSpPr/>
            <p:nvPr/>
          </p:nvSpPr>
          <p:spPr>
            <a:xfrm>
              <a:off x="3006775" y="4857175"/>
              <a:ext cx="197450" cy="169575"/>
            </a:xfrm>
            <a:custGeom>
              <a:avLst/>
              <a:gdLst/>
              <a:ahLst/>
              <a:cxnLst/>
              <a:rect l="l" t="t" r="r" b="b"/>
              <a:pathLst>
                <a:path w="7898" h="6783" extrusionOk="0">
                  <a:moveTo>
                    <a:pt x="4464" y="0"/>
                  </a:moveTo>
                  <a:cubicBezTo>
                    <a:pt x="3629" y="0"/>
                    <a:pt x="2782" y="307"/>
                    <a:pt x="2102" y="987"/>
                  </a:cubicBezTo>
                  <a:cubicBezTo>
                    <a:pt x="0" y="3089"/>
                    <a:pt x="1465" y="6782"/>
                    <a:pt x="4522" y="6782"/>
                  </a:cubicBezTo>
                  <a:cubicBezTo>
                    <a:pt x="6369" y="6782"/>
                    <a:pt x="7897" y="5254"/>
                    <a:pt x="7897" y="3407"/>
                  </a:cubicBezTo>
                  <a:cubicBezTo>
                    <a:pt x="7897" y="1340"/>
                    <a:pt x="6207" y="0"/>
                    <a:pt x="44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0"/>
            <p:cNvSpPr/>
            <p:nvPr/>
          </p:nvSpPr>
          <p:spPr>
            <a:xfrm>
              <a:off x="3264700" y="4857175"/>
              <a:ext cx="197450" cy="169575"/>
            </a:xfrm>
            <a:custGeom>
              <a:avLst/>
              <a:gdLst/>
              <a:ahLst/>
              <a:cxnLst/>
              <a:rect l="l" t="t" r="r" b="b"/>
              <a:pathLst>
                <a:path w="7898" h="6783" extrusionOk="0">
                  <a:moveTo>
                    <a:pt x="4511" y="0"/>
                  </a:moveTo>
                  <a:cubicBezTo>
                    <a:pt x="3686" y="0"/>
                    <a:pt x="2846" y="307"/>
                    <a:pt x="2166" y="987"/>
                  </a:cubicBezTo>
                  <a:cubicBezTo>
                    <a:pt x="0" y="3089"/>
                    <a:pt x="1529" y="6782"/>
                    <a:pt x="4522" y="6782"/>
                  </a:cubicBezTo>
                  <a:cubicBezTo>
                    <a:pt x="6369" y="6782"/>
                    <a:pt x="7897" y="5254"/>
                    <a:pt x="7897" y="3407"/>
                  </a:cubicBezTo>
                  <a:cubicBezTo>
                    <a:pt x="7897" y="1340"/>
                    <a:pt x="6236" y="0"/>
                    <a:pt x="4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0"/>
            <p:cNvSpPr/>
            <p:nvPr/>
          </p:nvSpPr>
          <p:spPr>
            <a:xfrm>
              <a:off x="6307200" y="945725"/>
              <a:ext cx="195850" cy="169225"/>
            </a:xfrm>
            <a:custGeom>
              <a:avLst/>
              <a:gdLst/>
              <a:ahLst/>
              <a:cxnLst/>
              <a:rect l="l" t="t" r="r" b="b"/>
              <a:pathLst>
                <a:path w="7834" h="6769" extrusionOk="0">
                  <a:moveTo>
                    <a:pt x="4420" y="0"/>
                  </a:moveTo>
                  <a:cubicBezTo>
                    <a:pt x="3604" y="0"/>
                    <a:pt x="2774" y="301"/>
                    <a:pt x="2102" y="974"/>
                  </a:cubicBezTo>
                  <a:cubicBezTo>
                    <a:pt x="0" y="3139"/>
                    <a:pt x="1465" y="6769"/>
                    <a:pt x="4458" y="6769"/>
                  </a:cubicBezTo>
                  <a:cubicBezTo>
                    <a:pt x="6369" y="6769"/>
                    <a:pt x="7833" y="5241"/>
                    <a:pt x="7833" y="3394"/>
                  </a:cubicBezTo>
                  <a:cubicBezTo>
                    <a:pt x="7833" y="1358"/>
                    <a:pt x="6155" y="0"/>
                    <a:pt x="4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0"/>
            <p:cNvSpPr/>
            <p:nvPr/>
          </p:nvSpPr>
          <p:spPr>
            <a:xfrm>
              <a:off x="3767800" y="836325"/>
              <a:ext cx="197450" cy="168025"/>
            </a:xfrm>
            <a:custGeom>
              <a:avLst/>
              <a:gdLst/>
              <a:ahLst/>
              <a:cxnLst/>
              <a:rect l="l" t="t" r="r" b="b"/>
              <a:pathLst>
                <a:path w="7898" h="6721" extrusionOk="0">
                  <a:moveTo>
                    <a:pt x="3376" y="0"/>
                  </a:moveTo>
                  <a:cubicBezTo>
                    <a:pt x="1529" y="0"/>
                    <a:pt x="0" y="1465"/>
                    <a:pt x="0" y="3375"/>
                  </a:cubicBezTo>
                  <a:cubicBezTo>
                    <a:pt x="0" y="5397"/>
                    <a:pt x="1655" y="6721"/>
                    <a:pt x="3397" y="6721"/>
                  </a:cubicBezTo>
                  <a:cubicBezTo>
                    <a:pt x="4235" y="6721"/>
                    <a:pt x="5092" y="6414"/>
                    <a:pt x="5796" y="5732"/>
                  </a:cubicBezTo>
                  <a:cubicBezTo>
                    <a:pt x="7897" y="3630"/>
                    <a:pt x="6369" y="0"/>
                    <a:pt x="33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0"/>
            <p:cNvSpPr/>
            <p:nvPr/>
          </p:nvSpPr>
          <p:spPr>
            <a:xfrm>
              <a:off x="3505100" y="4547475"/>
              <a:ext cx="287750" cy="207875"/>
            </a:xfrm>
            <a:custGeom>
              <a:avLst/>
              <a:gdLst/>
              <a:ahLst/>
              <a:cxnLst/>
              <a:rect l="l" t="t" r="r" b="b"/>
              <a:pathLst>
                <a:path w="11510" h="8315" extrusionOk="0">
                  <a:moveTo>
                    <a:pt x="6004" y="1555"/>
                  </a:moveTo>
                  <a:cubicBezTo>
                    <a:pt x="7334" y="1555"/>
                    <a:pt x="8598" y="2583"/>
                    <a:pt x="8598" y="4141"/>
                  </a:cubicBezTo>
                  <a:cubicBezTo>
                    <a:pt x="8598" y="5542"/>
                    <a:pt x="7452" y="6688"/>
                    <a:pt x="6051" y="6752"/>
                  </a:cubicBezTo>
                  <a:cubicBezTo>
                    <a:pt x="3758" y="6752"/>
                    <a:pt x="2612" y="3950"/>
                    <a:pt x="4204" y="2294"/>
                  </a:cubicBezTo>
                  <a:cubicBezTo>
                    <a:pt x="4734" y="1784"/>
                    <a:pt x="5377" y="1555"/>
                    <a:pt x="6004" y="1555"/>
                  </a:cubicBezTo>
                  <a:close/>
                  <a:moveTo>
                    <a:pt x="6130" y="1"/>
                  </a:moveTo>
                  <a:cubicBezTo>
                    <a:pt x="6104" y="1"/>
                    <a:pt x="6077" y="1"/>
                    <a:pt x="6051" y="2"/>
                  </a:cubicBezTo>
                  <a:cubicBezTo>
                    <a:pt x="4013" y="2"/>
                    <a:pt x="2293" y="1403"/>
                    <a:pt x="1975" y="3377"/>
                  </a:cubicBezTo>
                  <a:lnTo>
                    <a:pt x="1083" y="3377"/>
                  </a:lnTo>
                  <a:cubicBezTo>
                    <a:pt x="1" y="3377"/>
                    <a:pt x="1" y="4969"/>
                    <a:pt x="1083" y="4969"/>
                  </a:cubicBezTo>
                  <a:lnTo>
                    <a:pt x="1975" y="4969"/>
                  </a:lnTo>
                  <a:cubicBezTo>
                    <a:pt x="2367" y="7090"/>
                    <a:pt x="4189" y="8314"/>
                    <a:pt x="6051" y="8314"/>
                  </a:cubicBezTo>
                  <a:cubicBezTo>
                    <a:pt x="7208" y="8314"/>
                    <a:pt x="8380" y="7841"/>
                    <a:pt x="9235" y="6816"/>
                  </a:cubicBezTo>
                  <a:cubicBezTo>
                    <a:pt x="11510" y="4098"/>
                    <a:pt x="9583" y="1"/>
                    <a:pt x="6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0"/>
            <p:cNvSpPr/>
            <p:nvPr/>
          </p:nvSpPr>
          <p:spPr>
            <a:xfrm>
              <a:off x="1495875" y="2773900"/>
              <a:ext cx="203800" cy="1459975"/>
            </a:xfrm>
            <a:custGeom>
              <a:avLst/>
              <a:gdLst/>
              <a:ahLst/>
              <a:cxnLst/>
              <a:rect l="l" t="t" r="r" b="b"/>
              <a:pathLst>
                <a:path w="8152" h="58399" extrusionOk="0">
                  <a:moveTo>
                    <a:pt x="5859" y="13438"/>
                  </a:moveTo>
                  <a:lnTo>
                    <a:pt x="6369" y="20634"/>
                  </a:lnTo>
                  <a:lnTo>
                    <a:pt x="1783" y="20634"/>
                  </a:lnTo>
                  <a:lnTo>
                    <a:pt x="2293" y="13438"/>
                  </a:lnTo>
                  <a:close/>
                  <a:moveTo>
                    <a:pt x="4076" y="1"/>
                  </a:moveTo>
                  <a:lnTo>
                    <a:pt x="3376" y="1593"/>
                  </a:lnTo>
                  <a:cubicBezTo>
                    <a:pt x="2611" y="3312"/>
                    <a:pt x="0" y="8980"/>
                    <a:pt x="0" y="10254"/>
                  </a:cubicBezTo>
                  <a:cubicBezTo>
                    <a:pt x="64" y="11082"/>
                    <a:pt x="319" y="11909"/>
                    <a:pt x="765" y="12610"/>
                  </a:cubicBezTo>
                  <a:lnTo>
                    <a:pt x="191" y="20634"/>
                  </a:lnTo>
                  <a:lnTo>
                    <a:pt x="128" y="20634"/>
                  </a:lnTo>
                  <a:lnTo>
                    <a:pt x="128" y="21462"/>
                  </a:lnTo>
                  <a:lnTo>
                    <a:pt x="64" y="22226"/>
                  </a:lnTo>
                  <a:lnTo>
                    <a:pt x="128" y="22226"/>
                  </a:lnTo>
                  <a:lnTo>
                    <a:pt x="765" y="58399"/>
                  </a:lnTo>
                  <a:lnTo>
                    <a:pt x="7388" y="58399"/>
                  </a:lnTo>
                  <a:lnTo>
                    <a:pt x="8025" y="22163"/>
                  </a:lnTo>
                  <a:lnTo>
                    <a:pt x="8088" y="22163"/>
                  </a:lnTo>
                  <a:lnTo>
                    <a:pt x="8025" y="21398"/>
                  </a:lnTo>
                  <a:lnTo>
                    <a:pt x="8025" y="20571"/>
                  </a:lnTo>
                  <a:lnTo>
                    <a:pt x="7961" y="20571"/>
                  </a:lnTo>
                  <a:lnTo>
                    <a:pt x="7388" y="12546"/>
                  </a:lnTo>
                  <a:cubicBezTo>
                    <a:pt x="7833" y="11846"/>
                    <a:pt x="8088" y="11018"/>
                    <a:pt x="8152" y="10254"/>
                  </a:cubicBezTo>
                  <a:cubicBezTo>
                    <a:pt x="8152" y="8980"/>
                    <a:pt x="5605" y="3312"/>
                    <a:pt x="4840" y="1593"/>
                  </a:cubicBezTo>
                  <a:lnTo>
                    <a:pt x="40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0"/>
            <p:cNvSpPr/>
            <p:nvPr/>
          </p:nvSpPr>
          <p:spPr>
            <a:xfrm>
              <a:off x="4119650" y="868550"/>
              <a:ext cx="133750" cy="157250"/>
            </a:xfrm>
            <a:custGeom>
              <a:avLst/>
              <a:gdLst/>
              <a:ahLst/>
              <a:cxnLst/>
              <a:rect l="l" t="t" r="r" b="b"/>
              <a:pathLst>
                <a:path w="5350" h="6290" extrusionOk="0">
                  <a:moveTo>
                    <a:pt x="2643" y="1"/>
                  </a:moveTo>
                  <a:cubicBezTo>
                    <a:pt x="2245" y="1"/>
                    <a:pt x="1847" y="271"/>
                    <a:pt x="1847" y="813"/>
                  </a:cubicBezTo>
                  <a:lnTo>
                    <a:pt x="1847" y="1577"/>
                  </a:lnTo>
                  <a:lnTo>
                    <a:pt x="1" y="1577"/>
                  </a:lnTo>
                  <a:lnTo>
                    <a:pt x="2675" y="6290"/>
                  </a:lnTo>
                  <a:lnTo>
                    <a:pt x="5350" y="1577"/>
                  </a:lnTo>
                  <a:lnTo>
                    <a:pt x="3439" y="1577"/>
                  </a:lnTo>
                  <a:lnTo>
                    <a:pt x="3439" y="813"/>
                  </a:lnTo>
                  <a:cubicBezTo>
                    <a:pt x="3439" y="271"/>
                    <a:pt x="3041" y="1"/>
                    <a:pt x="26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0"/>
            <p:cNvSpPr/>
            <p:nvPr/>
          </p:nvSpPr>
          <p:spPr>
            <a:xfrm>
              <a:off x="5961700" y="1944425"/>
              <a:ext cx="812000" cy="746725"/>
            </a:xfrm>
            <a:custGeom>
              <a:avLst/>
              <a:gdLst/>
              <a:ahLst/>
              <a:cxnLst/>
              <a:rect l="l" t="t" r="r" b="b"/>
              <a:pathLst>
                <a:path w="32480" h="29869" extrusionOk="0">
                  <a:moveTo>
                    <a:pt x="27258" y="1592"/>
                  </a:moveTo>
                  <a:cubicBezTo>
                    <a:pt x="29232" y="1592"/>
                    <a:pt x="30888" y="3248"/>
                    <a:pt x="30888" y="5222"/>
                  </a:cubicBezTo>
                  <a:lnTo>
                    <a:pt x="30888" y="16112"/>
                  </a:lnTo>
                  <a:cubicBezTo>
                    <a:pt x="30888" y="18086"/>
                    <a:pt x="29232" y="19679"/>
                    <a:pt x="27258" y="19679"/>
                  </a:cubicBezTo>
                  <a:lnTo>
                    <a:pt x="24328" y="19679"/>
                  </a:lnTo>
                  <a:lnTo>
                    <a:pt x="18151" y="25856"/>
                  </a:lnTo>
                  <a:lnTo>
                    <a:pt x="18406" y="19679"/>
                  </a:lnTo>
                  <a:lnTo>
                    <a:pt x="5223" y="19679"/>
                  </a:lnTo>
                  <a:cubicBezTo>
                    <a:pt x="3249" y="19679"/>
                    <a:pt x="1593" y="18086"/>
                    <a:pt x="1593" y="16112"/>
                  </a:cubicBezTo>
                  <a:lnTo>
                    <a:pt x="1593" y="5222"/>
                  </a:lnTo>
                  <a:cubicBezTo>
                    <a:pt x="1593" y="3248"/>
                    <a:pt x="3249" y="1592"/>
                    <a:pt x="5223" y="1592"/>
                  </a:cubicBezTo>
                  <a:close/>
                  <a:moveTo>
                    <a:pt x="5223" y="0"/>
                  </a:moveTo>
                  <a:cubicBezTo>
                    <a:pt x="2357" y="0"/>
                    <a:pt x="1" y="2357"/>
                    <a:pt x="1" y="5222"/>
                  </a:cubicBezTo>
                  <a:lnTo>
                    <a:pt x="1" y="16112"/>
                  </a:lnTo>
                  <a:cubicBezTo>
                    <a:pt x="1" y="18978"/>
                    <a:pt x="2357" y="21271"/>
                    <a:pt x="5223" y="21271"/>
                  </a:cubicBezTo>
                  <a:lnTo>
                    <a:pt x="16750" y="21271"/>
                  </a:lnTo>
                  <a:lnTo>
                    <a:pt x="16431" y="29868"/>
                  </a:lnTo>
                  <a:lnTo>
                    <a:pt x="25029" y="21271"/>
                  </a:lnTo>
                  <a:lnTo>
                    <a:pt x="27258" y="21271"/>
                  </a:lnTo>
                  <a:cubicBezTo>
                    <a:pt x="30187" y="21271"/>
                    <a:pt x="32480" y="18978"/>
                    <a:pt x="32480" y="16112"/>
                  </a:cubicBezTo>
                  <a:lnTo>
                    <a:pt x="32480" y="5222"/>
                  </a:lnTo>
                  <a:cubicBezTo>
                    <a:pt x="32480" y="2357"/>
                    <a:pt x="30123" y="0"/>
                    <a:pt x="272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0"/>
            <p:cNvSpPr/>
            <p:nvPr/>
          </p:nvSpPr>
          <p:spPr>
            <a:xfrm flipH="1">
              <a:off x="755540" y="1025104"/>
              <a:ext cx="1047660" cy="746725"/>
            </a:xfrm>
            <a:custGeom>
              <a:avLst/>
              <a:gdLst/>
              <a:ahLst/>
              <a:cxnLst/>
              <a:rect l="l" t="t" r="r" b="b"/>
              <a:pathLst>
                <a:path w="38849" h="29869" extrusionOk="0">
                  <a:moveTo>
                    <a:pt x="33626" y="1593"/>
                  </a:moveTo>
                  <a:cubicBezTo>
                    <a:pt x="35600" y="1593"/>
                    <a:pt x="37256" y="3248"/>
                    <a:pt x="37256" y="5223"/>
                  </a:cubicBezTo>
                  <a:lnTo>
                    <a:pt x="37256" y="16113"/>
                  </a:lnTo>
                  <a:cubicBezTo>
                    <a:pt x="37256" y="18087"/>
                    <a:pt x="35600" y="19679"/>
                    <a:pt x="33626" y="19743"/>
                  </a:cubicBezTo>
                  <a:lnTo>
                    <a:pt x="30697" y="19743"/>
                  </a:lnTo>
                  <a:lnTo>
                    <a:pt x="24519" y="25856"/>
                  </a:lnTo>
                  <a:lnTo>
                    <a:pt x="24774" y="19679"/>
                  </a:lnTo>
                  <a:lnTo>
                    <a:pt x="5223" y="19679"/>
                  </a:lnTo>
                  <a:cubicBezTo>
                    <a:pt x="3249" y="19679"/>
                    <a:pt x="1593" y="18087"/>
                    <a:pt x="1593" y="16113"/>
                  </a:cubicBezTo>
                  <a:lnTo>
                    <a:pt x="1593" y="5223"/>
                  </a:lnTo>
                  <a:cubicBezTo>
                    <a:pt x="1593" y="3248"/>
                    <a:pt x="3249" y="1593"/>
                    <a:pt x="5223" y="1593"/>
                  </a:cubicBezTo>
                  <a:close/>
                  <a:moveTo>
                    <a:pt x="5223" y="1"/>
                  </a:moveTo>
                  <a:cubicBezTo>
                    <a:pt x="2357" y="1"/>
                    <a:pt x="1" y="2357"/>
                    <a:pt x="1" y="5223"/>
                  </a:cubicBezTo>
                  <a:lnTo>
                    <a:pt x="1" y="16113"/>
                  </a:lnTo>
                  <a:cubicBezTo>
                    <a:pt x="1" y="18978"/>
                    <a:pt x="2357" y="21335"/>
                    <a:pt x="5223" y="21335"/>
                  </a:cubicBezTo>
                  <a:lnTo>
                    <a:pt x="23118" y="21335"/>
                  </a:lnTo>
                  <a:lnTo>
                    <a:pt x="22800" y="29868"/>
                  </a:lnTo>
                  <a:lnTo>
                    <a:pt x="31397" y="21335"/>
                  </a:lnTo>
                  <a:lnTo>
                    <a:pt x="33626" y="21335"/>
                  </a:lnTo>
                  <a:cubicBezTo>
                    <a:pt x="36556" y="21271"/>
                    <a:pt x="38848" y="18978"/>
                    <a:pt x="38848" y="16113"/>
                  </a:cubicBezTo>
                  <a:lnTo>
                    <a:pt x="38848" y="5223"/>
                  </a:lnTo>
                  <a:cubicBezTo>
                    <a:pt x="38848" y="2357"/>
                    <a:pt x="36556" y="1"/>
                    <a:pt x="336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0"/>
            <p:cNvSpPr/>
            <p:nvPr/>
          </p:nvSpPr>
          <p:spPr>
            <a:xfrm>
              <a:off x="5700600" y="3254725"/>
              <a:ext cx="246800" cy="1534800"/>
            </a:xfrm>
            <a:custGeom>
              <a:avLst/>
              <a:gdLst/>
              <a:ahLst/>
              <a:cxnLst/>
              <a:rect l="l" t="t" r="r" b="b"/>
              <a:pathLst>
                <a:path w="9872" h="61392" extrusionOk="0">
                  <a:moveTo>
                    <a:pt x="6751" y="16431"/>
                  </a:moveTo>
                  <a:lnTo>
                    <a:pt x="7261" y="23563"/>
                  </a:lnTo>
                  <a:lnTo>
                    <a:pt x="2675" y="23563"/>
                  </a:lnTo>
                  <a:lnTo>
                    <a:pt x="3121" y="16431"/>
                  </a:lnTo>
                  <a:close/>
                  <a:moveTo>
                    <a:pt x="4522" y="0"/>
                  </a:moveTo>
                  <a:cubicBezTo>
                    <a:pt x="3312" y="2229"/>
                    <a:pt x="1" y="8661"/>
                    <a:pt x="1" y="10890"/>
                  </a:cubicBezTo>
                  <a:cubicBezTo>
                    <a:pt x="1" y="12482"/>
                    <a:pt x="765" y="13947"/>
                    <a:pt x="1975" y="14902"/>
                  </a:cubicBezTo>
                  <a:lnTo>
                    <a:pt x="1657" y="14902"/>
                  </a:lnTo>
                  <a:lnTo>
                    <a:pt x="1020" y="23627"/>
                  </a:lnTo>
                  <a:lnTo>
                    <a:pt x="956" y="23627"/>
                  </a:lnTo>
                  <a:lnTo>
                    <a:pt x="956" y="24455"/>
                  </a:lnTo>
                  <a:lnTo>
                    <a:pt x="956" y="25219"/>
                  </a:lnTo>
                  <a:lnTo>
                    <a:pt x="1020" y="25219"/>
                  </a:lnTo>
                  <a:lnTo>
                    <a:pt x="1593" y="61391"/>
                  </a:lnTo>
                  <a:lnTo>
                    <a:pt x="8216" y="61391"/>
                  </a:lnTo>
                  <a:lnTo>
                    <a:pt x="8853" y="25219"/>
                  </a:lnTo>
                  <a:lnTo>
                    <a:pt x="8916" y="25219"/>
                  </a:lnTo>
                  <a:lnTo>
                    <a:pt x="8853" y="24455"/>
                  </a:lnTo>
                  <a:lnTo>
                    <a:pt x="8853" y="23627"/>
                  </a:lnTo>
                  <a:lnTo>
                    <a:pt x="8789" y="23627"/>
                  </a:lnTo>
                  <a:lnTo>
                    <a:pt x="8216" y="14902"/>
                  </a:lnTo>
                  <a:lnTo>
                    <a:pt x="7834" y="14902"/>
                  </a:lnTo>
                  <a:cubicBezTo>
                    <a:pt x="9108" y="13947"/>
                    <a:pt x="9872" y="12482"/>
                    <a:pt x="9872" y="10890"/>
                  </a:cubicBezTo>
                  <a:cubicBezTo>
                    <a:pt x="9872" y="8661"/>
                    <a:pt x="6560" y="2229"/>
                    <a:pt x="5350" y="0"/>
                  </a:cubicBezTo>
                  <a:lnTo>
                    <a:pt x="5350" y="9553"/>
                  </a:lnTo>
                  <a:cubicBezTo>
                    <a:pt x="7261" y="10062"/>
                    <a:pt x="6879" y="12801"/>
                    <a:pt x="4904" y="12801"/>
                  </a:cubicBezTo>
                  <a:cubicBezTo>
                    <a:pt x="2994" y="12801"/>
                    <a:pt x="2612" y="10062"/>
                    <a:pt x="4522" y="9553"/>
                  </a:cubicBezTo>
                  <a:lnTo>
                    <a:pt x="45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0"/>
            <p:cNvSpPr/>
            <p:nvPr/>
          </p:nvSpPr>
          <p:spPr>
            <a:xfrm>
              <a:off x="6150075" y="3201275"/>
              <a:ext cx="131675" cy="74175"/>
            </a:xfrm>
            <a:custGeom>
              <a:avLst/>
              <a:gdLst/>
              <a:ahLst/>
              <a:cxnLst/>
              <a:rect l="l" t="t" r="r" b="b"/>
              <a:pathLst>
                <a:path w="5267" h="2967" extrusionOk="0">
                  <a:moveTo>
                    <a:pt x="1179" y="1"/>
                  </a:moveTo>
                  <a:cubicBezTo>
                    <a:pt x="396" y="1"/>
                    <a:pt x="0" y="1235"/>
                    <a:pt x="936" y="1565"/>
                  </a:cubicBezTo>
                  <a:cubicBezTo>
                    <a:pt x="1891" y="1947"/>
                    <a:pt x="2846" y="2329"/>
                    <a:pt x="3802" y="2839"/>
                  </a:cubicBezTo>
                  <a:cubicBezTo>
                    <a:pt x="3865" y="2902"/>
                    <a:pt x="3993" y="2966"/>
                    <a:pt x="4120" y="2966"/>
                  </a:cubicBezTo>
                  <a:cubicBezTo>
                    <a:pt x="4948" y="2966"/>
                    <a:pt x="5266" y="1820"/>
                    <a:pt x="4502" y="1438"/>
                  </a:cubicBezTo>
                  <a:cubicBezTo>
                    <a:pt x="3547" y="928"/>
                    <a:pt x="2528" y="482"/>
                    <a:pt x="1573" y="100"/>
                  </a:cubicBezTo>
                  <a:cubicBezTo>
                    <a:pt x="1434" y="31"/>
                    <a:pt x="1302" y="1"/>
                    <a:pt x="1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0"/>
            <p:cNvSpPr/>
            <p:nvPr/>
          </p:nvSpPr>
          <p:spPr>
            <a:xfrm>
              <a:off x="6616075" y="3944100"/>
              <a:ext cx="157625" cy="176750"/>
            </a:xfrm>
            <a:custGeom>
              <a:avLst/>
              <a:gdLst/>
              <a:ahLst/>
              <a:cxnLst/>
              <a:rect l="l" t="t" r="r" b="b"/>
              <a:pathLst>
                <a:path w="6305" h="7070" extrusionOk="0">
                  <a:moveTo>
                    <a:pt x="3121" y="0"/>
                  </a:moveTo>
                  <a:cubicBezTo>
                    <a:pt x="2675" y="0"/>
                    <a:pt x="2293" y="319"/>
                    <a:pt x="2293" y="765"/>
                  </a:cubicBezTo>
                  <a:lnTo>
                    <a:pt x="0" y="765"/>
                  </a:lnTo>
                  <a:lnTo>
                    <a:pt x="0" y="7069"/>
                  </a:lnTo>
                  <a:lnTo>
                    <a:pt x="6305" y="7069"/>
                  </a:lnTo>
                  <a:lnTo>
                    <a:pt x="6305" y="828"/>
                  </a:lnTo>
                  <a:lnTo>
                    <a:pt x="3885" y="828"/>
                  </a:lnTo>
                  <a:lnTo>
                    <a:pt x="3885" y="765"/>
                  </a:lnTo>
                  <a:cubicBezTo>
                    <a:pt x="3885" y="319"/>
                    <a:pt x="3566" y="0"/>
                    <a:pt x="3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0"/>
            <p:cNvSpPr/>
            <p:nvPr/>
          </p:nvSpPr>
          <p:spPr>
            <a:xfrm>
              <a:off x="6299225" y="3275275"/>
              <a:ext cx="313675" cy="328125"/>
            </a:xfrm>
            <a:custGeom>
              <a:avLst/>
              <a:gdLst/>
              <a:ahLst/>
              <a:cxnLst/>
              <a:rect l="l" t="t" r="r" b="b"/>
              <a:pathLst>
                <a:path w="12547" h="13125" extrusionOk="0">
                  <a:moveTo>
                    <a:pt x="920" y="1"/>
                  </a:moveTo>
                  <a:cubicBezTo>
                    <a:pt x="664" y="1"/>
                    <a:pt x="420" y="141"/>
                    <a:pt x="256" y="388"/>
                  </a:cubicBezTo>
                  <a:cubicBezTo>
                    <a:pt x="1" y="707"/>
                    <a:pt x="128" y="1216"/>
                    <a:pt x="510" y="1471"/>
                  </a:cubicBezTo>
                  <a:cubicBezTo>
                    <a:pt x="1338" y="2044"/>
                    <a:pt x="2166" y="2617"/>
                    <a:pt x="2994" y="3318"/>
                  </a:cubicBezTo>
                  <a:cubicBezTo>
                    <a:pt x="3121" y="3381"/>
                    <a:pt x="3312" y="3445"/>
                    <a:pt x="3504" y="3445"/>
                  </a:cubicBezTo>
                  <a:lnTo>
                    <a:pt x="3567" y="3445"/>
                  </a:lnTo>
                  <a:lnTo>
                    <a:pt x="3567" y="9049"/>
                  </a:lnTo>
                  <a:lnTo>
                    <a:pt x="9490" y="9049"/>
                  </a:lnTo>
                  <a:cubicBezTo>
                    <a:pt x="9171" y="9304"/>
                    <a:pt x="9108" y="9750"/>
                    <a:pt x="9299" y="10068"/>
                  </a:cubicBezTo>
                  <a:cubicBezTo>
                    <a:pt x="9936" y="10960"/>
                    <a:pt x="10445" y="11851"/>
                    <a:pt x="10955" y="12743"/>
                  </a:cubicBezTo>
                  <a:cubicBezTo>
                    <a:pt x="11082" y="12998"/>
                    <a:pt x="11337" y="13125"/>
                    <a:pt x="11655" y="13125"/>
                  </a:cubicBezTo>
                  <a:cubicBezTo>
                    <a:pt x="11782" y="13125"/>
                    <a:pt x="11910" y="13125"/>
                    <a:pt x="12037" y="12998"/>
                  </a:cubicBezTo>
                  <a:cubicBezTo>
                    <a:pt x="12419" y="12807"/>
                    <a:pt x="12547" y="12361"/>
                    <a:pt x="12356" y="11915"/>
                  </a:cubicBezTo>
                  <a:cubicBezTo>
                    <a:pt x="11846" y="11023"/>
                    <a:pt x="11273" y="10068"/>
                    <a:pt x="10636" y="9177"/>
                  </a:cubicBezTo>
                  <a:cubicBezTo>
                    <a:pt x="10445" y="8922"/>
                    <a:pt x="10190" y="8858"/>
                    <a:pt x="9872" y="8858"/>
                  </a:cubicBezTo>
                  <a:lnTo>
                    <a:pt x="9872" y="2744"/>
                  </a:lnTo>
                  <a:lnTo>
                    <a:pt x="4268" y="2744"/>
                  </a:lnTo>
                  <a:cubicBezTo>
                    <a:pt x="4268" y="2490"/>
                    <a:pt x="4204" y="2235"/>
                    <a:pt x="4013" y="2044"/>
                  </a:cubicBezTo>
                  <a:cubicBezTo>
                    <a:pt x="3121" y="1407"/>
                    <a:pt x="2230" y="707"/>
                    <a:pt x="1338" y="133"/>
                  </a:cubicBezTo>
                  <a:cubicBezTo>
                    <a:pt x="1203" y="43"/>
                    <a:pt x="1060" y="1"/>
                    <a:pt x="9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0"/>
            <p:cNvSpPr/>
            <p:nvPr/>
          </p:nvSpPr>
          <p:spPr>
            <a:xfrm>
              <a:off x="5732450" y="3078000"/>
              <a:ext cx="244700" cy="157625"/>
            </a:xfrm>
            <a:custGeom>
              <a:avLst/>
              <a:gdLst/>
              <a:ahLst/>
              <a:cxnLst/>
              <a:rect l="l" t="t" r="r" b="b"/>
              <a:pathLst>
                <a:path w="9788" h="6305" extrusionOk="0">
                  <a:moveTo>
                    <a:pt x="0" y="0"/>
                  </a:moveTo>
                  <a:lnTo>
                    <a:pt x="0" y="6305"/>
                  </a:lnTo>
                  <a:lnTo>
                    <a:pt x="6305" y="6305"/>
                  </a:lnTo>
                  <a:lnTo>
                    <a:pt x="6305" y="4140"/>
                  </a:lnTo>
                  <a:cubicBezTo>
                    <a:pt x="7133" y="4140"/>
                    <a:pt x="7834" y="4203"/>
                    <a:pt x="8598" y="4267"/>
                  </a:cubicBezTo>
                  <a:lnTo>
                    <a:pt x="8725" y="4267"/>
                  </a:lnTo>
                  <a:cubicBezTo>
                    <a:pt x="8745" y="4268"/>
                    <a:pt x="8765" y="4269"/>
                    <a:pt x="8784" y="4269"/>
                  </a:cubicBezTo>
                  <a:cubicBezTo>
                    <a:pt x="9746" y="4269"/>
                    <a:pt x="9788" y="2737"/>
                    <a:pt x="8789" y="2675"/>
                  </a:cubicBezTo>
                  <a:cubicBezTo>
                    <a:pt x="7961" y="2611"/>
                    <a:pt x="7133" y="2548"/>
                    <a:pt x="6305" y="2548"/>
                  </a:cubicBezTo>
                  <a:lnTo>
                    <a:pt x="63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0"/>
            <p:cNvSpPr/>
            <p:nvPr/>
          </p:nvSpPr>
          <p:spPr>
            <a:xfrm>
              <a:off x="6651200" y="3786250"/>
              <a:ext cx="58825" cy="118075"/>
            </a:xfrm>
            <a:custGeom>
              <a:avLst/>
              <a:gdLst/>
              <a:ahLst/>
              <a:cxnLst/>
              <a:rect l="l" t="t" r="r" b="b"/>
              <a:pathLst>
                <a:path w="2353" h="4723" extrusionOk="0">
                  <a:moveTo>
                    <a:pt x="968" y="1"/>
                  </a:moveTo>
                  <a:cubicBezTo>
                    <a:pt x="491" y="1"/>
                    <a:pt x="1" y="395"/>
                    <a:pt x="187" y="1029"/>
                  </a:cubicBezTo>
                  <a:cubicBezTo>
                    <a:pt x="378" y="1984"/>
                    <a:pt x="569" y="3003"/>
                    <a:pt x="697" y="4022"/>
                  </a:cubicBezTo>
                  <a:cubicBezTo>
                    <a:pt x="760" y="4404"/>
                    <a:pt x="1079" y="4722"/>
                    <a:pt x="1524" y="4722"/>
                  </a:cubicBezTo>
                  <a:lnTo>
                    <a:pt x="1588" y="4722"/>
                  </a:lnTo>
                  <a:cubicBezTo>
                    <a:pt x="2034" y="4659"/>
                    <a:pt x="2352" y="4276"/>
                    <a:pt x="2289" y="3831"/>
                  </a:cubicBezTo>
                  <a:cubicBezTo>
                    <a:pt x="2161" y="2748"/>
                    <a:pt x="1970" y="1729"/>
                    <a:pt x="1716" y="646"/>
                  </a:cubicBezTo>
                  <a:cubicBezTo>
                    <a:pt x="1636" y="198"/>
                    <a:pt x="1306" y="1"/>
                    <a:pt x="9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0"/>
            <p:cNvSpPr/>
            <p:nvPr/>
          </p:nvSpPr>
          <p:spPr>
            <a:xfrm>
              <a:off x="6007875" y="3155300"/>
              <a:ext cx="121025" cy="59650"/>
            </a:xfrm>
            <a:custGeom>
              <a:avLst/>
              <a:gdLst/>
              <a:ahLst/>
              <a:cxnLst/>
              <a:rect l="l" t="t" r="r" b="b"/>
              <a:pathLst>
                <a:path w="4841" h="2386" extrusionOk="0">
                  <a:moveTo>
                    <a:pt x="759" y="0"/>
                  </a:moveTo>
                  <a:cubicBezTo>
                    <a:pt x="402" y="0"/>
                    <a:pt x="118" y="287"/>
                    <a:pt x="64" y="666"/>
                  </a:cubicBezTo>
                  <a:cubicBezTo>
                    <a:pt x="1" y="1111"/>
                    <a:pt x="255" y="1557"/>
                    <a:pt x="701" y="1621"/>
                  </a:cubicBezTo>
                  <a:cubicBezTo>
                    <a:pt x="1720" y="1812"/>
                    <a:pt x="2739" y="2067"/>
                    <a:pt x="3694" y="2385"/>
                  </a:cubicBezTo>
                  <a:lnTo>
                    <a:pt x="3949" y="2385"/>
                  </a:lnTo>
                  <a:cubicBezTo>
                    <a:pt x="4268" y="2321"/>
                    <a:pt x="4586" y="2130"/>
                    <a:pt x="4713" y="1812"/>
                  </a:cubicBezTo>
                  <a:cubicBezTo>
                    <a:pt x="4841" y="1366"/>
                    <a:pt x="4586" y="920"/>
                    <a:pt x="4140" y="793"/>
                  </a:cubicBezTo>
                  <a:cubicBezTo>
                    <a:pt x="3121" y="475"/>
                    <a:pt x="2102" y="220"/>
                    <a:pt x="956" y="29"/>
                  </a:cubicBezTo>
                  <a:cubicBezTo>
                    <a:pt x="889" y="10"/>
                    <a:pt x="823" y="0"/>
                    <a:pt x="7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0"/>
            <p:cNvSpPr/>
            <p:nvPr/>
          </p:nvSpPr>
          <p:spPr>
            <a:xfrm>
              <a:off x="6599900" y="3634350"/>
              <a:ext cx="76675" cy="115525"/>
            </a:xfrm>
            <a:custGeom>
              <a:avLst/>
              <a:gdLst/>
              <a:ahLst/>
              <a:cxnLst/>
              <a:rect l="l" t="t" r="r" b="b"/>
              <a:pathLst>
                <a:path w="3067" h="4621" extrusionOk="0">
                  <a:moveTo>
                    <a:pt x="1048" y="1"/>
                  </a:moveTo>
                  <a:cubicBezTo>
                    <a:pt x="518" y="1"/>
                    <a:pt x="0" y="525"/>
                    <a:pt x="329" y="1182"/>
                  </a:cubicBezTo>
                  <a:cubicBezTo>
                    <a:pt x="711" y="2074"/>
                    <a:pt x="1093" y="3092"/>
                    <a:pt x="1411" y="4048"/>
                  </a:cubicBezTo>
                  <a:cubicBezTo>
                    <a:pt x="1539" y="4366"/>
                    <a:pt x="1857" y="4621"/>
                    <a:pt x="2175" y="4621"/>
                  </a:cubicBezTo>
                  <a:cubicBezTo>
                    <a:pt x="2239" y="4621"/>
                    <a:pt x="2366" y="4621"/>
                    <a:pt x="2430" y="4557"/>
                  </a:cubicBezTo>
                  <a:cubicBezTo>
                    <a:pt x="2812" y="4430"/>
                    <a:pt x="3067" y="3984"/>
                    <a:pt x="2940" y="3538"/>
                  </a:cubicBezTo>
                  <a:cubicBezTo>
                    <a:pt x="2621" y="2519"/>
                    <a:pt x="2239" y="1500"/>
                    <a:pt x="1793" y="545"/>
                  </a:cubicBezTo>
                  <a:cubicBezTo>
                    <a:pt x="1635" y="160"/>
                    <a:pt x="1340" y="1"/>
                    <a:pt x="10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0"/>
            <p:cNvSpPr/>
            <p:nvPr/>
          </p:nvSpPr>
          <p:spPr>
            <a:xfrm>
              <a:off x="238125" y="2229325"/>
              <a:ext cx="224500" cy="433150"/>
            </a:xfrm>
            <a:custGeom>
              <a:avLst/>
              <a:gdLst/>
              <a:ahLst/>
              <a:cxnLst/>
              <a:rect l="l" t="t" r="r" b="b"/>
              <a:pathLst>
                <a:path w="8980" h="17326" extrusionOk="0">
                  <a:moveTo>
                    <a:pt x="5509" y="0"/>
                  </a:moveTo>
                  <a:cubicBezTo>
                    <a:pt x="5187" y="0"/>
                    <a:pt x="4877" y="174"/>
                    <a:pt x="4776" y="577"/>
                  </a:cubicBezTo>
                  <a:cubicBezTo>
                    <a:pt x="4458" y="1659"/>
                    <a:pt x="4267" y="2742"/>
                    <a:pt x="4076" y="3761"/>
                  </a:cubicBezTo>
                  <a:cubicBezTo>
                    <a:pt x="4012" y="4079"/>
                    <a:pt x="4076" y="4334"/>
                    <a:pt x="4331" y="4525"/>
                  </a:cubicBezTo>
                  <a:lnTo>
                    <a:pt x="0" y="8856"/>
                  </a:lnTo>
                  <a:lnTo>
                    <a:pt x="4012" y="12868"/>
                  </a:lnTo>
                  <a:cubicBezTo>
                    <a:pt x="3757" y="12995"/>
                    <a:pt x="3694" y="13250"/>
                    <a:pt x="3694" y="13505"/>
                  </a:cubicBezTo>
                  <a:cubicBezTo>
                    <a:pt x="3821" y="14587"/>
                    <a:pt x="4012" y="15670"/>
                    <a:pt x="4203" y="16689"/>
                  </a:cubicBezTo>
                  <a:cubicBezTo>
                    <a:pt x="4267" y="17071"/>
                    <a:pt x="4585" y="17326"/>
                    <a:pt x="4967" y="17326"/>
                  </a:cubicBezTo>
                  <a:lnTo>
                    <a:pt x="5158" y="17326"/>
                  </a:lnTo>
                  <a:cubicBezTo>
                    <a:pt x="5541" y="17262"/>
                    <a:pt x="5859" y="16816"/>
                    <a:pt x="5732" y="16434"/>
                  </a:cubicBezTo>
                  <a:cubicBezTo>
                    <a:pt x="5541" y="15415"/>
                    <a:pt x="5413" y="14396"/>
                    <a:pt x="5286" y="13377"/>
                  </a:cubicBezTo>
                  <a:cubicBezTo>
                    <a:pt x="5222" y="13123"/>
                    <a:pt x="5158" y="12932"/>
                    <a:pt x="4967" y="12804"/>
                  </a:cubicBezTo>
                  <a:lnTo>
                    <a:pt x="8979" y="8856"/>
                  </a:lnTo>
                  <a:lnTo>
                    <a:pt x="4776" y="4716"/>
                  </a:lnTo>
                  <a:lnTo>
                    <a:pt x="4840" y="4716"/>
                  </a:lnTo>
                  <a:cubicBezTo>
                    <a:pt x="5222" y="4716"/>
                    <a:pt x="5541" y="4462"/>
                    <a:pt x="5668" y="4079"/>
                  </a:cubicBezTo>
                  <a:cubicBezTo>
                    <a:pt x="5859" y="3061"/>
                    <a:pt x="6050" y="2042"/>
                    <a:pt x="6368" y="1023"/>
                  </a:cubicBezTo>
                  <a:cubicBezTo>
                    <a:pt x="6522" y="407"/>
                    <a:pt x="6001" y="0"/>
                    <a:pt x="55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0"/>
            <p:cNvSpPr/>
            <p:nvPr/>
          </p:nvSpPr>
          <p:spPr>
            <a:xfrm>
              <a:off x="417375" y="2847300"/>
              <a:ext cx="91425" cy="108125"/>
            </a:xfrm>
            <a:custGeom>
              <a:avLst/>
              <a:gdLst/>
              <a:ahLst/>
              <a:cxnLst/>
              <a:rect l="l" t="t" r="r" b="b"/>
              <a:pathLst>
                <a:path w="3657" h="4325" extrusionOk="0">
                  <a:moveTo>
                    <a:pt x="1064" y="1"/>
                  </a:moveTo>
                  <a:cubicBezTo>
                    <a:pt x="528" y="1"/>
                    <a:pt x="1" y="559"/>
                    <a:pt x="345" y="1204"/>
                  </a:cubicBezTo>
                  <a:cubicBezTo>
                    <a:pt x="918" y="2159"/>
                    <a:pt x="1427" y="3051"/>
                    <a:pt x="2064" y="3942"/>
                  </a:cubicBezTo>
                  <a:cubicBezTo>
                    <a:pt x="2192" y="4197"/>
                    <a:pt x="2446" y="4325"/>
                    <a:pt x="2701" y="4325"/>
                  </a:cubicBezTo>
                  <a:cubicBezTo>
                    <a:pt x="2892" y="4325"/>
                    <a:pt x="3019" y="4261"/>
                    <a:pt x="3147" y="4197"/>
                  </a:cubicBezTo>
                  <a:cubicBezTo>
                    <a:pt x="3529" y="3942"/>
                    <a:pt x="3656" y="3433"/>
                    <a:pt x="3402" y="3051"/>
                  </a:cubicBezTo>
                  <a:cubicBezTo>
                    <a:pt x="2828" y="2223"/>
                    <a:pt x="2255" y="1331"/>
                    <a:pt x="1746" y="440"/>
                  </a:cubicBezTo>
                  <a:cubicBezTo>
                    <a:pt x="1580" y="130"/>
                    <a:pt x="1321" y="1"/>
                    <a:pt x="10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0"/>
            <p:cNvSpPr/>
            <p:nvPr/>
          </p:nvSpPr>
          <p:spPr>
            <a:xfrm>
              <a:off x="360700" y="2701425"/>
              <a:ext cx="71675" cy="113900"/>
            </a:xfrm>
            <a:custGeom>
              <a:avLst/>
              <a:gdLst/>
              <a:ahLst/>
              <a:cxnLst/>
              <a:rect l="l" t="t" r="r" b="b"/>
              <a:pathLst>
                <a:path w="2867" h="4556" extrusionOk="0">
                  <a:moveTo>
                    <a:pt x="908" y="1"/>
                  </a:moveTo>
                  <a:cubicBezTo>
                    <a:pt x="839" y="1"/>
                    <a:pt x="769" y="11"/>
                    <a:pt x="701" y="34"/>
                  </a:cubicBezTo>
                  <a:cubicBezTo>
                    <a:pt x="255" y="161"/>
                    <a:pt x="1" y="607"/>
                    <a:pt x="128" y="989"/>
                  </a:cubicBezTo>
                  <a:cubicBezTo>
                    <a:pt x="446" y="2072"/>
                    <a:pt x="829" y="3091"/>
                    <a:pt x="1274" y="4046"/>
                  </a:cubicBezTo>
                  <a:cubicBezTo>
                    <a:pt x="1402" y="4364"/>
                    <a:pt x="1656" y="4555"/>
                    <a:pt x="1975" y="4555"/>
                  </a:cubicBezTo>
                  <a:cubicBezTo>
                    <a:pt x="2102" y="4555"/>
                    <a:pt x="2230" y="4555"/>
                    <a:pt x="2293" y="4492"/>
                  </a:cubicBezTo>
                  <a:cubicBezTo>
                    <a:pt x="2675" y="4301"/>
                    <a:pt x="2866" y="3855"/>
                    <a:pt x="2675" y="3473"/>
                  </a:cubicBezTo>
                  <a:cubicBezTo>
                    <a:pt x="2293" y="2517"/>
                    <a:pt x="1911" y="1499"/>
                    <a:pt x="1656" y="543"/>
                  </a:cubicBezTo>
                  <a:cubicBezTo>
                    <a:pt x="1552" y="229"/>
                    <a:pt x="1231" y="1"/>
                    <a:pt x="9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0"/>
            <p:cNvSpPr/>
            <p:nvPr/>
          </p:nvSpPr>
          <p:spPr>
            <a:xfrm>
              <a:off x="379800" y="2081500"/>
              <a:ext cx="80800" cy="112900"/>
            </a:xfrm>
            <a:custGeom>
              <a:avLst/>
              <a:gdLst/>
              <a:ahLst/>
              <a:cxnLst/>
              <a:rect l="l" t="t" r="r" b="b"/>
              <a:pathLst>
                <a:path w="3232" h="4516" extrusionOk="0">
                  <a:moveTo>
                    <a:pt x="2170" y="1"/>
                  </a:moveTo>
                  <a:cubicBezTo>
                    <a:pt x="1919" y="1"/>
                    <a:pt x="1674" y="130"/>
                    <a:pt x="1529" y="440"/>
                  </a:cubicBezTo>
                  <a:cubicBezTo>
                    <a:pt x="1020" y="1395"/>
                    <a:pt x="574" y="2414"/>
                    <a:pt x="192" y="3433"/>
                  </a:cubicBezTo>
                  <a:cubicBezTo>
                    <a:pt x="1" y="3815"/>
                    <a:pt x="192" y="4325"/>
                    <a:pt x="638" y="4516"/>
                  </a:cubicBezTo>
                  <a:lnTo>
                    <a:pt x="892" y="4516"/>
                  </a:lnTo>
                  <a:cubicBezTo>
                    <a:pt x="1211" y="4516"/>
                    <a:pt x="1529" y="4325"/>
                    <a:pt x="1657" y="4006"/>
                  </a:cubicBezTo>
                  <a:cubicBezTo>
                    <a:pt x="2039" y="3051"/>
                    <a:pt x="2421" y="2096"/>
                    <a:pt x="2930" y="1204"/>
                  </a:cubicBezTo>
                  <a:cubicBezTo>
                    <a:pt x="3231" y="559"/>
                    <a:pt x="2690" y="1"/>
                    <a:pt x="21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0"/>
            <p:cNvSpPr/>
            <p:nvPr/>
          </p:nvSpPr>
          <p:spPr>
            <a:xfrm>
              <a:off x="516725" y="1740625"/>
              <a:ext cx="222925" cy="222925"/>
            </a:xfrm>
            <a:custGeom>
              <a:avLst/>
              <a:gdLst/>
              <a:ahLst/>
              <a:cxnLst/>
              <a:rect l="l" t="t" r="r" b="b"/>
              <a:pathLst>
                <a:path w="8917" h="8917" extrusionOk="0">
                  <a:moveTo>
                    <a:pt x="4459" y="1"/>
                  </a:moveTo>
                  <a:lnTo>
                    <a:pt x="1" y="4459"/>
                  </a:lnTo>
                  <a:lnTo>
                    <a:pt x="1656" y="6114"/>
                  </a:lnTo>
                  <a:lnTo>
                    <a:pt x="1656" y="6178"/>
                  </a:lnTo>
                  <a:cubicBezTo>
                    <a:pt x="1338" y="6496"/>
                    <a:pt x="1338" y="7006"/>
                    <a:pt x="1656" y="7324"/>
                  </a:cubicBezTo>
                  <a:cubicBezTo>
                    <a:pt x="1784" y="7452"/>
                    <a:pt x="1975" y="7515"/>
                    <a:pt x="2230" y="7515"/>
                  </a:cubicBezTo>
                  <a:cubicBezTo>
                    <a:pt x="2421" y="7515"/>
                    <a:pt x="2612" y="7452"/>
                    <a:pt x="2803" y="7261"/>
                  </a:cubicBezTo>
                  <a:lnTo>
                    <a:pt x="4459" y="8916"/>
                  </a:lnTo>
                  <a:lnTo>
                    <a:pt x="8916" y="4459"/>
                  </a:lnTo>
                  <a:lnTo>
                    <a:pt x="44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0"/>
            <p:cNvSpPr/>
            <p:nvPr/>
          </p:nvSpPr>
          <p:spPr>
            <a:xfrm>
              <a:off x="451450" y="1948450"/>
              <a:ext cx="90775" cy="104250"/>
            </a:xfrm>
            <a:custGeom>
              <a:avLst/>
              <a:gdLst/>
              <a:ahLst/>
              <a:cxnLst/>
              <a:rect l="l" t="t" r="r" b="b"/>
              <a:pathLst>
                <a:path w="3631" h="4170" extrusionOk="0">
                  <a:moveTo>
                    <a:pt x="2782" y="0"/>
                  </a:moveTo>
                  <a:cubicBezTo>
                    <a:pt x="2549" y="0"/>
                    <a:pt x="2314" y="100"/>
                    <a:pt x="2166" y="285"/>
                  </a:cubicBezTo>
                  <a:cubicBezTo>
                    <a:pt x="1465" y="1113"/>
                    <a:pt x="829" y="2005"/>
                    <a:pt x="255" y="2960"/>
                  </a:cubicBezTo>
                  <a:cubicBezTo>
                    <a:pt x="1" y="3342"/>
                    <a:pt x="128" y="3788"/>
                    <a:pt x="510" y="4042"/>
                  </a:cubicBezTo>
                  <a:cubicBezTo>
                    <a:pt x="637" y="4106"/>
                    <a:pt x="765" y="4170"/>
                    <a:pt x="892" y="4170"/>
                  </a:cubicBezTo>
                  <a:cubicBezTo>
                    <a:pt x="1211" y="4170"/>
                    <a:pt x="1465" y="4042"/>
                    <a:pt x="1593" y="3788"/>
                  </a:cubicBezTo>
                  <a:cubicBezTo>
                    <a:pt x="2166" y="2960"/>
                    <a:pt x="2739" y="2068"/>
                    <a:pt x="3376" y="1304"/>
                  </a:cubicBezTo>
                  <a:cubicBezTo>
                    <a:pt x="3631" y="922"/>
                    <a:pt x="3567" y="412"/>
                    <a:pt x="3249" y="158"/>
                  </a:cubicBezTo>
                  <a:cubicBezTo>
                    <a:pt x="3116" y="51"/>
                    <a:pt x="2949" y="0"/>
                    <a:pt x="27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0"/>
            <p:cNvSpPr/>
            <p:nvPr/>
          </p:nvSpPr>
          <p:spPr>
            <a:xfrm>
              <a:off x="504525" y="2977900"/>
              <a:ext cx="231950" cy="235450"/>
            </a:xfrm>
            <a:custGeom>
              <a:avLst/>
              <a:gdLst/>
              <a:ahLst/>
              <a:cxnLst/>
              <a:rect l="l" t="t" r="r" b="b"/>
              <a:pathLst>
                <a:path w="9278" h="9418" extrusionOk="0">
                  <a:moveTo>
                    <a:pt x="1102" y="1"/>
                  </a:moveTo>
                  <a:cubicBezTo>
                    <a:pt x="511" y="1"/>
                    <a:pt x="0" y="732"/>
                    <a:pt x="552" y="1330"/>
                  </a:cubicBezTo>
                  <a:cubicBezTo>
                    <a:pt x="1062" y="1966"/>
                    <a:pt x="1635" y="2603"/>
                    <a:pt x="2144" y="3176"/>
                  </a:cubicBezTo>
                  <a:lnTo>
                    <a:pt x="361" y="4959"/>
                  </a:lnTo>
                  <a:lnTo>
                    <a:pt x="4819" y="9417"/>
                  </a:lnTo>
                  <a:lnTo>
                    <a:pt x="9277" y="4959"/>
                  </a:lnTo>
                  <a:lnTo>
                    <a:pt x="4819" y="502"/>
                  </a:lnTo>
                  <a:lnTo>
                    <a:pt x="3291" y="2094"/>
                  </a:lnTo>
                  <a:cubicBezTo>
                    <a:pt x="2781" y="1521"/>
                    <a:pt x="2272" y="947"/>
                    <a:pt x="1762" y="374"/>
                  </a:cubicBezTo>
                  <a:cubicBezTo>
                    <a:pt x="1568" y="109"/>
                    <a:pt x="1329" y="1"/>
                    <a:pt x="1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0"/>
            <p:cNvSpPr/>
            <p:nvPr/>
          </p:nvSpPr>
          <p:spPr>
            <a:xfrm>
              <a:off x="7060250" y="2937275"/>
              <a:ext cx="87600" cy="107625"/>
            </a:xfrm>
            <a:custGeom>
              <a:avLst/>
              <a:gdLst/>
              <a:ahLst/>
              <a:cxnLst/>
              <a:rect l="l" t="t" r="r" b="b"/>
              <a:pathLst>
                <a:path w="3504" h="4305" extrusionOk="0">
                  <a:moveTo>
                    <a:pt x="2565" y="1"/>
                  </a:moveTo>
                  <a:cubicBezTo>
                    <a:pt x="2291" y="1"/>
                    <a:pt x="2024" y="143"/>
                    <a:pt x="1848" y="407"/>
                  </a:cubicBezTo>
                  <a:cubicBezTo>
                    <a:pt x="1402" y="1362"/>
                    <a:pt x="829" y="2254"/>
                    <a:pt x="256" y="3082"/>
                  </a:cubicBezTo>
                  <a:cubicBezTo>
                    <a:pt x="1" y="3464"/>
                    <a:pt x="128" y="3973"/>
                    <a:pt x="510" y="4165"/>
                  </a:cubicBezTo>
                  <a:cubicBezTo>
                    <a:pt x="638" y="4292"/>
                    <a:pt x="765" y="4292"/>
                    <a:pt x="956" y="4292"/>
                  </a:cubicBezTo>
                  <a:cubicBezTo>
                    <a:pt x="990" y="4300"/>
                    <a:pt x="1024" y="4304"/>
                    <a:pt x="1058" y="4304"/>
                  </a:cubicBezTo>
                  <a:cubicBezTo>
                    <a:pt x="1277" y="4304"/>
                    <a:pt x="1483" y="4139"/>
                    <a:pt x="1593" y="3973"/>
                  </a:cubicBezTo>
                  <a:cubicBezTo>
                    <a:pt x="2166" y="3082"/>
                    <a:pt x="2803" y="2127"/>
                    <a:pt x="3312" y="1171"/>
                  </a:cubicBezTo>
                  <a:cubicBezTo>
                    <a:pt x="3503" y="789"/>
                    <a:pt x="3312" y="280"/>
                    <a:pt x="2930" y="89"/>
                  </a:cubicBezTo>
                  <a:cubicBezTo>
                    <a:pt x="2812" y="30"/>
                    <a:pt x="2688" y="1"/>
                    <a:pt x="2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0"/>
            <p:cNvSpPr/>
            <p:nvPr/>
          </p:nvSpPr>
          <p:spPr>
            <a:xfrm>
              <a:off x="7136675" y="2790600"/>
              <a:ext cx="71675" cy="115475"/>
            </a:xfrm>
            <a:custGeom>
              <a:avLst/>
              <a:gdLst/>
              <a:ahLst/>
              <a:cxnLst/>
              <a:rect l="l" t="t" r="r" b="b"/>
              <a:pathLst>
                <a:path w="2867" h="4619" extrusionOk="0">
                  <a:moveTo>
                    <a:pt x="1998" y="0"/>
                  </a:moveTo>
                  <a:cubicBezTo>
                    <a:pt x="1638" y="0"/>
                    <a:pt x="1316" y="238"/>
                    <a:pt x="1211" y="606"/>
                  </a:cubicBezTo>
                  <a:cubicBezTo>
                    <a:pt x="892" y="1562"/>
                    <a:pt x="574" y="2517"/>
                    <a:pt x="128" y="3472"/>
                  </a:cubicBezTo>
                  <a:cubicBezTo>
                    <a:pt x="1" y="3918"/>
                    <a:pt x="192" y="4364"/>
                    <a:pt x="574" y="4555"/>
                  </a:cubicBezTo>
                  <a:cubicBezTo>
                    <a:pt x="701" y="4555"/>
                    <a:pt x="765" y="4618"/>
                    <a:pt x="892" y="4618"/>
                  </a:cubicBezTo>
                  <a:cubicBezTo>
                    <a:pt x="1211" y="4618"/>
                    <a:pt x="1529" y="4427"/>
                    <a:pt x="1656" y="4109"/>
                  </a:cubicBezTo>
                  <a:cubicBezTo>
                    <a:pt x="2039" y="3090"/>
                    <a:pt x="2421" y="2071"/>
                    <a:pt x="2739" y="1052"/>
                  </a:cubicBezTo>
                  <a:cubicBezTo>
                    <a:pt x="2866" y="606"/>
                    <a:pt x="2612" y="160"/>
                    <a:pt x="2230" y="33"/>
                  </a:cubicBezTo>
                  <a:cubicBezTo>
                    <a:pt x="2152" y="11"/>
                    <a:pt x="2074" y="0"/>
                    <a:pt x="19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0"/>
            <p:cNvSpPr/>
            <p:nvPr/>
          </p:nvSpPr>
          <p:spPr>
            <a:xfrm>
              <a:off x="6832600" y="3069275"/>
              <a:ext cx="226100" cy="234825"/>
            </a:xfrm>
            <a:custGeom>
              <a:avLst/>
              <a:gdLst/>
              <a:ahLst/>
              <a:cxnLst/>
              <a:rect l="l" t="t" r="r" b="b"/>
              <a:pathLst>
                <a:path w="9044" h="9393" extrusionOk="0">
                  <a:moveTo>
                    <a:pt x="8144" y="1"/>
                  </a:moveTo>
                  <a:cubicBezTo>
                    <a:pt x="7898" y="1"/>
                    <a:pt x="7663" y="100"/>
                    <a:pt x="7515" y="286"/>
                  </a:cubicBezTo>
                  <a:cubicBezTo>
                    <a:pt x="7005" y="859"/>
                    <a:pt x="6496" y="1432"/>
                    <a:pt x="5986" y="2005"/>
                  </a:cubicBezTo>
                  <a:lnTo>
                    <a:pt x="4458" y="477"/>
                  </a:lnTo>
                  <a:lnTo>
                    <a:pt x="0" y="4934"/>
                  </a:lnTo>
                  <a:lnTo>
                    <a:pt x="4458" y="9392"/>
                  </a:lnTo>
                  <a:lnTo>
                    <a:pt x="8916" y="4934"/>
                  </a:lnTo>
                  <a:lnTo>
                    <a:pt x="7069" y="3151"/>
                  </a:lnTo>
                  <a:cubicBezTo>
                    <a:pt x="7642" y="2514"/>
                    <a:pt x="8215" y="1941"/>
                    <a:pt x="8725" y="1304"/>
                  </a:cubicBezTo>
                  <a:cubicBezTo>
                    <a:pt x="9043" y="986"/>
                    <a:pt x="8979" y="477"/>
                    <a:pt x="8661" y="158"/>
                  </a:cubicBezTo>
                  <a:cubicBezTo>
                    <a:pt x="8502" y="52"/>
                    <a:pt x="8320" y="1"/>
                    <a:pt x="8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0"/>
            <p:cNvSpPr/>
            <p:nvPr/>
          </p:nvSpPr>
          <p:spPr>
            <a:xfrm>
              <a:off x="7108025" y="2320075"/>
              <a:ext cx="222925" cy="434750"/>
            </a:xfrm>
            <a:custGeom>
              <a:avLst/>
              <a:gdLst/>
              <a:ahLst/>
              <a:cxnLst/>
              <a:rect l="l" t="t" r="r" b="b"/>
              <a:pathLst>
                <a:path w="8917" h="17390" extrusionOk="0">
                  <a:moveTo>
                    <a:pt x="3384" y="0"/>
                  </a:moveTo>
                  <a:cubicBezTo>
                    <a:pt x="2901" y="0"/>
                    <a:pt x="2419" y="407"/>
                    <a:pt x="2611" y="1023"/>
                  </a:cubicBezTo>
                  <a:cubicBezTo>
                    <a:pt x="2866" y="1978"/>
                    <a:pt x="3121" y="2997"/>
                    <a:pt x="3312" y="4016"/>
                  </a:cubicBezTo>
                  <a:cubicBezTo>
                    <a:pt x="3376" y="4398"/>
                    <a:pt x="3694" y="4653"/>
                    <a:pt x="4076" y="4653"/>
                  </a:cubicBezTo>
                  <a:lnTo>
                    <a:pt x="4140" y="4653"/>
                  </a:lnTo>
                  <a:lnTo>
                    <a:pt x="0" y="8856"/>
                  </a:lnTo>
                  <a:lnTo>
                    <a:pt x="3949" y="12804"/>
                  </a:lnTo>
                  <a:cubicBezTo>
                    <a:pt x="3821" y="12932"/>
                    <a:pt x="3694" y="13123"/>
                    <a:pt x="3694" y="13377"/>
                  </a:cubicBezTo>
                  <a:cubicBezTo>
                    <a:pt x="3567" y="14396"/>
                    <a:pt x="3376" y="15415"/>
                    <a:pt x="3185" y="16434"/>
                  </a:cubicBezTo>
                  <a:cubicBezTo>
                    <a:pt x="3121" y="16880"/>
                    <a:pt x="3376" y="17262"/>
                    <a:pt x="3821" y="17389"/>
                  </a:cubicBezTo>
                  <a:lnTo>
                    <a:pt x="3949" y="17389"/>
                  </a:lnTo>
                  <a:cubicBezTo>
                    <a:pt x="4331" y="17389"/>
                    <a:pt x="4713" y="17135"/>
                    <a:pt x="4777" y="16753"/>
                  </a:cubicBezTo>
                  <a:cubicBezTo>
                    <a:pt x="4968" y="15670"/>
                    <a:pt x="5159" y="14587"/>
                    <a:pt x="5286" y="13568"/>
                  </a:cubicBezTo>
                  <a:cubicBezTo>
                    <a:pt x="5286" y="13250"/>
                    <a:pt x="5159" y="12995"/>
                    <a:pt x="4904" y="12804"/>
                  </a:cubicBezTo>
                  <a:lnTo>
                    <a:pt x="8916" y="8856"/>
                  </a:lnTo>
                  <a:lnTo>
                    <a:pt x="4586" y="4525"/>
                  </a:lnTo>
                  <a:cubicBezTo>
                    <a:pt x="4777" y="4334"/>
                    <a:pt x="4904" y="4016"/>
                    <a:pt x="4840" y="3761"/>
                  </a:cubicBezTo>
                  <a:cubicBezTo>
                    <a:pt x="4649" y="2678"/>
                    <a:pt x="4395" y="1596"/>
                    <a:pt x="4140" y="577"/>
                  </a:cubicBezTo>
                  <a:cubicBezTo>
                    <a:pt x="4014" y="174"/>
                    <a:pt x="3699" y="0"/>
                    <a:pt x="33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0"/>
            <p:cNvSpPr/>
            <p:nvPr/>
          </p:nvSpPr>
          <p:spPr>
            <a:xfrm>
              <a:off x="7025225" y="2038025"/>
              <a:ext cx="92375" cy="105425"/>
            </a:xfrm>
            <a:custGeom>
              <a:avLst/>
              <a:gdLst/>
              <a:ahLst/>
              <a:cxnLst/>
              <a:rect l="l" t="t" r="r" b="b"/>
              <a:pathLst>
                <a:path w="3695" h="4217" extrusionOk="0">
                  <a:moveTo>
                    <a:pt x="931" y="1"/>
                  </a:moveTo>
                  <a:cubicBezTo>
                    <a:pt x="758" y="1"/>
                    <a:pt x="584" y="67"/>
                    <a:pt x="447" y="205"/>
                  </a:cubicBezTo>
                  <a:cubicBezTo>
                    <a:pt x="64" y="459"/>
                    <a:pt x="1" y="969"/>
                    <a:pt x="319" y="1287"/>
                  </a:cubicBezTo>
                  <a:cubicBezTo>
                    <a:pt x="956" y="2115"/>
                    <a:pt x="1529" y="2943"/>
                    <a:pt x="2102" y="3835"/>
                  </a:cubicBezTo>
                  <a:cubicBezTo>
                    <a:pt x="2230" y="4026"/>
                    <a:pt x="2484" y="4217"/>
                    <a:pt x="2739" y="4217"/>
                  </a:cubicBezTo>
                  <a:cubicBezTo>
                    <a:pt x="2930" y="4217"/>
                    <a:pt x="3058" y="4153"/>
                    <a:pt x="3185" y="4089"/>
                  </a:cubicBezTo>
                  <a:cubicBezTo>
                    <a:pt x="3567" y="3835"/>
                    <a:pt x="3694" y="3325"/>
                    <a:pt x="3440" y="2943"/>
                  </a:cubicBezTo>
                  <a:cubicBezTo>
                    <a:pt x="2867" y="2051"/>
                    <a:pt x="2230" y="1160"/>
                    <a:pt x="1529" y="332"/>
                  </a:cubicBezTo>
                  <a:cubicBezTo>
                    <a:pt x="1385" y="115"/>
                    <a:pt x="1158" y="1"/>
                    <a:pt x="9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0"/>
            <p:cNvSpPr/>
            <p:nvPr/>
          </p:nvSpPr>
          <p:spPr>
            <a:xfrm>
              <a:off x="7111200" y="2171525"/>
              <a:ext cx="78050" cy="113625"/>
            </a:xfrm>
            <a:custGeom>
              <a:avLst/>
              <a:gdLst/>
              <a:ahLst/>
              <a:cxnLst/>
              <a:rect l="l" t="t" r="r" b="b"/>
              <a:pathLst>
                <a:path w="3122" h="4545" extrusionOk="0">
                  <a:moveTo>
                    <a:pt x="876" y="1"/>
                  </a:moveTo>
                  <a:cubicBezTo>
                    <a:pt x="751" y="1"/>
                    <a:pt x="625" y="29"/>
                    <a:pt x="510" y="87"/>
                  </a:cubicBezTo>
                  <a:cubicBezTo>
                    <a:pt x="128" y="278"/>
                    <a:pt x="1" y="787"/>
                    <a:pt x="192" y="1169"/>
                  </a:cubicBezTo>
                  <a:cubicBezTo>
                    <a:pt x="701" y="2125"/>
                    <a:pt x="1083" y="3080"/>
                    <a:pt x="1465" y="4035"/>
                  </a:cubicBezTo>
                  <a:cubicBezTo>
                    <a:pt x="1593" y="4290"/>
                    <a:pt x="1911" y="4545"/>
                    <a:pt x="2230" y="4545"/>
                  </a:cubicBezTo>
                  <a:cubicBezTo>
                    <a:pt x="2293" y="4545"/>
                    <a:pt x="2421" y="4481"/>
                    <a:pt x="2484" y="4481"/>
                  </a:cubicBezTo>
                  <a:cubicBezTo>
                    <a:pt x="2930" y="4290"/>
                    <a:pt x="3121" y="3844"/>
                    <a:pt x="2930" y="3462"/>
                  </a:cubicBezTo>
                  <a:cubicBezTo>
                    <a:pt x="2548" y="2443"/>
                    <a:pt x="2102" y="1424"/>
                    <a:pt x="1593" y="469"/>
                  </a:cubicBezTo>
                  <a:cubicBezTo>
                    <a:pt x="1459" y="157"/>
                    <a:pt x="1169" y="1"/>
                    <a:pt x="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0"/>
            <p:cNvSpPr/>
            <p:nvPr/>
          </p:nvSpPr>
          <p:spPr>
            <a:xfrm>
              <a:off x="6829400" y="1831375"/>
              <a:ext cx="222925" cy="222925"/>
            </a:xfrm>
            <a:custGeom>
              <a:avLst/>
              <a:gdLst/>
              <a:ahLst/>
              <a:cxnLst/>
              <a:rect l="l" t="t" r="r" b="b"/>
              <a:pathLst>
                <a:path w="8917" h="8917" extrusionOk="0">
                  <a:moveTo>
                    <a:pt x="4459" y="1"/>
                  </a:moveTo>
                  <a:lnTo>
                    <a:pt x="1" y="4459"/>
                  </a:lnTo>
                  <a:lnTo>
                    <a:pt x="4459" y="8916"/>
                  </a:lnTo>
                  <a:lnTo>
                    <a:pt x="6114" y="7197"/>
                  </a:lnTo>
                  <a:cubicBezTo>
                    <a:pt x="6242" y="7388"/>
                    <a:pt x="6433" y="7452"/>
                    <a:pt x="6687" y="7452"/>
                  </a:cubicBezTo>
                  <a:cubicBezTo>
                    <a:pt x="7388" y="7452"/>
                    <a:pt x="7706" y="6624"/>
                    <a:pt x="7261" y="6114"/>
                  </a:cubicBezTo>
                  <a:lnTo>
                    <a:pt x="8916" y="4459"/>
                  </a:lnTo>
                  <a:lnTo>
                    <a:pt x="44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0"/>
            <p:cNvSpPr/>
            <p:nvPr/>
          </p:nvSpPr>
          <p:spPr>
            <a:xfrm>
              <a:off x="1369300" y="4886275"/>
              <a:ext cx="322425" cy="328350"/>
            </a:xfrm>
            <a:custGeom>
              <a:avLst/>
              <a:gdLst/>
              <a:ahLst/>
              <a:cxnLst/>
              <a:rect l="l" t="t" r="r" b="b"/>
              <a:pathLst>
                <a:path w="12897" h="13134" extrusionOk="0">
                  <a:moveTo>
                    <a:pt x="1070" y="1"/>
                  </a:moveTo>
                  <a:cubicBezTo>
                    <a:pt x="523" y="1"/>
                    <a:pt x="0" y="567"/>
                    <a:pt x="351" y="1224"/>
                  </a:cubicBezTo>
                  <a:cubicBezTo>
                    <a:pt x="860" y="2179"/>
                    <a:pt x="1433" y="3071"/>
                    <a:pt x="2070" y="3963"/>
                  </a:cubicBezTo>
                  <a:cubicBezTo>
                    <a:pt x="2198" y="4154"/>
                    <a:pt x="2452" y="4281"/>
                    <a:pt x="2707" y="4345"/>
                  </a:cubicBezTo>
                  <a:lnTo>
                    <a:pt x="2834" y="4345"/>
                  </a:lnTo>
                  <a:lnTo>
                    <a:pt x="2834" y="10458"/>
                  </a:lnTo>
                  <a:lnTo>
                    <a:pt x="8439" y="10458"/>
                  </a:lnTo>
                  <a:cubicBezTo>
                    <a:pt x="8439" y="10713"/>
                    <a:pt x="8502" y="10968"/>
                    <a:pt x="8693" y="11095"/>
                  </a:cubicBezTo>
                  <a:cubicBezTo>
                    <a:pt x="9585" y="11796"/>
                    <a:pt x="10476" y="12433"/>
                    <a:pt x="11368" y="13006"/>
                  </a:cubicBezTo>
                  <a:cubicBezTo>
                    <a:pt x="11495" y="13133"/>
                    <a:pt x="11623" y="13133"/>
                    <a:pt x="11814" y="13133"/>
                  </a:cubicBezTo>
                  <a:cubicBezTo>
                    <a:pt x="12578" y="13133"/>
                    <a:pt x="12896" y="12114"/>
                    <a:pt x="12196" y="11732"/>
                  </a:cubicBezTo>
                  <a:lnTo>
                    <a:pt x="12196" y="11668"/>
                  </a:lnTo>
                  <a:cubicBezTo>
                    <a:pt x="11368" y="11095"/>
                    <a:pt x="10540" y="10458"/>
                    <a:pt x="9712" y="9822"/>
                  </a:cubicBezTo>
                  <a:cubicBezTo>
                    <a:pt x="9572" y="9728"/>
                    <a:pt x="9433" y="9669"/>
                    <a:pt x="9268" y="9669"/>
                  </a:cubicBezTo>
                  <a:cubicBezTo>
                    <a:pt x="9207" y="9669"/>
                    <a:pt x="9144" y="9677"/>
                    <a:pt x="9075" y="9694"/>
                  </a:cubicBezTo>
                  <a:lnTo>
                    <a:pt x="9075" y="4090"/>
                  </a:lnTo>
                  <a:lnTo>
                    <a:pt x="3217" y="4090"/>
                  </a:lnTo>
                  <a:cubicBezTo>
                    <a:pt x="3535" y="3835"/>
                    <a:pt x="3599" y="3389"/>
                    <a:pt x="3408" y="3071"/>
                  </a:cubicBezTo>
                  <a:cubicBezTo>
                    <a:pt x="2771" y="2179"/>
                    <a:pt x="2261" y="1288"/>
                    <a:pt x="1752" y="396"/>
                  </a:cubicBezTo>
                  <a:cubicBezTo>
                    <a:pt x="1573" y="118"/>
                    <a:pt x="1319" y="1"/>
                    <a:pt x="10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0"/>
            <p:cNvSpPr/>
            <p:nvPr/>
          </p:nvSpPr>
          <p:spPr>
            <a:xfrm>
              <a:off x="1849075" y="5273675"/>
              <a:ext cx="130825" cy="60350"/>
            </a:xfrm>
            <a:custGeom>
              <a:avLst/>
              <a:gdLst/>
              <a:ahLst/>
              <a:cxnLst/>
              <a:rect l="l" t="t" r="r" b="b"/>
              <a:pathLst>
                <a:path w="5233" h="2414" extrusionOk="0">
                  <a:moveTo>
                    <a:pt x="1161" y="0"/>
                  </a:moveTo>
                  <a:cubicBezTo>
                    <a:pt x="305" y="0"/>
                    <a:pt x="0" y="1357"/>
                    <a:pt x="1029" y="1586"/>
                  </a:cubicBezTo>
                  <a:cubicBezTo>
                    <a:pt x="2048" y="1904"/>
                    <a:pt x="3131" y="2159"/>
                    <a:pt x="4213" y="2413"/>
                  </a:cubicBezTo>
                  <a:lnTo>
                    <a:pt x="4341" y="2413"/>
                  </a:lnTo>
                  <a:cubicBezTo>
                    <a:pt x="4723" y="2413"/>
                    <a:pt x="5041" y="2095"/>
                    <a:pt x="5105" y="1713"/>
                  </a:cubicBezTo>
                  <a:cubicBezTo>
                    <a:pt x="5232" y="1331"/>
                    <a:pt x="4914" y="885"/>
                    <a:pt x="4468" y="821"/>
                  </a:cubicBezTo>
                  <a:cubicBezTo>
                    <a:pt x="3449" y="630"/>
                    <a:pt x="2430" y="376"/>
                    <a:pt x="1475" y="57"/>
                  </a:cubicBezTo>
                  <a:cubicBezTo>
                    <a:pt x="1364" y="18"/>
                    <a:pt x="1259" y="0"/>
                    <a:pt x="1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0"/>
            <p:cNvSpPr/>
            <p:nvPr/>
          </p:nvSpPr>
          <p:spPr>
            <a:xfrm>
              <a:off x="1276025" y="4585150"/>
              <a:ext cx="55875" cy="116800"/>
            </a:xfrm>
            <a:custGeom>
              <a:avLst/>
              <a:gdLst/>
              <a:ahLst/>
              <a:cxnLst/>
              <a:rect l="l" t="t" r="r" b="b"/>
              <a:pathLst>
                <a:path w="2235" h="4672" extrusionOk="0">
                  <a:moveTo>
                    <a:pt x="875" y="1"/>
                  </a:moveTo>
                  <a:cubicBezTo>
                    <a:pt x="440" y="1"/>
                    <a:pt x="0" y="326"/>
                    <a:pt x="70" y="915"/>
                  </a:cubicBezTo>
                  <a:cubicBezTo>
                    <a:pt x="197" y="1933"/>
                    <a:pt x="388" y="3016"/>
                    <a:pt x="643" y="4099"/>
                  </a:cubicBezTo>
                  <a:cubicBezTo>
                    <a:pt x="706" y="4417"/>
                    <a:pt x="1025" y="4672"/>
                    <a:pt x="1407" y="4672"/>
                  </a:cubicBezTo>
                  <a:lnTo>
                    <a:pt x="1598" y="4672"/>
                  </a:lnTo>
                  <a:cubicBezTo>
                    <a:pt x="1980" y="4608"/>
                    <a:pt x="2235" y="4162"/>
                    <a:pt x="2171" y="3780"/>
                  </a:cubicBezTo>
                  <a:cubicBezTo>
                    <a:pt x="1916" y="2761"/>
                    <a:pt x="1789" y="1742"/>
                    <a:pt x="1662" y="723"/>
                  </a:cubicBezTo>
                  <a:cubicBezTo>
                    <a:pt x="1604" y="230"/>
                    <a:pt x="1241" y="1"/>
                    <a:pt x="8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0"/>
            <p:cNvSpPr/>
            <p:nvPr/>
          </p:nvSpPr>
          <p:spPr>
            <a:xfrm>
              <a:off x="1307975" y="4740050"/>
              <a:ext cx="74875" cy="114750"/>
            </a:xfrm>
            <a:custGeom>
              <a:avLst/>
              <a:gdLst/>
              <a:ahLst/>
              <a:cxnLst/>
              <a:rect l="l" t="t" r="r" b="b"/>
              <a:pathLst>
                <a:path w="2995" h="4590" extrusionOk="0">
                  <a:moveTo>
                    <a:pt x="965" y="1"/>
                  </a:moveTo>
                  <a:cubicBezTo>
                    <a:pt x="483" y="1"/>
                    <a:pt x="0" y="407"/>
                    <a:pt x="193" y="1023"/>
                  </a:cubicBezTo>
                  <a:cubicBezTo>
                    <a:pt x="511" y="2106"/>
                    <a:pt x="893" y="3125"/>
                    <a:pt x="1339" y="4080"/>
                  </a:cubicBezTo>
                  <a:cubicBezTo>
                    <a:pt x="1466" y="4398"/>
                    <a:pt x="1785" y="4590"/>
                    <a:pt x="2103" y="4590"/>
                  </a:cubicBezTo>
                  <a:cubicBezTo>
                    <a:pt x="2167" y="4590"/>
                    <a:pt x="2294" y="4526"/>
                    <a:pt x="2422" y="4526"/>
                  </a:cubicBezTo>
                  <a:cubicBezTo>
                    <a:pt x="2804" y="4335"/>
                    <a:pt x="2995" y="3889"/>
                    <a:pt x="2804" y="3443"/>
                  </a:cubicBezTo>
                  <a:cubicBezTo>
                    <a:pt x="2422" y="2488"/>
                    <a:pt x="2040" y="1533"/>
                    <a:pt x="1721" y="577"/>
                  </a:cubicBezTo>
                  <a:cubicBezTo>
                    <a:pt x="1595" y="175"/>
                    <a:pt x="1280" y="1"/>
                    <a:pt x="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0"/>
            <p:cNvSpPr/>
            <p:nvPr/>
          </p:nvSpPr>
          <p:spPr>
            <a:xfrm>
              <a:off x="1214075" y="4367600"/>
              <a:ext cx="157625" cy="178325"/>
            </a:xfrm>
            <a:custGeom>
              <a:avLst/>
              <a:gdLst/>
              <a:ahLst/>
              <a:cxnLst/>
              <a:rect l="l" t="t" r="r" b="b"/>
              <a:pathLst>
                <a:path w="6305" h="7133" extrusionOk="0">
                  <a:moveTo>
                    <a:pt x="0" y="0"/>
                  </a:moveTo>
                  <a:lnTo>
                    <a:pt x="0" y="6305"/>
                  </a:lnTo>
                  <a:lnTo>
                    <a:pt x="2357" y="6305"/>
                  </a:lnTo>
                  <a:cubicBezTo>
                    <a:pt x="2357" y="6751"/>
                    <a:pt x="2739" y="7133"/>
                    <a:pt x="3184" y="7133"/>
                  </a:cubicBezTo>
                  <a:cubicBezTo>
                    <a:pt x="3567" y="7133"/>
                    <a:pt x="3949" y="6751"/>
                    <a:pt x="3949" y="6305"/>
                  </a:cubicBezTo>
                  <a:lnTo>
                    <a:pt x="6305" y="6305"/>
                  </a:lnTo>
                  <a:lnTo>
                    <a:pt x="63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0"/>
            <p:cNvSpPr/>
            <p:nvPr/>
          </p:nvSpPr>
          <p:spPr>
            <a:xfrm>
              <a:off x="1702125" y="5214500"/>
              <a:ext cx="131300" cy="73350"/>
            </a:xfrm>
            <a:custGeom>
              <a:avLst/>
              <a:gdLst/>
              <a:ahLst/>
              <a:cxnLst/>
              <a:rect l="l" t="t" r="r" b="b"/>
              <a:pathLst>
                <a:path w="5252" h="2934" extrusionOk="0">
                  <a:moveTo>
                    <a:pt x="1122" y="1"/>
                  </a:moveTo>
                  <a:cubicBezTo>
                    <a:pt x="404" y="1"/>
                    <a:pt x="0" y="1104"/>
                    <a:pt x="857" y="1533"/>
                  </a:cubicBezTo>
                  <a:cubicBezTo>
                    <a:pt x="1812" y="2042"/>
                    <a:pt x="2768" y="2488"/>
                    <a:pt x="3787" y="2870"/>
                  </a:cubicBezTo>
                  <a:cubicBezTo>
                    <a:pt x="3914" y="2934"/>
                    <a:pt x="3978" y="2934"/>
                    <a:pt x="4105" y="2934"/>
                  </a:cubicBezTo>
                  <a:cubicBezTo>
                    <a:pt x="4997" y="2934"/>
                    <a:pt x="5251" y="1724"/>
                    <a:pt x="4423" y="1405"/>
                  </a:cubicBezTo>
                  <a:cubicBezTo>
                    <a:pt x="3468" y="1023"/>
                    <a:pt x="2513" y="641"/>
                    <a:pt x="1558" y="131"/>
                  </a:cubicBezTo>
                  <a:cubicBezTo>
                    <a:pt x="1406" y="40"/>
                    <a:pt x="1258" y="1"/>
                    <a:pt x="11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0"/>
            <p:cNvSpPr/>
            <p:nvPr/>
          </p:nvSpPr>
          <p:spPr>
            <a:xfrm>
              <a:off x="2014900" y="5254400"/>
              <a:ext cx="237250" cy="157625"/>
            </a:xfrm>
            <a:custGeom>
              <a:avLst/>
              <a:gdLst/>
              <a:ahLst/>
              <a:cxnLst/>
              <a:rect l="l" t="t" r="r" b="b"/>
              <a:pathLst>
                <a:path w="9490" h="6305" extrusionOk="0">
                  <a:moveTo>
                    <a:pt x="3185" y="0"/>
                  </a:moveTo>
                  <a:lnTo>
                    <a:pt x="3185" y="2165"/>
                  </a:lnTo>
                  <a:cubicBezTo>
                    <a:pt x="2420" y="2165"/>
                    <a:pt x="1656" y="2102"/>
                    <a:pt x="892" y="2038"/>
                  </a:cubicBezTo>
                  <a:cubicBezTo>
                    <a:pt x="854" y="2033"/>
                    <a:pt x="816" y="2030"/>
                    <a:pt x="779" y="2030"/>
                  </a:cubicBezTo>
                  <a:cubicBezTo>
                    <a:pt x="383" y="2030"/>
                    <a:pt x="64" y="2331"/>
                    <a:pt x="64" y="2739"/>
                  </a:cubicBezTo>
                  <a:cubicBezTo>
                    <a:pt x="0" y="3184"/>
                    <a:pt x="319" y="3566"/>
                    <a:pt x="765" y="3630"/>
                  </a:cubicBezTo>
                  <a:cubicBezTo>
                    <a:pt x="1529" y="3694"/>
                    <a:pt x="2357" y="3758"/>
                    <a:pt x="3185" y="3758"/>
                  </a:cubicBezTo>
                  <a:lnTo>
                    <a:pt x="3185" y="6305"/>
                  </a:lnTo>
                  <a:lnTo>
                    <a:pt x="9489" y="6305"/>
                  </a:lnTo>
                  <a:lnTo>
                    <a:pt x="94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0"/>
            <p:cNvSpPr/>
            <p:nvPr/>
          </p:nvSpPr>
          <p:spPr>
            <a:xfrm>
              <a:off x="3619725" y="1871175"/>
              <a:ext cx="240450" cy="240450"/>
            </a:xfrm>
            <a:custGeom>
              <a:avLst/>
              <a:gdLst/>
              <a:ahLst/>
              <a:cxnLst/>
              <a:rect l="l" t="t" r="r" b="b"/>
              <a:pathLst>
                <a:path w="9618" h="9618" extrusionOk="0">
                  <a:moveTo>
                    <a:pt x="1" y="1"/>
                  </a:moveTo>
                  <a:lnTo>
                    <a:pt x="1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0"/>
            <p:cNvSpPr/>
            <p:nvPr/>
          </p:nvSpPr>
          <p:spPr>
            <a:xfrm>
              <a:off x="4411000" y="772625"/>
              <a:ext cx="240425" cy="240450"/>
            </a:xfrm>
            <a:custGeom>
              <a:avLst/>
              <a:gdLst/>
              <a:ahLst/>
              <a:cxnLst/>
              <a:rect l="l" t="t" r="r" b="b"/>
              <a:pathLst>
                <a:path w="9617" h="9618" extrusionOk="0">
                  <a:moveTo>
                    <a:pt x="1" y="1"/>
                  </a:moveTo>
                  <a:lnTo>
                    <a:pt x="1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0"/>
            <p:cNvSpPr/>
            <p:nvPr/>
          </p:nvSpPr>
          <p:spPr>
            <a:xfrm>
              <a:off x="4718275" y="772625"/>
              <a:ext cx="240425" cy="240450"/>
            </a:xfrm>
            <a:custGeom>
              <a:avLst/>
              <a:gdLst/>
              <a:ahLst/>
              <a:cxnLst/>
              <a:rect l="l" t="t" r="r" b="b"/>
              <a:pathLst>
                <a:path w="9617" h="9618" extrusionOk="0">
                  <a:moveTo>
                    <a:pt x="1" y="1"/>
                  </a:moveTo>
                  <a:lnTo>
                    <a:pt x="1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0"/>
            <p:cNvSpPr/>
            <p:nvPr/>
          </p:nvSpPr>
          <p:spPr>
            <a:xfrm>
              <a:off x="5320100" y="772625"/>
              <a:ext cx="240425" cy="240450"/>
            </a:xfrm>
            <a:custGeom>
              <a:avLst/>
              <a:gdLst/>
              <a:ahLst/>
              <a:cxnLst/>
              <a:rect l="l" t="t" r="r" b="b"/>
              <a:pathLst>
                <a:path w="9617" h="9618" extrusionOk="0">
                  <a:moveTo>
                    <a:pt x="0" y="1"/>
                  </a:moveTo>
                  <a:lnTo>
                    <a:pt x="0" y="9617"/>
                  </a:lnTo>
                  <a:lnTo>
                    <a:pt x="9617" y="9617"/>
                  </a:lnTo>
                  <a:lnTo>
                    <a:pt x="96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0"/>
            <p:cNvSpPr/>
            <p:nvPr/>
          </p:nvSpPr>
          <p:spPr>
            <a:xfrm>
              <a:off x="1718775" y="4396250"/>
              <a:ext cx="472875" cy="608200"/>
            </a:xfrm>
            <a:custGeom>
              <a:avLst/>
              <a:gdLst/>
              <a:ahLst/>
              <a:cxnLst/>
              <a:rect l="l" t="t" r="r" b="b"/>
              <a:pathLst>
                <a:path w="18915" h="24328" extrusionOk="0">
                  <a:moveTo>
                    <a:pt x="16494" y="16749"/>
                  </a:moveTo>
                  <a:lnTo>
                    <a:pt x="12992" y="21207"/>
                  </a:lnTo>
                  <a:lnTo>
                    <a:pt x="12992" y="16749"/>
                  </a:lnTo>
                  <a:close/>
                  <a:moveTo>
                    <a:pt x="17322" y="1593"/>
                  </a:moveTo>
                  <a:lnTo>
                    <a:pt x="17322" y="15157"/>
                  </a:lnTo>
                  <a:lnTo>
                    <a:pt x="12164" y="15157"/>
                  </a:lnTo>
                  <a:cubicBezTo>
                    <a:pt x="11718" y="15157"/>
                    <a:pt x="11400" y="15476"/>
                    <a:pt x="11400" y="15922"/>
                  </a:cubicBezTo>
                  <a:lnTo>
                    <a:pt x="11400" y="22672"/>
                  </a:lnTo>
                  <a:lnTo>
                    <a:pt x="1592" y="22672"/>
                  </a:lnTo>
                  <a:lnTo>
                    <a:pt x="1592" y="1593"/>
                  </a:lnTo>
                  <a:close/>
                  <a:moveTo>
                    <a:pt x="764" y="1"/>
                  </a:moveTo>
                  <a:cubicBezTo>
                    <a:pt x="319" y="1"/>
                    <a:pt x="0" y="383"/>
                    <a:pt x="0" y="828"/>
                  </a:cubicBezTo>
                  <a:lnTo>
                    <a:pt x="0" y="23500"/>
                  </a:lnTo>
                  <a:cubicBezTo>
                    <a:pt x="0" y="23946"/>
                    <a:pt x="319" y="24328"/>
                    <a:pt x="764" y="24328"/>
                  </a:cubicBezTo>
                  <a:lnTo>
                    <a:pt x="12164" y="24328"/>
                  </a:lnTo>
                  <a:cubicBezTo>
                    <a:pt x="12291" y="24328"/>
                    <a:pt x="12418" y="24264"/>
                    <a:pt x="12482" y="24200"/>
                  </a:cubicBezTo>
                  <a:cubicBezTo>
                    <a:pt x="12610" y="24137"/>
                    <a:pt x="12737" y="24073"/>
                    <a:pt x="12801" y="24009"/>
                  </a:cubicBezTo>
                  <a:lnTo>
                    <a:pt x="18787" y="16431"/>
                  </a:lnTo>
                  <a:cubicBezTo>
                    <a:pt x="18787" y="16367"/>
                    <a:pt x="18851" y="16304"/>
                    <a:pt x="18851" y="16240"/>
                  </a:cubicBezTo>
                  <a:lnTo>
                    <a:pt x="18851" y="16176"/>
                  </a:lnTo>
                  <a:cubicBezTo>
                    <a:pt x="18914" y="16113"/>
                    <a:pt x="18914" y="16049"/>
                    <a:pt x="18851" y="15985"/>
                  </a:cubicBezTo>
                  <a:lnTo>
                    <a:pt x="18914" y="828"/>
                  </a:lnTo>
                  <a:cubicBezTo>
                    <a:pt x="18914" y="383"/>
                    <a:pt x="18596" y="1"/>
                    <a:pt x="181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0"/>
            <p:cNvSpPr/>
            <p:nvPr/>
          </p:nvSpPr>
          <p:spPr>
            <a:xfrm>
              <a:off x="1817475" y="4498150"/>
              <a:ext cx="280225" cy="39825"/>
            </a:xfrm>
            <a:custGeom>
              <a:avLst/>
              <a:gdLst/>
              <a:ahLst/>
              <a:cxnLst/>
              <a:rect l="l" t="t" r="r" b="b"/>
              <a:pathLst>
                <a:path w="11209" h="1593" extrusionOk="0">
                  <a:moveTo>
                    <a:pt x="1" y="0"/>
                  </a:moveTo>
                  <a:lnTo>
                    <a:pt x="1" y="1592"/>
                  </a:lnTo>
                  <a:lnTo>
                    <a:pt x="11209" y="1592"/>
                  </a:lnTo>
                  <a:lnTo>
                    <a:pt x="112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0"/>
            <p:cNvSpPr/>
            <p:nvPr/>
          </p:nvSpPr>
          <p:spPr>
            <a:xfrm>
              <a:off x="1817475" y="4574575"/>
              <a:ext cx="280225" cy="39825"/>
            </a:xfrm>
            <a:custGeom>
              <a:avLst/>
              <a:gdLst/>
              <a:ahLst/>
              <a:cxnLst/>
              <a:rect l="l" t="t" r="r" b="b"/>
              <a:pathLst>
                <a:path w="11209" h="1593" extrusionOk="0">
                  <a:moveTo>
                    <a:pt x="1" y="0"/>
                  </a:moveTo>
                  <a:lnTo>
                    <a:pt x="1" y="1592"/>
                  </a:lnTo>
                  <a:lnTo>
                    <a:pt x="11209" y="1592"/>
                  </a:lnTo>
                  <a:lnTo>
                    <a:pt x="112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0"/>
            <p:cNvSpPr/>
            <p:nvPr/>
          </p:nvSpPr>
          <p:spPr>
            <a:xfrm>
              <a:off x="1817475" y="4650975"/>
              <a:ext cx="221325" cy="39850"/>
            </a:xfrm>
            <a:custGeom>
              <a:avLst/>
              <a:gdLst/>
              <a:ahLst/>
              <a:cxnLst/>
              <a:rect l="l" t="t" r="r" b="b"/>
              <a:pathLst>
                <a:path w="8853" h="1594" extrusionOk="0">
                  <a:moveTo>
                    <a:pt x="1" y="1"/>
                  </a:moveTo>
                  <a:lnTo>
                    <a:pt x="1" y="1593"/>
                  </a:lnTo>
                  <a:lnTo>
                    <a:pt x="8853" y="1593"/>
                  </a:lnTo>
                  <a:lnTo>
                    <a:pt x="88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0"/>
            <p:cNvSpPr/>
            <p:nvPr/>
          </p:nvSpPr>
          <p:spPr>
            <a:xfrm>
              <a:off x="6358150" y="2643350"/>
              <a:ext cx="401225" cy="445825"/>
            </a:xfrm>
            <a:custGeom>
              <a:avLst/>
              <a:gdLst/>
              <a:ahLst/>
              <a:cxnLst/>
              <a:rect l="l" t="t" r="r" b="b"/>
              <a:pathLst>
                <a:path w="16049" h="17833" extrusionOk="0">
                  <a:moveTo>
                    <a:pt x="8024" y="2166"/>
                  </a:moveTo>
                  <a:lnTo>
                    <a:pt x="14456" y="8216"/>
                  </a:lnTo>
                  <a:lnTo>
                    <a:pt x="14456" y="16240"/>
                  </a:lnTo>
                  <a:lnTo>
                    <a:pt x="11081" y="16240"/>
                  </a:lnTo>
                  <a:lnTo>
                    <a:pt x="11081" y="9872"/>
                  </a:lnTo>
                  <a:lnTo>
                    <a:pt x="4968" y="9872"/>
                  </a:lnTo>
                  <a:lnTo>
                    <a:pt x="4968" y="16240"/>
                  </a:lnTo>
                  <a:lnTo>
                    <a:pt x="1592" y="16240"/>
                  </a:lnTo>
                  <a:lnTo>
                    <a:pt x="1592" y="8216"/>
                  </a:lnTo>
                  <a:lnTo>
                    <a:pt x="8024" y="2166"/>
                  </a:lnTo>
                  <a:close/>
                  <a:moveTo>
                    <a:pt x="8024" y="1"/>
                  </a:moveTo>
                  <a:lnTo>
                    <a:pt x="0" y="7515"/>
                  </a:lnTo>
                  <a:lnTo>
                    <a:pt x="0" y="17832"/>
                  </a:lnTo>
                  <a:lnTo>
                    <a:pt x="6560" y="17832"/>
                  </a:lnTo>
                  <a:lnTo>
                    <a:pt x="6560" y="11464"/>
                  </a:lnTo>
                  <a:lnTo>
                    <a:pt x="9489" y="11464"/>
                  </a:lnTo>
                  <a:lnTo>
                    <a:pt x="9489" y="17832"/>
                  </a:lnTo>
                  <a:lnTo>
                    <a:pt x="16049" y="17832"/>
                  </a:lnTo>
                  <a:lnTo>
                    <a:pt x="16049" y="7515"/>
                  </a:lnTo>
                  <a:lnTo>
                    <a:pt x="80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0"/>
            <p:cNvSpPr/>
            <p:nvPr/>
          </p:nvSpPr>
          <p:spPr>
            <a:xfrm>
              <a:off x="3627700" y="319425"/>
              <a:ext cx="525400" cy="450050"/>
            </a:xfrm>
            <a:custGeom>
              <a:avLst/>
              <a:gdLst/>
              <a:ahLst/>
              <a:cxnLst/>
              <a:rect l="l" t="t" r="r" b="b"/>
              <a:pathLst>
                <a:path w="21016" h="18002" extrusionOk="0">
                  <a:moveTo>
                    <a:pt x="8980" y="1635"/>
                  </a:moveTo>
                  <a:cubicBezTo>
                    <a:pt x="15603" y="1635"/>
                    <a:pt x="18851" y="9595"/>
                    <a:pt x="14202" y="14244"/>
                  </a:cubicBezTo>
                  <a:cubicBezTo>
                    <a:pt x="12701" y="15745"/>
                    <a:pt x="10855" y="16416"/>
                    <a:pt x="9043" y="16416"/>
                  </a:cubicBezTo>
                  <a:cubicBezTo>
                    <a:pt x="5242" y="16416"/>
                    <a:pt x="1592" y="13464"/>
                    <a:pt x="1592" y="9022"/>
                  </a:cubicBezTo>
                  <a:cubicBezTo>
                    <a:pt x="1592" y="4883"/>
                    <a:pt x="4904" y="1635"/>
                    <a:pt x="8980" y="1635"/>
                  </a:cubicBezTo>
                  <a:close/>
                  <a:moveTo>
                    <a:pt x="9054" y="0"/>
                  </a:moveTo>
                  <a:cubicBezTo>
                    <a:pt x="4432" y="0"/>
                    <a:pt x="0" y="3593"/>
                    <a:pt x="0" y="9022"/>
                  </a:cubicBezTo>
                  <a:cubicBezTo>
                    <a:pt x="0" y="13926"/>
                    <a:pt x="4012" y="18001"/>
                    <a:pt x="8980" y="18001"/>
                  </a:cubicBezTo>
                  <a:cubicBezTo>
                    <a:pt x="17004" y="18001"/>
                    <a:pt x="21016" y="8322"/>
                    <a:pt x="15348" y="2654"/>
                  </a:cubicBezTo>
                  <a:cubicBezTo>
                    <a:pt x="13515" y="821"/>
                    <a:pt x="11263" y="0"/>
                    <a:pt x="90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0"/>
            <p:cNvSpPr/>
            <p:nvPr/>
          </p:nvSpPr>
          <p:spPr>
            <a:xfrm>
              <a:off x="3778950" y="401675"/>
              <a:ext cx="101900" cy="235650"/>
            </a:xfrm>
            <a:custGeom>
              <a:avLst/>
              <a:gdLst/>
              <a:ahLst/>
              <a:cxnLst/>
              <a:rect l="l" t="t" r="r" b="b"/>
              <a:pathLst>
                <a:path w="4076" h="9426" extrusionOk="0">
                  <a:moveTo>
                    <a:pt x="2484" y="1"/>
                  </a:moveTo>
                  <a:lnTo>
                    <a:pt x="2484" y="5668"/>
                  </a:lnTo>
                  <a:lnTo>
                    <a:pt x="0" y="8279"/>
                  </a:lnTo>
                  <a:lnTo>
                    <a:pt x="1146" y="9426"/>
                  </a:lnTo>
                  <a:lnTo>
                    <a:pt x="4076" y="6305"/>
                  </a:lnTo>
                  <a:lnTo>
                    <a:pt x="40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0"/>
            <p:cNvSpPr/>
            <p:nvPr/>
          </p:nvSpPr>
          <p:spPr>
            <a:xfrm>
              <a:off x="2650150" y="1654650"/>
              <a:ext cx="173550" cy="173575"/>
            </a:xfrm>
            <a:custGeom>
              <a:avLst/>
              <a:gdLst/>
              <a:ahLst/>
              <a:cxnLst/>
              <a:rect l="l" t="t" r="r" b="b"/>
              <a:pathLst>
                <a:path w="6942" h="6943" extrusionOk="0">
                  <a:moveTo>
                    <a:pt x="2675" y="1"/>
                  </a:moveTo>
                  <a:lnTo>
                    <a:pt x="2675" y="2676"/>
                  </a:lnTo>
                  <a:lnTo>
                    <a:pt x="0" y="2676"/>
                  </a:lnTo>
                  <a:lnTo>
                    <a:pt x="0" y="4268"/>
                  </a:lnTo>
                  <a:lnTo>
                    <a:pt x="2675" y="4268"/>
                  </a:lnTo>
                  <a:lnTo>
                    <a:pt x="2675" y="6942"/>
                  </a:lnTo>
                  <a:lnTo>
                    <a:pt x="4267" y="6942"/>
                  </a:lnTo>
                  <a:lnTo>
                    <a:pt x="4267" y="4268"/>
                  </a:lnTo>
                  <a:lnTo>
                    <a:pt x="6942" y="4268"/>
                  </a:lnTo>
                  <a:lnTo>
                    <a:pt x="6942" y="2676"/>
                  </a:lnTo>
                  <a:lnTo>
                    <a:pt x="4267" y="2676"/>
                  </a:lnTo>
                  <a:lnTo>
                    <a:pt x="42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0"/>
            <p:cNvSpPr/>
            <p:nvPr/>
          </p:nvSpPr>
          <p:spPr>
            <a:xfrm>
              <a:off x="1094650" y="2691125"/>
              <a:ext cx="171975" cy="173550"/>
            </a:xfrm>
            <a:custGeom>
              <a:avLst/>
              <a:gdLst/>
              <a:ahLst/>
              <a:cxnLst/>
              <a:rect l="l" t="t" r="r" b="b"/>
              <a:pathLst>
                <a:path w="6879" h="6942" extrusionOk="0">
                  <a:moveTo>
                    <a:pt x="2612" y="0"/>
                  </a:moveTo>
                  <a:lnTo>
                    <a:pt x="2612" y="2675"/>
                  </a:lnTo>
                  <a:lnTo>
                    <a:pt x="1" y="2675"/>
                  </a:lnTo>
                  <a:lnTo>
                    <a:pt x="1" y="4267"/>
                  </a:lnTo>
                  <a:lnTo>
                    <a:pt x="2612" y="4267"/>
                  </a:lnTo>
                  <a:lnTo>
                    <a:pt x="2612" y="6942"/>
                  </a:lnTo>
                  <a:lnTo>
                    <a:pt x="4204" y="6942"/>
                  </a:lnTo>
                  <a:lnTo>
                    <a:pt x="4204" y="4267"/>
                  </a:lnTo>
                  <a:lnTo>
                    <a:pt x="6879" y="4267"/>
                  </a:lnTo>
                  <a:lnTo>
                    <a:pt x="6879" y="2675"/>
                  </a:lnTo>
                  <a:lnTo>
                    <a:pt x="4204" y="2675"/>
                  </a:lnTo>
                  <a:lnTo>
                    <a:pt x="42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0"/>
            <p:cNvSpPr/>
            <p:nvPr/>
          </p:nvSpPr>
          <p:spPr>
            <a:xfrm>
              <a:off x="1723550" y="1665800"/>
              <a:ext cx="151275" cy="151275"/>
            </a:xfrm>
            <a:custGeom>
              <a:avLst/>
              <a:gdLst/>
              <a:ahLst/>
              <a:cxnLst/>
              <a:rect l="l" t="t" r="r" b="b"/>
              <a:pathLst>
                <a:path w="6051" h="6051" extrusionOk="0">
                  <a:moveTo>
                    <a:pt x="1146" y="1"/>
                  </a:moveTo>
                  <a:lnTo>
                    <a:pt x="0" y="1147"/>
                  </a:lnTo>
                  <a:lnTo>
                    <a:pt x="1911" y="3057"/>
                  </a:lnTo>
                  <a:lnTo>
                    <a:pt x="0" y="4904"/>
                  </a:lnTo>
                  <a:lnTo>
                    <a:pt x="1146" y="6051"/>
                  </a:lnTo>
                  <a:lnTo>
                    <a:pt x="3057" y="4140"/>
                  </a:lnTo>
                  <a:lnTo>
                    <a:pt x="4904" y="6051"/>
                  </a:lnTo>
                  <a:lnTo>
                    <a:pt x="6050" y="4904"/>
                  </a:lnTo>
                  <a:lnTo>
                    <a:pt x="4140" y="3057"/>
                  </a:lnTo>
                  <a:lnTo>
                    <a:pt x="6050" y="1147"/>
                  </a:lnTo>
                  <a:lnTo>
                    <a:pt x="4904" y="1"/>
                  </a:lnTo>
                  <a:lnTo>
                    <a:pt x="3057" y="1911"/>
                  </a:lnTo>
                  <a:lnTo>
                    <a:pt x="11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0"/>
            <p:cNvSpPr/>
            <p:nvPr/>
          </p:nvSpPr>
          <p:spPr>
            <a:xfrm>
              <a:off x="6334250" y="436700"/>
              <a:ext cx="149700" cy="151275"/>
            </a:xfrm>
            <a:custGeom>
              <a:avLst/>
              <a:gdLst/>
              <a:ahLst/>
              <a:cxnLst/>
              <a:rect l="l" t="t" r="r" b="b"/>
              <a:pathLst>
                <a:path w="5988" h="6051" extrusionOk="0">
                  <a:moveTo>
                    <a:pt x="1084" y="1"/>
                  </a:moveTo>
                  <a:lnTo>
                    <a:pt x="1" y="1147"/>
                  </a:lnTo>
                  <a:lnTo>
                    <a:pt x="1848" y="3057"/>
                  </a:lnTo>
                  <a:lnTo>
                    <a:pt x="1" y="4904"/>
                  </a:lnTo>
                  <a:lnTo>
                    <a:pt x="1084" y="6051"/>
                  </a:lnTo>
                  <a:lnTo>
                    <a:pt x="2994" y="4140"/>
                  </a:lnTo>
                  <a:lnTo>
                    <a:pt x="4905" y="6051"/>
                  </a:lnTo>
                  <a:lnTo>
                    <a:pt x="5987" y="4904"/>
                  </a:lnTo>
                  <a:lnTo>
                    <a:pt x="4140" y="3057"/>
                  </a:lnTo>
                  <a:lnTo>
                    <a:pt x="5987" y="1147"/>
                  </a:lnTo>
                  <a:lnTo>
                    <a:pt x="4905" y="1"/>
                  </a:lnTo>
                  <a:lnTo>
                    <a:pt x="2994" y="1911"/>
                  </a:lnTo>
                  <a:lnTo>
                    <a:pt x="10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0"/>
            <p:cNvSpPr/>
            <p:nvPr/>
          </p:nvSpPr>
          <p:spPr>
            <a:xfrm>
              <a:off x="6866025" y="2581250"/>
              <a:ext cx="149675" cy="151275"/>
            </a:xfrm>
            <a:custGeom>
              <a:avLst/>
              <a:gdLst/>
              <a:ahLst/>
              <a:cxnLst/>
              <a:rect l="l" t="t" r="r" b="b"/>
              <a:pathLst>
                <a:path w="5987" h="6051" extrusionOk="0">
                  <a:moveTo>
                    <a:pt x="1083" y="1"/>
                  </a:moveTo>
                  <a:lnTo>
                    <a:pt x="0" y="1147"/>
                  </a:lnTo>
                  <a:lnTo>
                    <a:pt x="1847" y="3058"/>
                  </a:lnTo>
                  <a:lnTo>
                    <a:pt x="0" y="4905"/>
                  </a:lnTo>
                  <a:lnTo>
                    <a:pt x="1083" y="6051"/>
                  </a:lnTo>
                  <a:lnTo>
                    <a:pt x="2994" y="4140"/>
                  </a:lnTo>
                  <a:lnTo>
                    <a:pt x="4840" y="6051"/>
                  </a:lnTo>
                  <a:lnTo>
                    <a:pt x="5987" y="4905"/>
                  </a:lnTo>
                  <a:lnTo>
                    <a:pt x="4076" y="3058"/>
                  </a:lnTo>
                  <a:lnTo>
                    <a:pt x="5987" y="1147"/>
                  </a:lnTo>
                  <a:lnTo>
                    <a:pt x="4840" y="1"/>
                  </a:lnTo>
                  <a:lnTo>
                    <a:pt x="2994" y="1911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0"/>
            <p:cNvSpPr/>
            <p:nvPr/>
          </p:nvSpPr>
          <p:spPr>
            <a:xfrm>
              <a:off x="1094650" y="2971325"/>
              <a:ext cx="171975" cy="173550"/>
            </a:xfrm>
            <a:custGeom>
              <a:avLst/>
              <a:gdLst/>
              <a:ahLst/>
              <a:cxnLst/>
              <a:rect l="l" t="t" r="r" b="b"/>
              <a:pathLst>
                <a:path w="6879" h="6942" extrusionOk="0">
                  <a:moveTo>
                    <a:pt x="2612" y="0"/>
                  </a:moveTo>
                  <a:lnTo>
                    <a:pt x="2612" y="2675"/>
                  </a:lnTo>
                  <a:lnTo>
                    <a:pt x="1" y="2675"/>
                  </a:lnTo>
                  <a:lnTo>
                    <a:pt x="1" y="4267"/>
                  </a:lnTo>
                  <a:lnTo>
                    <a:pt x="2612" y="4267"/>
                  </a:lnTo>
                  <a:lnTo>
                    <a:pt x="2612" y="6942"/>
                  </a:lnTo>
                  <a:lnTo>
                    <a:pt x="4204" y="6942"/>
                  </a:lnTo>
                  <a:lnTo>
                    <a:pt x="4204" y="4267"/>
                  </a:lnTo>
                  <a:lnTo>
                    <a:pt x="6879" y="4267"/>
                  </a:lnTo>
                  <a:lnTo>
                    <a:pt x="6879" y="2675"/>
                  </a:lnTo>
                  <a:lnTo>
                    <a:pt x="4204" y="2675"/>
                  </a:lnTo>
                  <a:lnTo>
                    <a:pt x="42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0"/>
            <p:cNvSpPr/>
            <p:nvPr/>
          </p:nvSpPr>
          <p:spPr>
            <a:xfrm>
              <a:off x="2409725" y="1654650"/>
              <a:ext cx="171975" cy="173575"/>
            </a:xfrm>
            <a:custGeom>
              <a:avLst/>
              <a:gdLst/>
              <a:ahLst/>
              <a:cxnLst/>
              <a:rect l="l" t="t" r="r" b="b"/>
              <a:pathLst>
                <a:path w="6879" h="6943" extrusionOk="0">
                  <a:moveTo>
                    <a:pt x="2612" y="1"/>
                  </a:moveTo>
                  <a:lnTo>
                    <a:pt x="2612" y="2676"/>
                  </a:lnTo>
                  <a:lnTo>
                    <a:pt x="1" y="2676"/>
                  </a:lnTo>
                  <a:lnTo>
                    <a:pt x="1" y="4268"/>
                  </a:lnTo>
                  <a:lnTo>
                    <a:pt x="2612" y="4268"/>
                  </a:lnTo>
                  <a:lnTo>
                    <a:pt x="2612" y="6942"/>
                  </a:lnTo>
                  <a:lnTo>
                    <a:pt x="4204" y="6942"/>
                  </a:lnTo>
                  <a:lnTo>
                    <a:pt x="4204" y="4268"/>
                  </a:lnTo>
                  <a:lnTo>
                    <a:pt x="6879" y="4268"/>
                  </a:lnTo>
                  <a:lnTo>
                    <a:pt x="6879" y="2676"/>
                  </a:lnTo>
                  <a:lnTo>
                    <a:pt x="4204" y="2676"/>
                  </a:lnTo>
                  <a:lnTo>
                    <a:pt x="42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0"/>
            <p:cNvSpPr/>
            <p:nvPr/>
          </p:nvSpPr>
          <p:spPr>
            <a:xfrm>
              <a:off x="4450800" y="4440825"/>
              <a:ext cx="1246650" cy="250000"/>
            </a:xfrm>
            <a:custGeom>
              <a:avLst/>
              <a:gdLst/>
              <a:ahLst/>
              <a:cxnLst/>
              <a:rect l="l" t="t" r="r" b="b"/>
              <a:pathLst>
                <a:path w="49866" h="10000" extrusionOk="0">
                  <a:moveTo>
                    <a:pt x="38975" y="1529"/>
                  </a:moveTo>
                  <a:lnTo>
                    <a:pt x="38975" y="4140"/>
                  </a:lnTo>
                  <a:lnTo>
                    <a:pt x="13438" y="4140"/>
                  </a:lnTo>
                  <a:lnTo>
                    <a:pt x="13438" y="1529"/>
                  </a:lnTo>
                  <a:close/>
                  <a:moveTo>
                    <a:pt x="40568" y="2039"/>
                  </a:moveTo>
                  <a:lnTo>
                    <a:pt x="43943" y="3758"/>
                  </a:lnTo>
                  <a:lnTo>
                    <a:pt x="43943" y="6114"/>
                  </a:lnTo>
                  <a:lnTo>
                    <a:pt x="40568" y="7834"/>
                  </a:lnTo>
                  <a:lnTo>
                    <a:pt x="40568" y="2039"/>
                  </a:lnTo>
                  <a:close/>
                  <a:moveTo>
                    <a:pt x="38975" y="5732"/>
                  </a:moveTo>
                  <a:lnTo>
                    <a:pt x="38975" y="8343"/>
                  </a:lnTo>
                  <a:lnTo>
                    <a:pt x="13438" y="8343"/>
                  </a:lnTo>
                  <a:lnTo>
                    <a:pt x="13438" y="5732"/>
                  </a:lnTo>
                  <a:close/>
                  <a:moveTo>
                    <a:pt x="3694" y="1"/>
                  </a:moveTo>
                  <a:cubicBezTo>
                    <a:pt x="1657" y="1"/>
                    <a:pt x="1" y="1593"/>
                    <a:pt x="1" y="3631"/>
                  </a:cubicBezTo>
                  <a:lnTo>
                    <a:pt x="1" y="6305"/>
                  </a:lnTo>
                  <a:cubicBezTo>
                    <a:pt x="1" y="8343"/>
                    <a:pt x="1657" y="9999"/>
                    <a:pt x="3694" y="9999"/>
                  </a:cubicBezTo>
                  <a:lnTo>
                    <a:pt x="39803" y="9999"/>
                  </a:lnTo>
                  <a:cubicBezTo>
                    <a:pt x="39931" y="9999"/>
                    <a:pt x="40058" y="9935"/>
                    <a:pt x="40122" y="9872"/>
                  </a:cubicBezTo>
                  <a:lnTo>
                    <a:pt x="49865" y="4968"/>
                  </a:lnTo>
                  <a:lnTo>
                    <a:pt x="40122" y="64"/>
                  </a:lnTo>
                  <a:cubicBezTo>
                    <a:pt x="40058" y="1"/>
                    <a:pt x="39931" y="1"/>
                    <a:pt x="39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0"/>
            <p:cNvSpPr/>
            <p:nvPr/>
          </p:nvSpPr>
          <p:spPr>
            <a:xfrm>
              <a:off x="3118225" y="1673750"/>
              <a:ext cx="1514100" cy="135375"/>
            </a:xfrm>
            <a:custGeom>
              <a:avLst/>
              <a:gdLst/>
              <a:ahLst/>
              <a:cxnLst/>
              <a:rect l="l" t="t" r="r" b="b"/>
              <a:pathLst>
                <a:path w="60564" h="5415" extrusionOk="0">
                  <a:moveTo>
                    <a:pt x="55851" y="1"/>
                  </a:moveTo>
                  <a:lnTo>
                    <a:pt x="55851" y="1912"/>
                  </a:lnTo>
                  <a:lnTo>
                    <a:pt x="1083" y="1912"/>
                  </a:lnTo>
                  <a:cubicBezTo>
                    <a:pt x="0" y="1912"/>
                    <a:pt x="0" y="3504"/>
                    <a:pt x="1083" y="3504"/>
                  </a:cubicBezTo>
                  <a:lnTo>
                    <a:pt x="55851" y="3504"/>
                  </a:lnTo>
                  <a:lnTo>
                    <a:pt x="55851" y="5414"/>
                  </a:lnTo>
                  <a:lnTo>
                    <a:pt x="60564" y="2676"/>
                  </a:lnTo>
                  <a:lnTo>
                    <a:pt x="558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0"/>
            <p:cNvSpPr/>
            <p:nvPr/>
          </p:nvSpPr>
          <p:spPr>
            <a:xfrm>
              <a:off x="1349400" y="323650"/>
              <a:ext cx="2101600" cy="616175"/>
            </a:xfrm>
            <a:custGeom>
              <a:avLst/>
              <a:gdLst/>
              <a:ahLst/>
              <a:cxnLst/>
              <a:rect l="l" t="t" r="r" b="b"/>
              <a:pathLst>
                <a:path w="84064" h="24647" extrusionOk="0">
                  <a:moveTo>
                    <a:pt x="23563" y="1"/>
                  </a:moveTo>
                  <a:lnTo>
                    <a:pt x="23563" y="2357"/>
                  </a:lnTo>
                  <a:lnTo>
                    <a:pt x="7897" y="2357"/>
                  </a:lnTo>
                  <a:cubicBezTo>
                    <a:pt x="3503" y="2357"/>
                    <a:pt x="0" y="5860"/>
                    <a:pt x="0" y="10254"/>
                  </a:cubicBezTo>
                  <a:lnTo>
                    <a:pt x="0" y="23882"/>
                  </a:lnTo>
                  <a:cubicBezTo>
                    <a:pt x="0" y="24265"/>
                    <a:pt x="383" y="24647"/>
                    <a:pt x="828" y="24647"/>
                  </a:cubicBezTo>
                  <a:cubicBezTo>
                    <a:pt x="1274" y="24647"/>
                    <a:pt x="1593" y="24265"/>
                    <a:pt x="1593" y="23882"/>
                  </a:cubicBezTo>
                  <a:lnTo>
                    <a:pt x="1593" y="10190"/>
                  </a:lnTo>
                  <a:cubicBezTo>
                    <a:pt x="1593" y="6751"/>
                    <a:pt x="4395" y="3949"/>
                    <a:pt x="7897" y="3949"/>
                  </a:cubicBezTo>
                  <a:lnTo>
                    <a:pt x="23563" y="3949"/>
                  </a:lnTo>
                  <a:lnTo>
                    <a:pt x="23563" y="6369"/>
                  </a:lnTo>
                  <a:lnTo>
                    <a:pt x="29868" y="6369"/>
                  </a:lnTo>
                  <a:lnTo>
                    <a:pt x="29868" y="3949"/>
                  </a:lnTo>
                  <a:lnTo>
                    <a:pt x="79414" y="3949"/>
                  </a:lnTo>
                  <a:lnTo>
                    <a:pt x="79414" y="5860"/>
                  </a:lnTo>
                  <a:lnTo>
                    <a:pt x="84063" y="3185"/>
                  </a:lnTo>
                  <a:lnTo>
                    <a:pt x="79414" y="447"/>
                  </a:lnTo>
                  <a:lnTo>
                    <a:pt x="79414" y="2357"/>
                  </a:lnTo>
                  <a:lnTo>
                    <a:pt x="29868" y="2357"/>
                  </a:lnTo>
                  <a:lnTo>
                    <a:pt x="29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0"/>
            <p:cNvSpPr/>
            <p:nvPr/>
          </p:nvSpPr>
          <p:spPr>
            <a:xfrm>
              <a:off x="5823200" y="713725"/>
              <a:ext cx="843825" cy="1111300"/>
            </a:xfrm>
            <a:custGeom>
              <a:avLst/>
              <a:gdLst/>
              <a:ahLst/>
              <a:cxnLst/>
              <a:rect l="l" t="t" r="r" b="b"/>
              <a:pathLst>
                <a:path w="33753" h="44452" extrusionOk="0">
                  <a:moveTo>
                    <a:pt x="0" y="1"/>
                  </a:moveTo>
                  <a:lnTo>
                    <a:pt x="0" y="6305"/>
                  </a:lnTo>
                  <a:lnTo>
                    <a:pt x="6305" y="6305"/>
                  </a:lnTo>
                  <a:lnTo>
                    <a:pt x="6305" y="3885"/>
                  </a:lnTo>
                  <a:lnTo>
                    <a:pt x="24264" y="3885"/>
                  </a:lnTo>
                  <a:cubicBezTo>
                    <a:pt x="27576" y="3885"/>
                    <a:pt x="30250" y="6560"/>
                    <a:pt x="30314" y="9935"/>
                  </a:cubicBezTo>
                  <a:lnTo>
                    <a:pt x="30314" y="39803"/>
                  </a:lnTo>
                  <a:lnTo>
                    <a:pt x="28403" y="39803"/>
                  </a:lnTo>
                  <a:lnTo>
                    <a:pt x="31078" y="44452"/>
                  </a:lnTo>
                  <a:lnTo>
                    <a:pt x="33753" y="39803"/>
                  </a:lnTo>
                  <a:lnTo>
                    <a:pt x="31906" y="39803"/>
                  </a:lnTo>
                  <a:lnTo>
                    <a:pt x="31906" y="9935"/>
                  </a:lnTo>
                  <a:cubicBezTo>
                    <a:pt x="31842" y="5796"/>
                    <a:pt x="28467" y="2357"/>
                    <a:pt x="24264" y="2357"/>
                  </a:cubicBezTo>
                  <a:lnTo>
                    <a:pt x="6305" y="2357"/>
                  </a:lnTo>
                  <a:lnTo>
                    <a:pt x="63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0"/>
            <p:cNvSpPr/>
            <p:nvPr/>
          </p:nvSpPr>
          <p:spPr>
            <a:xfrm>
              <a:off x="924300" y="661175"/>
              <a:ext cx="135350" cy="314875"/>
            </a:xfrm>
            <a:custGeom>
              <a:avLst/>
              <a:gdLst/>
              <a:ahLst/>
              <a:cxnLst/>
              <a:rect l="l" t="t" r="r" b="b"/>
              <a:pathLst>
                <a:path w="5414" h="12595" extrusionOk="0">
                  <a:moveTo>
                    <a:pt x="2676" y="1"/>
                  </a:moveTo>
                  <a:lnTo>
                    <a:pt x="1" y="4714"/>
                  </a:lnTo>
                  <a:lnTo>
                    <a:pt x="1911" y="4714"/>
                  </a:lnTo>
                  <a:lnTo>
                    <a:pt x="1911" y="11783"/>
                  </a:lnTo>
                  <a:cubicBezTo>
                    <a:pt x="1911" y="12324"/>
                    <a:pt x="2309" y="12594"/>
                    <a:pt x="2707" y="12594"/>
                  </a:cubicBezTo>
                  <a:cubicBezTo>
                    <a:pt x="3105" y="12594"/>
                    <a:pt x="3503" y="12324"/>
                    <a:pt x="3503" y="11783"/>
                  </a:cubicBezTo>
                  <a:lnTo>
                    <a:pt x="3503" y="4714"/>
                  </a:lnTo>
                  <a:lnTo>
                    <a:pt x="5414" y="4714"/>
                  </a:lnTo>
                  <a:lnTo>
                    <a:pt x="26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0"/>
            <p:cNvSpPr/>
            <p:nvPr/>
          </p:nvSpPr>
          <p:spPr>
            <a:xfrm>
              <a:off x="1782450" y="3907475"/>
              <a:ext cx="135350" cy="315250"/>
            </a:xfrm>
            <a:custGeom>
              <a:avLst/>
              <a:gdLst/>
              <a:ahLst/>
              <a:cxnLst/>
              <a:rect l="l" t="t" r="r" b="b"/>
              <a:pathLst>
                <a:path w="5414" h="12610" extrusionOk="0">
                  <a:moveTo>
                    <a:pt x="2739" y="1"/>
                  </a:moveTo>
                  <a:cubicBezTo>
                    <a:pt x="2293" y="1"/>
                    <a:pt x="1911" y="383"/>
                    <a:pt x="1911" y="828"/>
                  </a:cubicBezTo>
                  <a:lnTo>
                    <a:pt x="1911" y="7897"/>
                  </a:lnTo>
                  <a:lnTo>
                    <a:pt x="0" y="7897"/>
                  </a:lnTo>
                  <a:lnTo>
                    <a:pt x="2739" y="12610"/>
                  </a:lnTo>
                  <a:lnTo>
                    <a:pt x="5414" y="7897"/>
                  </a:lnTo>
                  <a:lnTo>
                    <a:pt x="3503" y="7897"/>
                  </a:lnTo>
                  <a:lnTo>
                    <a:pt x="3503" y="828"/>
                  </a:lnTo>
                  <a:cubicBezTo>
                    <a:pt x="3503" y="383"/>
                    <a:pt x="3121" y="1"/>
                    <a:pt x="27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0"/>
            <p:cNvSpPr/>
            <p:nvPr/>
          </p:nvSpPr>
          <p:spPr>
            <a:xfrm>
              <a:off x="1113775" y="661175"/>
              <a:ext cx="133750" cy="314875"/>
            </a:xfrm>
            <a:custGeom>
              <a:avLst/>
              <a:gdLst/>
              <a:ahLst/>
              <a:cxnLst/>
              <a:rect l="l" t="t" r="r" b="b"/>
              <a:pathLst>
                <a:path w="5350" h="12595" extrusionOk="0">
                  <a:moveTo>
                    <a:pt x="2675" y="1"/>
                  </a:moveTo>
                  <a:lnTo>
                    <a:pt x="0" y="4714"/>
                  </a:lnTo>
                  <a:lnTo>
                    <a:pt x="1911" y="4714"/>
                  </a:lnTo>
                  <a:lnTo>
                    <a:pt x="1847" y="11783"/>
                  </a:lnTo>
                  <a:cubicBezTo>
                    <a:pt x="1847" y="12324"/>
                    <a:pt x="2245" y="12594"/>
                    <a:pt x="2643" y="12594"/>
                  </a:cubicBezTo>
                  <a:cubicBezTo>
                    <a:pt x="3041" y="12594"/>
                    <a:pt x="3439" y="12324"/>
                    <a:pt x="3439" y="11783"/>
                  </a:cubicBezTo>
                  <a:lnTo>
                    <a:pt x="3439" y="4714"/>
                  </a:lnTo>
                  <a:lnTo>
                    <a:pt x="5350" y="4714"/>
                  </a:lnTo>
                  <a:lnTo>
                    <a:pt x="26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0"/>
            <p:cNvSpPr/>
            <p:nvPr/>
          </p:nvSpPr>
          <p:spPr>
            <a:xfrm>
              <a:off x="1782450" y="2181650"/>
              <a:ext cx="135350" cy="1668525"/>
            </a:xfrm>
            <a:custGeom>
              <a:avLst/>
              <a:gdLst/>
              <a:ahLst/>
              <a:cxnLst/>
              <a:rect l="l" t="t" r="r" b="b"/>
              <a:pathLst>
                <a:path w="5414" h="66741" extrusionOk="0">
                  <a:moveTo>
                    <a:pt x="2739" y="0"/>
                  </a:moveTo>
                  <a:lnTo>
                    <a:pt x="0" y="4649"/>
                  </a:lnTo>
                  <a:lnTo>
                    <a:pt x="1911" y="4649"/>
                  </a:lnTo>
                  <a:lnTo>
                    <a:pt x="1911" y="65977"/>
                  </a:lnTo>
                  <a:cubicBezTo>
                    <a:pt x="1911" y="66486"/>
                    <a:pt x="2309" y="66741"/>
                    <a:pt x="2707" y="66741"/>
                  </a:cubicBezTo>
                  <a:cubicBezTo>
                    <a:pt x="3105" y="66741"/>
                    <a:pt x="3503" y="66486"/>
                    <a:pt x="3503" y="65977"/>
                  </a:cubicBezTo>
                  <a:lnTo>
                    <a:pt x="3503" y="4649"/>
                  </a:lnTo>
                  <a:lnTo>
                    <a:pt x="5414" y="4649"/>
                  </a:lnTo>
                  <a:lnTo>
                    <a:pt x="27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0"/>
            <p:cNvSpPr/>
            <p:nvPr/>
          </p:nvSpPr>
          <p:spPr>
            <a:xfrm>
              <a:off x="5576425" y="4885025"/>
              <a:ext cx="1047625" cy="159225"/>
            </a:xfrm>
            <a:custGeom>
              <a:avLst/>
              <a:gdLst/>
              <a:ahLst/>
              <a:cxnLst/>
              <a:rect l="l" t="t" r="r" b="b"/>
              <a:pathLst>
                <a:path w="41905" h="6369" extrusionOk="0">
                  <a:moveTo>
                    <a:pt x="25092" y="1"/>
                  </a:moveTo>
                  <a:lnTo>
                    <a:pt x="25092" y="2357"/>
                  </a:lnTo>
                  <a:lnTo>
                    <a:pt x="1019" y="2357"/>
                  </a:lnTo>
                  <a:cubicBezTo>
                    <a:pt x="0" y="2357"/>
                    <a:pt x="0" y="3949"/>
                    <a:pt x="1019" y="3949"/>
                  </a:cubicBezTo>
                  <a:lnTo>
                    <a:pt x="25092" y="3949"/>
                  </a:lnTo>
                  <a:lnTo>
                    <a:pt x="25092" y="6369"/>
                  </a:lnTo>
                  <a:lnTo>
                    <a:pt x="31397" y="6369"/>
                  </a:lnTo>
                  <a:lnTo>
                    <a:pt x="31397" y="3949"/>
                  </a:lnTo>
                  <a:lnTo>
                    <a:pt x="37256" y="3949"/>
                  </a:lnTo>
                  <a:lnTo>
                    <a:pt x="37256" y="5859"/>
                  </a:lnTo>
                  <a:lnTo>
                    <a:pt x="41904" y="3185"/>
                  </a:lnTo>
                  <a:lnTo>
                    <a:pt x="37256" y="446"/>
                  </a:lnTo>
                  <a:lnTo>
                    <a:pt x="37256" y="2357"/>
                  </a:lnTo>
                  <a:lnTo>
                    <a:pt x="31397" y="2357"/>
                  </a:lnTo>
                  <a:lnTo>
                    <a:pt x="31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0"/>
            <p:cNvSpPr/>
            <p:nvPr/>
          </p:nvSpPr>
          <p:spPr>
            <a:xfrm>
              <a:off x="5523875" y="5074475"/>
              <a:ext cx="1100175" cy="157650"/>
            </a:xfrm>
            <a:custGeom>
              <a:avLst/>
              <a:gdLst/>
              <a:ahLst/>
              <a:cxnLst/>
              <a:rect l="l" t="t" r="r" b="b"/>
              <a:pathLst>
                <a:path w="44007" h="6306" extrusionOk="0">
                  <a:moveTo>
                    <a:pt x="1" y="1"/>
                  </a:moveTo>
                  <a:lnTo>
                    <a:pt x="1" y="6306"/>
                  </a:lnTo>
                  <a:lnTo>
                    <a:pt x="6306" y="6306"/>
                  </a:lnTo>
                  <a:lnTo>
                    <a:pt x="6306" y="3949"/>
                  </a:lnTo>
                  <a:lnTo>
                    <a:pt x="39358" y="3949"/>
                  </a:lnTo>
                  <a:lnTo>
                    <a:pt x="39358" y="5860"/>
                  </a:lnTo>
                  <a:lnTo>
                    <a:pt x="44006" y="3121"/>
                  </a:lnTo>
                  <a:lnTo>
                    <a:pt x="39358" y="447"/>
                  </a:lnTo>
                  <a:lnTo>
                    <a:pt x="39358" y="2357"/>
                  </a:lnTo>
                  <a:lnTo>
                    <a:pt x="6306" y="2357"/>
                  </a:lnTo>
                  <a:lnTo>
                    <a:pt x="63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0"/>
            <p:cNvSpPr/>
            <p:nvPr/>
          </p:nvSpPr>
          <p:spPr>
            <a:xfrm>
              <a:off x="2408625" y="5020350"/>
              <a:ext cx="1230225" cy="393850"/>
            </a:xfrm>
            <a:custGeom>
              <a:avLst/>
              <a:gdLst/>
              <a:ahLst/>
              <a:cxnLst/>
              <a:rect l="l" t="t" r="r" b="b"/>
              <a:pathLst>
                <a:path w="49209" h="15754" extrusionOk="0">
                  <a:moveTo>
                    <a:pt x="46534" y="1"/>
                  </a:moveTo>
                  <a:lnTo>
                    <a:pt x="43796" y="4650"/>
                  </a:lnTo>
                  <a:lnTo>
                    <a:pt x="45706" y="4650"/>
                  </a:lnTo>
                  <a:lnTo>
                    <a:pt x="45706" y="8725"/>
                  </a:lnTo>
                  <a:cubicBezTo>
                    <a:pt x="45706" y="10381"/>
                    <a:pt x="44369" y="11719"/>
                    <a:pt x="42713" y="11719"/>
                  </a:cubicBezTo>
                  <a:lnTo>
                    <a:pt x="32651" y="11719"/>
                  </a:lnTo>
                  <a:lnTo>
                    <a:pt x="32651" y="9235"/>
                  </a:lnTo>
                  <a:lnTo>
                    <a:pt x="26346" y="9235"/>
                  </a:lnTo>
                  <a:lnTo>
                    <a:pt x="26346" y="11719"/>
                  </a:lnTo>
                  <a:lnTo>
                    <a:pt x="6859" y="11719"/>
                  </a:lnTo>
                  <a:cubicBezTo>
                    <a:pt x="6497" y="9847"/>
                    <a:pt x="5018" y="8948"/>
                    <a:pt x="3536" y="8948"/>
                  </a:cubicBezTo>
                  <a:cubicBezTo>
                    <a:pt x="1892" y="8948"/>
                    <a:pt x="243" y="10054"/>
                    <a:pt x="109" y="12164"/>
                  </a:cubicBezTo>
                  <a:cubicBezTo>
                    <a:pt x="0" y="14441"/>
                    <a:pt x="1778" y="15754"/>
                    <a:pt x="3558" y="15754"/>
                  </a:cubicBezTo>
                  <a:cubicBezTo>
                    <a:pt x="4915" y="15754"/>
                    <a:pt x="6272" y="14991"/>
                    <a:pt x="6795" y="13311"/>
                  </a:cubicBezTo>
                  <a:lnTo>
                    <a:pt x="26346" y="13311"/>
                  </a:lnTo>
                  <a:lnTo>
                    <a:pt x="26346" y="15540"/>
                  </a:lnTo>
                  <a:lnTo>
                    <a:pt x="32651" y="15540"/>
                  </a:lnTo>
                  <a:lnTo>
                    <a:pt x="32651" y="13311"/>
                  </a:lnTo>
                  <a:lnTo>
                    <a:pt x="42650" y="13311"/>
                  </a:lnTo>
                  <a:cubicBezTo>
                    <a:pt x="45261" y="13311"/>
                    <a:pt x="47298" y="11273"/>
                    <a:pt x="47298" y="8725"/>
                  </a:cubicBezTo>
                  <a:lnTo>
                    <a:pt x="47298" y="4650"/>
                  </a:lnTo>
                  <a:lnTo>
                    <a:pt x="49209" y="4650"/>
                  </a:lnTo>
                  <a:lnTo>
                    <a:pt x="465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0"/>
            <p:cNvSpPr/>
            <p:nvPr/>
          </p:nvSpPr>
          <p:spPr>
            <a:xfrm>
              <a:off x="819225" y="2831225"/>
              <a:ext cx="197450" cy="168025"/>
            </a:xfrm>
            <a:custGeom>
              <a:avLst/>
              <a:gdLst/>
              <a:ahLst/>
              <a:cxnLst/>
              <a:rect l="l" t="t" r="r" b="b"/>
              <a:pathLst>
                <a:path w="7898" h="6721" extrusionOk="0">
                  <a:moveTo>
                    <a:pt x="4522" y="0"/>
                  </a:moveTo>
                  <a:cubicBezTo>
                    <a:pt x="1465" y="0"/>
                    <a:pt x="1" y="3630"/>
                    <a:pt x="2102" y="5732"/>
                  </a:cubicBezTo>
                  <a:cubicBezTo>
                    <a:pt x="2805" y="6414"/>
                    <a:pt x="3663" y="6721"/>
                    <a:pt x="4501" y="6721"/>
                  </a:cubicBezTo>
                  <a:cubicBezTo>
                    <a:pt x="6242" y="6721"/>
                    <a:pt x="7897" y="5396"/>
                    <a:pt x="7897" y="3375"/>
                  </a:cubicBezTo>
                  <a:cubicBezTo>
                    <a:pt x="7897" y="1465"/>
                    <a:pt x="6369" y="0"/>
                    <a:pt x="4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0"/>
            <p:cNvSpPr/>
            <p:nvPr/>
          </p:nvSpPr>
          <p:spPr>
            <a:xfrm>
              <a:off x="860625" y="1842525"/>
              <a:ext cx="619350" cy="135350"/>
            </a:xfrm>
            <a:custGeom>
              <a:avLst/>
              <a:gdLst/>
              <a:ahLst/>
              <a:cxnLst/>
              <a:rect l="l" t="t" r="r" b="b"/>
              <a:pathLst>
                <a:path w="24774" h="5414" extrusionOk="0">
                  <a:moveTo>
                    <a:pt x="4713" y="0"/>
                  </a:moveTo>
                  <a:lnTo>
                    <a:pt x="0" y="2739"/>
                  </a:lnTo>
                  <a:lnTo>
                    <a:pt x="4713" y="5414"/>
                  </a:lnTo>
                  <a:lnTo>
                    <a:pt x="4713" y="3503"/>
                  </a:lnTo>
                  <a:lnTo>
                    <a:pt x="23946" y="3503"/>
                  </a:lnTo>
                  <a:cubicBezTo>
                    <a:pt x="24391" y="3503"/>
                    <a:pt x="24774" y="3185"/>
                    <a:pt x="24774" y="2739"/>
                  </a:cubicBezTo>
                  <a:cubicBezTo>
                    <a:pt x="24774" y="2293"/>
                    <a:pt x="24391" y="1911"/>
                    <a:pt x="23946" y="1911"/>
                  </a:cubicBezTo>
                  <a:lnTo>
                    <a:pt x="4713" y="1911"/>
                  </a:lnTo>
                  <a:lnTo>
                    <a:pt x="47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0"/>
            <p:cNvSpPr/>
            <p:nvPr/>
          </p:nvSpPr>
          <p:spPr>
            <a:xfrm>
              <a:off x="6060425" y="4273650"/>
              <a:ext cx="627300" cy="495175"/>
            </a:xfrm>
            <a:custGeom>
              <a:avLst/>
              <a:gdLst/>
              <a:ahLst/>
              <a:cxnLst/>
              <a:rect l="l" t="t" r="r" b="b"/>
              <a:pathLst>
                <a:path w="25092" h="19807" extrusionOk="0">
                  <a:moveTo>
                    <a:pt x="5031" y="1"/>
                  </a:moveTo>
                  <a:cubicBezTo>
                    <a:pt x="2229" y="1"/>
                    <a:pt x="0" y="2230"/>
                    <a:pt x="0" y="5032"/>
                  </a:cubicBezTo>
                  <a:lnTo>
                    <a:pt x="0" y="14776"/>
                  </a:lnTo>
                  <a:cubicBezTo>
                    <a:pt x="0" y="17578"/>
                    <a:pt x="2229" y="19807"/>
                    <a:pt x="5031" y="19807"/>
                  </a:cubicBezTo>
                  <a:lnTo>
                    <a:pt x="20124" y="19807"/>
                  </a:lnTo>
                  <a:cubicBezTo>
                    <a:pt x="22863" y="19807"/>
                    <a:pt x="25092" y="17578"/>
                    <a:pt x="25092" y="14776"/>
                  </a:cubicBezTo>
                  <a:lnTo>
                    <a:pt x="25092" y="5032"/>
                  </a:lnTo>
                  <a:cubicBezTo>
                    <a:pt x="25092" y="2230"/>
                    <a:pt x="22863" y="1"/>
                    <a:pt x="20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0"/>
            <p:cNvSpPr/>
            <p:nvPr/>
          </p:nvSpPr>
          <p:spPr>
            <a:xfrm>
              <a:off x="6033350" y="2694300"/>
              <a:ext cx="97150" cy="98725"/>
            </a:xfrm>
            <a:custGeom>
              <a:avLst/>
              <a:gdLst/>
              <a:ahLst/>
              <a:cxnLst/>
              <a:rect l="l" t="t" r="r" b="b"/>
              <a:pathLst>
                <a:path w="3886" h="3949" extrusionOk="0">
                  <a:moveTo>
                    <a:pt x="1" y="0"/>
                  </a:moveTo>
                  <a:lnTo>
                    <a:pt x="1" y="3949"/>
                  </a:lnTo>
                  <a:lnTo>
                    <a:pt x="3885" y="3949"/>
                  </a:lnTo>
                  <a:lnTo>
                    <a:pt x="38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0"/>
            <p:cNvSpPr/>
            <p:nvPr/>
          </p:nvSpPr>
          <p:spPr>
            <a:xfrm>
              <a:off x="6162325" y="2694300"/>
              <a:ext cx="98725" cy="98725"/>
            </a:xfrm>
            <a:custGeom>
              <a:avLst/>
              <a:gdLst/>
              <a:ahLst/>
              <a:cxnLst/>
              <a:rect l="l" t="t" r="r" b="b"/>
              <a:pathLst>
                <a:path w="3949" h="3949" extrusionOk="0">
                  <a:moveTo>
                    <a:pt x="0" y="0"/>
                  </a:moveTo>
                  <a:lnTo>
                    <a:pt x="0" y="3949"/>
                  </a:lnTo>
                  <a:lnTo>
                    <a:pt x="3948" y="3949"/>
                  </a:lnTo>
                  <a:lnTo>
                    <a:pt x="39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0"/>
            <p:cNvSpPr/>
            <p:nvPr/>
          </p:nvSpPr>
          <p:spPr>
            <a:xfrm>
              <a:off x="6033350" y="2820075"/>
              <a:ext cx="97150" cy="98725"/>
            </a:xfrm>
            <a:custGeom>
              <a:avLst/>
              <a:gdLst/>
              <a:ahLst/>
              <a:cxnLst/>
              <a:rect l="l" t="t" r="r" b="b"/>
              <a:pathLst>
                <a:path w="3886" h="3949" extrusionOk="0">
                  <a:moveTo>
                    <a:pt x="1" y="0"/>
                  </a:moveTo>
                  <a:lnTo>
                    <a:pt x="1" y="3949"/>
                  </a:lnTo>
                  <a:lnTo>
                    <a:pt x="3885" y="3949"/>
                  </a:lnTo>
                  <a:lnTo>
                    <a:pt x="38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0"/>
            <p:cNvSpPr/>
            <p:nvPr/>
          </p:nvSpPr>
          <p:spPr>
            <a:xfrm>
              <a:off x="6162325" y="2820075"/>
              <a:ext cx="98725" cy="98725"/>
            </a:xfrm>
            <a:custGeom>
              <a:avLst/>
              <a:gdLst/>
              <a:ahLst/>
              <a:cxnLst/>
              <a:rect l="l" t="t" r="r" b="b"/>
              <a:pathLst>
                <a:path w="3949" h="3949" extrusionOk="0">
                  <a:moveTo>
                    <a:pt x="0" y="0"/>
                  </a:moveTo>
                  <a:lnTo>
                    <a:pt x="0" y="3949"/>
                  </a:lnTo>
                  <a:lnTo>
                    <a:pt x="3948" y="3949"/>
                  </a:lnTo>
                  <a:lnTo>
                    <a:pt x="39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0"/>
            <p:cNvSpPr/>
            <p:nvPr/>
          </p:nvSpPr>
          <p:spPr>
            <a:xfrm>
              <a:off x="6076350" y="3681400"/>
              <a:ext cx="176750" cy="455375"/>
            </a:xfrm>
            <a:custGeom>
              <a:avLst/>
              <a:gdLst/>
              <a:ahLst/>
              <a:cxnLst/>
              <a:rect l="l" t="t" r="r" b="b"/>
              <a:pathLst>
                <a:path w="7070" h="18215" extrusionOk="0">
                  <a:moveTo>
                    <a:pt x="0" y="0"/>
                  </a:moveTo>
                  <a:cubicBezTo>
                    <a:pt x="0" y="2866"/>
                    <a:pt x="1911" y="4777"/>
                    <a:pt x="3503" y="6305"/>
                  </a:cubicBezTo>
                  <a:cubicBezTo>
                    <a:pt x="4522" y="7324"/>
                    <a:pt x="5413" y="8279"/>
                    <a:pt x="5541" y="9107"/>
                  </a:cubicBezTo>
                  <a:cubicBezTo>
                    <a:pt x="5413" y="9935"/>
                    <a:pt x="4522" y="10890"/>
                    <a:pt x="3503" y="11846"/>
                  </a:cubicBezTo>
                  <a:cubicBezTo>
                    <a:pt x="1911" y="13438"/>
                    <a:pt x="0" y="15348"/>
                    <a:pt x="0" y="18214"/>
                  </a:cubicBezTo>
                  <a:lnTo>
                    <a:pt x="1592" y="18214"/>
                  </a:lnTo>
                  <a:cubicBezTo>
                    <a:pt x="1592" y="16049"/>
                    <a:pt x="3121" y="14520"/>
                    <a:pt x="4585" y="13056"/>
                  </a:cubicBezTo>
                  <a:cubicBezTo>
                    <a:pt x="5859" y="11846"/>
                    <a:pt x="7005" y="10636"/>
                    <a:pt x="7069" y="9235"/>
                  </a:cubicBezTo>
                  <a:lnTo>
                    <a:pt x="7069" y="9107"/>
                  </a:lnTo>
                  <a:lnTo>
                    <a:pt x="7069" y="9044"/>
                  </a:lnTo>
                  <a:cubicBezTo>
                    <a:pt x="7005" y="7579"/>
                    <a:pt x="5859" y="6433"/>
                    <a:pt x="4585" y="5223"/>
                  </a:cubicBezTo>
                  <a:cubicBezTo>
                    <a:pt x="3121" y="3694"/>
                    <a:pt x="1592" y="2166"/>
                    <a:pt x="15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0"/>
            <p:cNvSpPr/>
            <p:nvPr/>
          </p:nvSpPr>
          <p:spPr>
            <a:xfrm>
              <a:off x="6270575" y="3679800"/>
              <a:ext cx="178350" cy="456975"/>
            </a:xfrm>
            <a:custGeom>
              <a:avLst/>
              <a:gdLst/>
              <a:ahLst/>
              <a:cxnLst/>
              <a:rect l="l" t="t" r="r" b="b"/>
              <a:pathLst>
                <a:path w="7134" h="18279" extrusionOk="0">
                  <a:moveTo>
                    <a:pt x="5541" y="1"/>
                  </a:moveTo>
                  <a:cubicBezTo>
                    <a:pt x="5541" y="2230"/>
                    <a:pt x="4013" y="3758"/>
                    <a:pt x="2484" y="5223"/>
                  </a:cubicBezTo>
                  <a:cubicBezTo>
                    <a:pt x="1274" y="6433"/>
                    <a:pt x="128" y="7643"/>
                    <a:pt x="1" y="9044"/>
                  </a:cubicBezTo>
                  <a:lnTo>
                    <a:pt x="1" y="9171"/>
                  </a:lnTo>
                  <a:lnTo>
                    <a:pt x="1" y="9235"/>
                  </a:lnTo>
                  <a:cubicBezTo>
                    <a:pt x="128" y="10700"/>
                    <a:pt x="1274" y="11846"/>
                    <a:pt x="2484" y="13056"/>
                  </a:cubicBezTo>
                  <a:cubicBezTo>
                    <a:pt x="4013" y="14521"/>
                    <a:pt x="5541" y="16113"/>
                    <a:pt x="5541" y="18278"/>
                  </a:cubicBezTo>
                  <a:lnTo>
                    <a:pt x="7133" y="18278"/>
                  </a:lnTo>
                  <a:cubicBezTo>
                    <a:pt x="7133" y="15412"/>
                    <a:pt x="5159" y="13502"/>
                    <a:pt x="3631" y="11910"/>
                  </a:cubicBezTo>
                  <a:cubicBezTo>
                    <a:pt x="2612" y="10891"/>
                    <a:pt x="1656" y="9935"/>
                    <a:pt x="1593" y="9108"/>
                  </a:cubicBezTo>
                  <a:cubicBezTo>
                    <a:pt x="1656" y="8280"/>
                    <a:pt x="2612" y="7388"/>
                    <a:pt x="3631" y="6369"/>
                  </a:cubicBezTo>
                  <a:cubicBezTo>
                    <a:pt x="5223" y="4777"/>
                    <a:pt x="7133" y="2867"/>
                    <a:pt x="71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0"/>
            <p:cNvSpPr/>
            <p:nvPr/>
          </p:nvSpPr>
          <p:spPr>
            <a:xfrm>
              <a:off x="6170275" y="3772150"/>
              <a:ext cx="184700" cy="116250"/>
            </a:xfrm>
            <a:custGeom>
              <a:avLst/>
              <a:gdLst/>
              <a:ahLst/>
              <a:cxnLst/>
              <a:rect l="l" t="t" r="r" b="b"/>
              <a:pathLst>
                <a:path w="7388" h="4650" extrusionOk="0">
                  <a:moveTo>
                    <a:pt x="1" y="0"/>
                  </a:moveTo>
                  <a:cubicBezTo>
                    <a:pt x="574" y="637"/>
                    <a:pt x="1274" y="1338"/>
                    <a:pt x="1975" y="1975"/>
                  </a:cubicBezTo>
                  <a:cubicBezTo>
                    <a:pt x="2548" y="2548"/>
                    <a:pt x="3057" y="3248"/>
                    <a:pt x="3439" y="4013"/>
                  </a:cubicBezTo>
                  <a:cubicBezTo>
                    <a:pt x="3567" y="4204"/>
                    <a:pt x="3630" y="4458"/>
                    <a:pt x="3694" y="4649"/>
                  </a:cubicBezTo>
                  <a:cubicBezTo>
                    <a:pt x="3694" y="4586"/>
                    <a:pt x="3758" y="4458"/>
                    <a:pt x="3758" y="4395"/>
                  </a:cubicBezTo>
                  <a:cubicBezTo>
                    <a:pt x="3885" y="4013"/>
                    <a:pt x="4076" y="3694"/>
                    <a:pt x="4267" y="3376"/>
                  </a:cubicBezTo>
                  <a:cubicBezTo>
                    <a:pt x="4713" y="2803"/>
                    <a:pt x="5159" y="2229"/>
                    <a:pt x="5668" y="1720"/>
                  </a:cubicBezTo>
                  <a:cubicBezTo>
                    <a:pt x="6242" y="1147"/>
                    <a:pt x="6878" y="574"/>
                    <a:pt x="7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0"/>
            <p:cNvSpPr/>
            <p:nvPr/>
          </p:nvSpPr>
          <p:spPr>
            <a:xfrm>
              <a:off x="6132075" y="3928175"/>
              <a:ext cx="261125" cy="208600"/>
            </a:xfrm>
            <a:custGeom>
              <a:avLst/>
              <a:gdLst/>
              <a:ahLst/>
              <a:cxnLst/>
              <a:rect l="l" t="t" r="r" b="b"/>
              <a:pathLst>
                <a:path w="10445" h="8344" extrusionOk="0">
                  <a:moveTo>
                    <a:pt x="5222" y="0"/>
                  </a:moveTo>
                  <a:cubicBezTo>
                    <a:pt x="5222" y="4522"/>
                    <a:pt x="828" y="6496"/>
                    <a:pt x="191" y="6751"/>
                  </a:cubicBezTo>
                  <a:cubicBezTo>
                    <a:pt x="64" y="7260"/>
                    <a:pt x="0" y="7770"/>
                    <a:pt x="0" y="8343"/>
                  </a:cubicBezTo>
                  <a:lnTo>
                    <a:pt x="10444" y="8343"/>
                  </a:lnTo>
                  <a:cubicBezTo>
                    <a:pt x="10444" y="7770"/>
                    <a:pt x="10444" y="7260"/>
                    <a:pt x="10317" y="6751"/>
                  </a:cubicBezTo>
                  <a:cubicBezTo>
                    <a:pt x="10317" y="6751"/>
                    <a:pt x="5222" y="4840"/>
                    <a:pt x="52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0"/>
            <p:cNvSpPr/>
            <p:nvPr/>
          </p:nvSpPr>
          <p:spPr>
            <a:xfrm>
              <a:off x="6262625" y="3928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0"/>
            <p:cNvSpPr/>
            <p:nvPr/>
          </p:nvSpPr>
          <p:spPr>
            <a:xfrm>
              <a:off x="6036550" y="3628850"/>
              <a:ext cx="447400" cy="39825"/>
            </a:xfrm>
            <a:custGeom>
              <a:avLst/>
              <a:gdLst/>
              <a:ahLst/>
              <a:cxnLst/>
              <a:rect l="l" t="t" r="r" b="b"/>
              <a:pathLst>
                <a:path w="17896" h="1593" extrusionOk="0">
                  <a:moveTo>
                    <a:pt x="0" y="1"/>
                  </a:moveTo>
                  <a:lnTo>
                    <a:pt x="0" y="1593"/>
                  </a:lnTo>
                  <a:lnTo>
                    <a:pt x="17895" y="1593"/>
                  </a:lnTo>
                  <a:lnTo>
                    <a:pt x="178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0"/>
            <p:cNvSpPr/>
            <p:nvPr/>
          </p:nvSpPr>
          <p:spPr>
            <a:xfrm>
              <a:off x="6036550" y="4149475"/>
              <a:ext cx="447400" cy="39825"/>
            </a:xfrm>
            <a:custGeom>
              <a:avLst/>
              <a:gdLst/>
              <a:ahLst/>
              <a:cxnLst/>
              <a:rect l="l" t="t" r="r" b="b"/>
              <a:pathLst>
                <a:path w="17896" h="1593" extrusionOk="0">
                  <a:moveTo>
                    <a:pt x="0" y="1"/>
                  </a:moveTo>
                  <a:lnTo>
                    <a:pt x="0" y="1593"/>
                  </a:lnTo>
                  <a:lnTo>
                    <a:pt x="17895" y="1593"/>
                  </a:lnTo>
                  <a:lnTo>
                    <a:pt x="178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0"/>
            <p:cNvSpPr/>
            <p:nvPr/>
          </p:nvSpPr>
          <p:spPr>
            <a:xfrm>
              <a:off x="6163900" y="2121150"/>
              <a:ext cx="122575" cy="176750"/>
            </a:xfrm>
            <a:custGeom>
              <a:avLst/>
              <a:gdLst/>
              <a:ahLst/>
              <a:cxnLst/>
              <a:rect l="l" t="t" r="r" b="b"/>
              <a:pathLst>
                <a:path w="4903" h="7070" extrusionOk="0">
                  <a:moveTo>
                    <a:pt x="2357" y="1274"/>
                  </a:moveTo>
                  <a:cubicBezTo>
                    <a:pt x="2930" y="1274"/>
                    <a:pt x="3312" y="1720"/>
                    <a:pt x="3312" y="2293"/>
                  </a:cubicBezTo>
                  <a:cubicBezTo>
                    <a:pt x="3312" y="2802"/>
                    <a:pt x="2930" y="3312"/>
                    <a:pt x="2357" y="3312"/>
                  </a:cubicBezTo>
                  <a:lnTo>
                    <a:pt x="1593" y="3312"/>
                  </a:lnTo>
                  <a:lnTo>
                    <a:pt x="1593" y="1274"/>
                  </a:lnTo>
                  <a:close/>
                  <a:moveTo>
                    <a:pt x="1" y="0"/>
                  </a:moveTo>
                  <a:lnTo>
                    <a:pt x="1" y="7069"/>
                  </a:lnTo>
                  <a:lnTo>
                    <a:pt x="1593" y="7069"/>
                  </a:lnTo>
                  <a:lnTo>
                    <a:pt x="1593" y="4522"/>
                  </a:lnTo>
                  <a:lnTo>
                    <a:pt x="2675" y="4522"/>
                  </a:lnTo>
                  <a:cubicBezTo>
                    <a:pt x="2710" y="4524"/>
                    <a:pt x="2743" y="4524"/>
                    <a:pt x="2777" y="4524"/>
                  </a:cubicBezTo>
                  <a:cubicBezTo>
                    <a:pt x="3942" y="4524"/>
                    <a:pt x="4903" y="3469"/>
                    <a:pt x="4841" y="2293"/>
                  </a:cubicBezTo>
                  <a:cubicBezTo>
                    <a:pt x="4841" y="1019"/>
                    <a:pt x="3885" y="0"/>
                    <a:pt x="26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0"/>
            <p:cNvSpPr/>
            <p:nvPr/>
          </p:nvSpPr>
          <p:spPr>
            <a:xfrm>
              <a:off x="6302425" y="2121150"/>
              <a:ext cx="138525" cy="176750"/>
            </a:xfrm>
            <a:custGeom>
              <a:avLst/>
              <a:gdLst/>
              <a:ahLst/>
              <a:cxnLst/>
              <a:rect l="l" t="t" r="r" b="b"/>
              <a:pathLst>
                <a:path w="5541" h="7070" extrusionOk="0">
                  <a:moveTo>
                    <a:pt x="0" y="0"/>
                  </a:moveTo>
                  <a:lnTo>
                    <a:pt x="0" y="7069"/>
                  </a:lnTo>
                  <a:lnTo>
                    <a:pt x="1592" y="7069"/>
                  </a:lnTo>
                  <a:lnTo>
                    <a:pt x="1592" y="4267"/>
                  </a:lnTo>
                  <a:lnTo>
                    <a:pt x="3885" y="4267"/>
                  </a:lnTo>
                  <a:lnTo>
                    <a:pt x="3885" y="7069"/>
                  </a:lnTo>
                  <a:lnTo>
                    <a:pt x="5541" y="7069"/>
                  </a:lnTo>
                  <a:lnTo>
                    <a:pt x="5541" y="0"/>
                  </a:lnTo>
                  <a:lnTo>
                    <a:pt x="3885" y="0"/>
                  </a:lnTo>
                  <a:lnTo>
                    <a:pt x="3885" y="2802"/>
                  </a:lnTo>
                  <a:lnTo>
                    <a:pt x="1592" y="2802"/>
                  </a:lnTo>
                  <a:lnTo>
                    <a:pt x="1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6472775" y="2121150"/>
              <a:ext cx="121025" cy="176750"/>
            </a:xfrm>
            <a:custGeom>
              <a:avLst/>
              <a:gdLst/>
              <a:ahLst/>
              <a:cxnLst/>
              <a:rect l="l" t="t" r="r" b="b"/>
              <a:pathLst>
                <a:path w="4841" h="7070" extrusionOk="0">
                  <a:moveTo>
                    <a:pt x="2357" y="1274"/>
                  </a:moveTo>
                  <a:cubicBezTo>
                    <a:pt x="2930" y="1274"/>
                    <a:pt x="3312" y="1720"/>
                    <a:pt x="3312" y="2293"/>
                  </a:cubicBezTo>
                  <a:cubicBezTo>
                    <a:pt x="3312" y="2802"/>
                    <a:pt x="2930" y="3312"/>
                    <a:pt x="2357" y="3312"/>
                  </a:cubicBezTo>
                  <a:lnTo>
                    <a:pt x="1529" y="3312"/>
                  </a:lnTo>
                  <a:lnTo>
                    <a:pt x="1529" y="1274"/>
                  </a:lnTo>
                  <a:close/>
                  <a:moveTo>
                    <a:pt x="0" y="0"/>
                  </a:moveTo>
                  <a:lnTo>
                    <a:pt x="0" y="7069"/>
                  </a:lnTo>
                  <a:lnTo>
                    <a:pt x="1529" y="7069"/>
                  </a:lnTo>
                  <a:lnTo>
                    <a:pt x="1529" y="4522"/>
                  </a:lnTo>
                  <a:lnTo>
                    <a:pt x="2612" y="4522"/>
                  </a:lnTo>
                  <a:cubicBezTo>
                    <a:pt x="2647" y="4524"/>
                    <a:pt x="2683" y="4524"/>
                    <a:pt x="2718" y="4524"/>
                  </a:cubicBezTo>
                  <a:cubicBezTo>
                    <a:pt x="3938" y="4524"/>
                    <a:pt x="4839" y="3469"/>
                    <a:pt x="4777" y="2293"/>
                  </a:cubicBezTo>
                  <a:cubicBezTo>
                    <a:pt x="4840" y="1083"/>
                    <a:pt x="3822" y="64"/>
                    <a:pt x="26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>
              <a:off x="1688525" y="661175"/>
              <a:ext cx="92350" cy="178350"/>
            </a:xfrm>
            <a:custGeom>
              <a:avLst/>
              <a:gdLst/>
              <a:ahLst/>
              <a:cxnLst/>
              <a:rect l="l" t="t" r="r" b="b"/>
              <a:pathLst>
                <a:path w="3694" h="7134" extrusionOk="0">
                  <a:moveTo>
                    <a:pt x="2102" y="1"/>
                  </a:moveTo>
                  <a:lnTo>
                    <a:pt x="2102" y="4268"/>
                  </a:lnTo>
                  <a:cubicBezTo>
                    <a:pt x="2102" y="5032"/>
                    <a:pt x="2102" y="5669"/>
                    <a:pt x="955" y="5669"/>
                  </a:cubicBezTo>
                  <a:cubicBezTo>
                    <a:pt x="573" y="5669"/>
                    <a:pt x="191" y="5478"/>
                    <a:pt x="0" y="5159"/>
                  </a:cubicBezTo>
                  <a:lnTo>
                    <a:pt x="0" y="7006"/>
                  </a:lnTo>
                  <a:cubicBezTo>
                    <a:pt x="319" y="7134"/>
                    <a:pt x="637" y="7134"/>
                    <a:pt x="955" y="7134"/>
                  </a:cubicBezTo>
                  <a:cubicBezTo>
                    <a:pt x="2675" y="7134"/>
                    <a:pt x="3694" y="6433"/>
                    <a:pt x="3694" y="4395"/>
                  </a:cubicBezTo>
                  <a:lnTo>
                    <a:pt x="36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0"/>
            <p:cNvSpPr/>
            <p:nvPr/>
          </p:nvSpPr>
          <p:spPr>
            <a:xfrm flipH="1">
              <a:off x="1461393" y="1206602"/>
              <a:ext cx="147728" cy="176750"/>
            </a:xfrm>
            <a:custGeom>
              <a:avLst/>
              <a:gdLst/>
              <a:ahLst/>
              <a:cxnLst/>
              <a:rect l="l" t="t" r="r" b="b"/>
              <a:pathLst>
                <a:path w="5478" h="7070" extrusionOk="0">
                  <a:moveTo>
                    <a:pt x="0" y="1"/>
                  </a:moveTo>
                  <a:lnTo>
                    <a:pt x="0" y="7069"/>
                  </a:lnTo>
                  <a:lnTo>
                    <a:pt x="1529" y="7069"/>
                  </a:lnTo>
                  <a:lnTo>
                    <a:pt x="1529" y="4267"/>
                  </a:lnTo>
                  <a:lnTo>
                    <a:pt x="3821" y="4267"/>
                  </a:lnTo>
                  <a:lnTo>
                    <a:pt x="3821" y="7069"/>
                  </a:lnTo>
                  <a:lnTo>
                    <a:pt x="5477" y="7069"/>
                  </a:lnTo>
                  <a:lnTo>
                    <a:pt x="5477" y="1"/>
                  </a:lnTo>
                  <a:lnTo>
                    <a:pt x="3821" y="1"/>
                  </a:lnTo>
                  <a:lnTo>
                    <a:pt x="3821" y="2866"/>
                  </a:lnTo>
                  <a:lnTo>
                    <a:pt x="1529" y="2866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0"/>
            <p:cNvSpPr/>
            <p:nvPr/>
          </p:nvSpPr>
          <p:spPr>
            <a:xfrm flipH="1">
              <a:off x="1291396" y="1206602"/>
              <a:ext cx="151153" cy="176750"/>
            </a:xfrm>
            <a:custGeom>
              <a:avLst/>
              <a:gdLst/>
              <a:ahLst/>
              <a:cxnLst/>
              <a:rect l="l" t="t" r="r" b="b"/>
              <a:pathLst>
                <a:path w="5605" h="7070" extrusionOk="0">
                  <a:moveTo>
                    <a:pt x="1" y="1"/>
                  </a:moveTo>
                  <a:lnTo>
                    <a:pt x="1" y="1465"/>
                  </a:lnTo>
                  <a:lnTo>
                    <a:pt x="2038" y="1465"/>
                  </a:lnTo>
                  <a:lnTo>
                    <a:pt x="2038" y="7069"/>
                  </a:lnTo>
                  <a:lnTo>
                    <a:pt x="3567" y="7069"/>
                  </a:lnTo>
                  <a:lnTo>
                    <a:pt x="3567" y="1465"/>
                  </a:lnTo>
                  <a:lnTo>
                    <a:pt x="5605" y="1465"/>
                  </a:lnTo>
                  <a:lnTo>
                    <a:pt x="56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0"/>
            <p:cNvSpPr/>
            <p:nvPr/>
          </p:nvSpPr>
          <p:spPr>
            <a:xfrm flipH="1">
              <a:off x="1037205" y="1206602"/>
              <a:ext cx="252497" cy="176750"/>
            </a:xfrm>
            <a:custGeom>
              <a:avLst/>
              <a:gdLst/>
              <a:ahLst/>
              <a:cxnLst/>
              <a:rect l="l" t="t" r="r" b="b"/>
              <a:pathLst>
                <a:path w="9363" h="7070" extrusionOk="0">
                  <a:moveTo>
                    <a:pt x="1402" y="1"/>
                  </a:moveTo>
                  <a:lnTo>
                    <a:pt x="0" y="7069"/>
                  </a:lnTo>
                  <a:lnTo>
                    <a:pt x="1720" y="7069"/>
                  </a:lnTo>
                  <a:lnTo>
                    <a:pt x="2548" y="2229"/>
                  </a:lnTo>
                  <a:lnTo>
                    <a:pt x="3949" y="7069"/>
                  </a:lnTo>
                  <a:lnTo>
                    <a:pt x="5477" y="7069"/>
                  </a:lnTo>
                  <a:lnTo>
                    <a:pt x="6815" y="2229"/>
                  </a:lnTo>
                  <a:lnTo>
                    <a:pt x="7643" y="7069"/>
                  </a:lnTo>
                  <a:lnTo>
                    <a:pt x="9362" y="7069"/>
                  </a:lnTo>
                  <a:lnTo>
                    <a:pt x="8025" y="1"/>
                  </a:lnTo>
                  <a:lnTo>
                    <a:pt x="6178" y="1"/>
                  </a:lnTo>
                  <a:lnTo>
                    <a:pt x="4713" y="4968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0"/>
            <p:cNvSpPr/>
            <p:nvPr/>
          </p:nvSpPr>
          <p:spPr>
            <a:xfrm flipH="1">
              <a:off x="908417" y="1206602"/>
              <a:ext cx="109946" cy="176750"/>
            </a:xfrm>
            <a:custGeom>
              <a:avLst/>
              <a:gdLst/>
              <a:ahLst/>
              <a:cxnLst/>
              <a:rect l="l" t="t" r="r" b="b"/>
              <a:pathLst>
                <a:path w="4077" h="7070" extrusionOk="0">
                  <a:moveTo>
                    <a:pt x="1" y="1"/>
                  </a:moveTo>
                  <a:lnTo>
                    <a:pt x="1" y="7069"/>
                  </a:lnTo>
                  <a:lnTo>
                    <a:pt x="4076" y="7069"/>
                  </a:lnTo>
                  <a:lnTo>
                    <a:pt x="4076" y="5668"/>
                  </a:lnTo>
                  <a:lnTo>
                    <a:pt x="1529" y="5668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0"/>
            <p:cNvSpPr/>
            <p:nvPr/>
          </p:nvSpPr>
          <p:spPr>
            <a:xfrm>
              <a:off x="2245750" y="4830900"/>
              <a:ext cx="162425" cy="211775"/>
            </a:xfrm>
            <a:custGeom>
              <a:avLst/>
              <a:gdLst/>
              <a:ahLst/>
              <a:cxnLst/>
              <a:rect l="l" t="t" r="r" b="b"/>
              <a:pathLst>
                <a:path w="6497" h="8471" extrusionOk="0">
                  <a:moveTo>
                    <a:pt x="6496" y="0"/>
                  </a:moveTo>
                  <a:lnTo>
                    <a:pt x="0" y="3057"/>
                  </a:lnTo>
                  <a:lnTo>
                    <a:pt x="0" y="5413"/>
                  </a:lnTo>
                  <a:lnTo>
                    <a:pt x="6496" y="8470"/>
                  </a:lnTo>
                  <a:lnTo>
                    <a:pt x="6496" y="6560"/>
                  </a:lnTo>
                  <a:lnTo>
                    <a:pt x="1402" y="4267"/>
                  </a:lnTo>
                  <a:lnTo>
                    <a:pt x="6496" y="1911"/>
                  </a:lnTo>
                  <a:lnTo>
                    <a:pt x="64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0"/>
            <p:cNvSpPr/>
            <p:nvPr/>
          </p:nvSpPr>
          <p:spPr>
            <a:xfrm>
              <a:off x="2433625" y="4727400"/>
              <a:ext cx="207000" cy="380550"/>
            </a:xfrm>
            <a:custGeom>
              <a:avLst/>
              <a:gdLst/>
              <a:ahLst/>
              <a:cxnLst/>
              <a:rect l="l" t="t" r="r" b="b"/>
              <a:pathLst>
                <a:path w="8280" h="15222" extrusionOk="0">
                  <a:moveTo>
                    <a:pt x="6114" y="1"/>
                  </a:moveTo>
                  <a:lnTo>
                    <a:pt x="0" y="15221"/>
                  </a:lnTo>
                  <a:lnTo>
                    <a:pt x="2165" y="15221"/>
                  </a:lnTo>
                  <a:lnTo>
                    <a:pt x="82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0"/>
            <p:cNvSpPr/>
            <p:nvPr/>
          </p:nvSpPr>
          <p:spPr>
            <a:xfrm>
              <a:off x="2661300" y="4830900"/>
              <a:ext cx="164000" cy="211775"/>
            </a:xfrm>
            <a:custGeom>
              <a:avLst/>
              <a:gdLst/>
              <a:ahLst/>
              <a:cxnLst/>
              <a:rect l="l" t="t" r="r" b="b"/>
              <a:pathLst>
                <a:path w="6560" h="8471" extrusionOk="0">
                  <a:moveTo>
                    <a:pt x="0" y="0"/>
                  </a:moveTo>
                  <a:lnTo>
                    <a:pt x="0" y="1911"/>
                  </a:lnTo>
                  <a:lnTo>
                    <a:pt x="5095" y="4267"/>
                  </a:lnTo>
                  <a:lnTo>
                    <a:pt x="0" y="6560"/>
                  </a:lnTo>
                  <a:lnTo>
                    <a:pt x="0" y="8470"/>
                  </a:lnTo>
                  <a:lnTo>
                    <a:pt x="6559" y="5413"/>
                  </a:lnTo>
                  <a:lnTo>
                    <a:pt x="6559" y="3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0" name="Google Shape;1270;p40"/>
          <p:cNvGrpSpPr/>
          <p:nvPr/>
        </p:nvGrpSpPr>
        <p:grpSpPr>
          <a:xfrm>
            <a:off x="4077226" y="3526070"/>
            <a:ext cx="137636" cy="137629"/>
            <a:chOff x="266768" y="1721375"/>
            <a:chExt cx="397907" cy="397887"/>
          </a:xfrm>
        </p:grpSpPr>
        <p:sp>
          <p:nvSpPr>
            <p:cNvPr id="1271" name="Google Shape;1271;p40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0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3" name="Google Shape;1273;p40"/>
          <p:cNvGrpSpPr/>
          <p:nvPr/>
        </p:nvGrpSpPr>
        <p:grpSpPr>
          <a:xfrm>
            <a:off x="4268945" y="3526070"/>
            <a:ext cx="137622" cy="137629"/>
            <a:chOff x="864491" y="1723250"/>
            <a:chExt cx="397866" cy="397887"/>
          </a:xfrm>
        </p:grpSpPr>
        <p:sp>
          <p:nvSpPr>
            <p:cNvPr id="1274" name="Google Shape;1274;p40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0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0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rgbClr val="052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7" name="Google Shape;1277;p40"/>
          <p:cNvSpPr/>
          <p:nvPr/>
        </p:nvSpPr>
        <p:spPr>
          <a:xfrm>
            <a:off x="4460678" y="3526139"/>
            <a:ext cx="168752" cy="137635"/>
          </a:xfrm>
          <a:custGeom>
            <a:avLst/>
            <a:gdLst/>
            <a:ahLst/>
            <a:cxnLst/>
            <a:rect l="l" t="t" r="r" b="b"/>
            <a:pathLst>
              <a:path w="19122" h="15596" extrusionOk="0">
                <a:moveTo>
                  <a:pt x="12981" y="0"/>
                </a:moveTo>
                <a:cubicBezTo>
                  <a:pt x="12091" y="0"/>
                  <a:pt x="10821" y="352"/>
                  <a:pt x="9915" y="1352"/>
                </a:cubicBezTo>
                <a:cubicBezTo>
                  <a:pt x="9203" y="2141"/>
                  <a:pt x="8847" y="3174"/>
                  <a:pt x="8856" y="4430"/>
                </a:cubicBezTo>
                <a:cubicBezTo>
                  <a:pt x="6243" y="4110"/>
                  <a:pt x="4101" y="2933"/>
                  <a:pt x="2323" y="846"/>
                </a:cubicBezTo>
                <a:cubicBezTo>
                  <a:pt x="2216" y="723"/>
                  <a:pt x="2064" y="650"/>
                  <a:pt x="1902" y="650"/>
                </a:cubicBezTo>
                <a:cubicBezTo>
                  <a:pt x="1875" y="650"/>
                  <a:pt x="1848" y="652"/>
                  <a:pt x="1820" y="656"/>
                </a:cubicBezTo>
                <a:cubicBezTo>
                  <a:pt x="1631" y="683"/>
                  <a:pt x="1468" y="805"/>
                  <a:pt x="1391" y="977"/>
                </a:cubicBezTo>
                <a:cubicBezTo>
                  <a:pt x="695" y="2512"/>
                  <a:pt x="701" y="3895"/>
                  <a:pt x="1403" y="5113"/>
                </a:cubicBezTo>
                <a:cubicBezTo>
                  <a:pt x="1389" y="5111"/>
                  <a:pt x="1374" y="5111"/>
                  <a:pt x="1360" y="5111"/>
                </a:cubicBezTo>
                <a:cubicBezTo>
                  <a:pt x="1076" y="5111"/>
                  <a:pt x="803" y="5375"/>
                  <a:pt x="824" y="5707"/>
                </a:cubicBezTo>
                <a:cubicBezTo>
                  <a:pt x="916" y="7101"/>
                  <a:pt x="1428" y="8182"/>
                  <a:pt x="2351" y="8934"/>
                </a:cubicBezTo>
                <a:cubicBezTo>
                  <a:pt x="2176" y="9073"/>
                  <a:pt x="2102" y="9307"/>
                  <a:pt x="2164" y="9524"/>
                </a:cubicBezTo>
                <a:cubicBezTo>
                  <a:pt x="2456" y="10535"/>
                  <a:pt x="3310" y="11633"/>
                  <a:pt x="4615" y="12155"/>
                </a:cubicBezTo>
                <a:cubicBezTo>
                  <a:pt x="3657" y="12655"/>
                  <a:pt x="2516" y="12903"/>
                  <a:pt x="1345" y="12903"/>
                </a:cubicBezTo>
                <a:cubicBezTo>
                  <a:pt x="1111" y="12903"/>
                  <a:pt x="876" y="12893"/>
                  <a:pt x="641" y="12873"/>
                </a:cubicBezTo>
                <a:cubicBezTo>
                  <a:pt x="628" y="12872"/>
                  <a:pt x="615" y="12872"/>
                  <a:pt x="603" y="12872"/>
                </a:cubicBezTo>
                <a:cubicBezTo>
                  <a:pt x="362" y="12872"/>
                  <a:pt x="155" y="13031"/>
                  <a:pt x="78" y="13266"/>
                </a:cubicBezTo>
                <a:cubicBezTo>
                  <a:pt x="0" y="13512"/>
                  <a:pt x="113" y="13788"/>
                  <a:pt x="334" y="13922"/>
                </a:cubicBezTo>
                <a:cubicBezTo>
                  <a:pt x="1162" y="14423"/>
                  <a:pt x="3243" y="15596"/>
                  <a:pt x="6294" y="15596"/>
                </a:cubicBezTo>
                <a:cubicBezTo>
                  <a:pt x="14568" y="15596"/>
                  <a:pt x="17244" y="8279"/>
                  <a:pt x="17244" y="4736"/>
                </a:cubicBezTo>
                <a:cubicBezTo>
                  <a:pt x="17241" y="4515"/>
                  <a:pt x="17243" y="4541"/>
                  <a:pt x="17230" y="4426"/>
                </a:cubicBezTo>
                <a:cubicBezTo>
                  <a:pt x="17250" y="4403"/>
                  <a:pt x="17326" y="4347"/>
                  <a:pt x="17386" y="4301"/>
                </a:cubicBezTo>
                <a:cubicBezTo>
                  <a:pt x="17696" y="4067"/>
                  <a:pt x="18237" y="3680"/>
                  <a:pt x="18983" y="2590"/>
                </a:cubicBezTo>
                <a:cubicBezTo>
                  <a:pt x="19121" y="2386"/>
                  <a:pt x="19111" y="2118"/>
                  <a:pt x="18957" y="1925"/>
                </a:cubicBezTo>
                <a:cubicBezTo>
                  <a:pt x="18840" y="1779"/>
                  <a:pt x="18708" y="1722"/>
                  <a:pt x="18558" y="1722"/>
                </a:cubicBezTo>
                <a:cubicBezTo>
                  <a:pt x="18451" y="1722"/>
                  <a:pt x="18336" y="1751"/>
                  <a:pt x="18212" y="1799"/>
                </a:cubicBezTo>
                <a:cubicBezTo>
                  <a:pt x="18352" y="1553"/>
                  <a:pt x="18467" y="1291"/>
                  <a:pt x="18559" y="1014"/>
                </a:cubicBezTo>
                <a:cubicBezTo>
                  <a:pt x="18631" y="800"/>
                  <a:pt x="18553" y="614"/>
                  <a:pt x="18382" y="465"/>
                </a:cubicBezTo>
                <a:cubicBezTo>
                  <a:pt x="18282" y="379"/>
                  <a:pt x="18151" y="335"/>
                  <a:pt x="18020" y="335"/>
                </a:cubicBezTo>
                <a:cubicBezTo>
                  <a:pt x="17928" y="335"/>
                  <a:pt x="17837" y="356"/>
                  <a:pt x="17754" y="398"/>
                </a:cubicBezTo>
                <a:cubicBezTo>
                  <a:pt x="16848" y="856"/>
                  <a:pt x="16172" y="1054"/>
                  <a:pt x="15873" y="1113"/>
                </a:cubicBezTo>
                <a:cubicBezTo>
                  <a:pt x="15090" y="395"/>
                  <a:pt x="14251" y="0"/>
                  <a:pt x="12981" y="0"/>
                </a:cubicBezTo>
                <a:close/>
              </a:path>
            </a:pathLst>
          </a:custGeom>
          <a:solidFill>
            <a:srgbClr val="0526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 PROPOS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8FFD5"/>
      </a:accent1>
      <a:accent2>
        <a:srgbClr val="48FFD5"/>
      </a:accent2>
      <a:accent3>
        <a:srgbClr val="48FFD5"/>
      </a:accent3>
      <a:accent4>
        <a:srgbClr val="48FFD5"/>
      </a:accent4>
      <a:accent5>
        <a:srgbClr val="48FFD5"/>
      </a:accent5>
      <a:accent6>
        <a:srgbClr val="48FFD5"/>
      </a:accent6>
      <a:hlink>
        <a:srgbClr val="48FFD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</Words>
  <Application>Microsoft Office PowerPoint</Application>
  <PresentationFormat>Экран (16:9)</PresentationFormat>
  <Paragraphs>129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8" baseType="lpstr">
      <vt:lpstr>Roboto Light</vt:lpstr>
      <vt:lpstr>Roboto Thin</vt:lpstr>
      <vt:lpstr>Didact Gothic</vt:lpstr>
      <vt:lpstr>Roboto Black</vt:lpstr>
      <vt:lpstr>Impact</vt:lpstr>
      <vt:lpstr>Roboto Mono Thin</vt:lpstr>
      <vt:lpstr>Bree Serif</vt:lpstr>
      <vt:lpstr>Arial</vt:lpstr>
      <vt:lpstr>WEB PROPOSAL</vt:lpstr>
      <vt:lpstr>WEB PROJECT PROPOSAL</vt:lpstr>
      <vt:lpstr>TABLE OF CONTENTS</vt:lpstr>
      <vt:lpstr>OUR COMPANY</vt:lpstr>
      <vt:lpstr>WHAT WE ARE WORKING ON</vt:lpstr>
      <vt:lpstr>ABOUT THE PROJECT</vt:lpstr>
      <vt:lpstr>—SOMEONE FAMOUS</vt:lpstr>
      <vt:lpstr>NOW</vt:lpstr>
      <vt:lpstr>FUTURE</vt:lpstr>
      <vt:lpstr>MAJOR REQUIREMENTS</vt:lpstr>
      <vt:lpstr>BUDGET</vt:lpstr>
      <vt:lpstr>OUR GOALS</vt:lpstr>
      <vt:lpstr>PREDICTED RESULTS</vt:lpstr>
      <vt:lpstr>SNEAK PEEK</vt:lpstr>
      <vt:lpstr>A VIDEO IS A GOOD IDEA</vt:lpstr>
      <vt:lpstr>PROJECT STAGES</vt:lpstr>
      <vt:lpstr>OUR TIMELINE</vt:lpstr>
      <vt:lpstr>OUR PARTNERS</vt:lpstr>
      <vt:lpstr>THE TEAM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PROJECT PROPOSAL</dc:title>
  <cp:lastModifiedBy>я</cp:lastModifiedBy>
  <cp:revision>1</cp:revision>
  <dcterms:modified xsi:type="dcterms:W3CDTF">2026-02-17T14:03:08Z</dcterms:modified>
</cp:coreProperties>
</file>
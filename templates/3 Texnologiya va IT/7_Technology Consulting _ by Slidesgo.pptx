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80" r:id="rId25"/>
    <p:sldId id="281" r:id="rId26"/>
    <p:sldId id="282" r:id="rId27"/>
    <p:sldId id="283" r:id="rId28"/>
    <p:sldId id="284" r:id="rId29"/>
  </p:sldIdLst>
  <p:sldSz cx="9144000" cy="5143500" type="screen16x9"/>
  <p:notesSz cx="6858000" cy="9144000"/>
  <p:embeddedFontLst>
    <p:embeddedFont>
      <p:font typeface="Barlow Semi Condensed" panose="020B0604020202020204" charset="0"/>
      <p:regular r:id="rId31"/>
      <p:bold r:id="rId32"/>
      <p:italic r:id="rId33"/>
      <p:boldItalic r:id="rId34"/>
    </p:embeddedFont>
    <p:embeddedFont>
      <p:font typeface="Abel" panose="020B0604020202020204" charset="0"/>
      <p:regular r:id="rId35"/>
    </p:embeddedFont>
    <p:embeddedFont>
      <p:font typeface="Fjalla One" panose="020B0604020202020204" charset="0"/>
      <p:regular r:id="rId36"/>
    </p:embeddedFont>
    <p:embeddedFont>
      <p:font typeface="Barlow Semi Condensed Light" panose="020B0604020202020204" charset="0"/>
      <p:regular r:id="rId37"/>
      <p:bold r:id="rId38"/>
      <p:italic r:id="rId39"/>
      <p:boldItalic r:id="rId40"/>
    </p:embeddedFont>
    <p:embeddedFont>
      <p:font typeface="Barlow Semi Condensed Medium" panose="020B060402020202020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411BB9-72D4-41EB-B4C0-EC4F016FDF4C}">
  <a:tblStyle styleId="{0A411BB9-72D4-41EB-B4C0-EC4F016FDF4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g8714a43093_3_9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3" name="Google Shape;2153;g8714a43093_3_9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g86fa6133bc_4_211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5" name="Google Shape;2305;g86fa6133bc_4_211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3" name="Google Shape;2333;g8728718f4e_1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4" name="Google Shape;2334;g8728718f4e_1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86fa6133bc_4_215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86fa6133bc_4_215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1" name="Google Shape;2691;g8714a43093_1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2" name="Google Shape;2692;g8714a43093_1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Google Shape;2729;g8714a43093_3_6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0" name="Google Shape;2730;g8714a43093_3_6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g8714a43093_1_3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6" name="Google Shape;2736;g8714a43093_1_3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8714a43093_1_6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2" name="Google Shape;2972;g8714a43093_1_6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6" name="Google Shape;3006;g8714a43093_1_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7" name="Google Shape;3007;g8714a43093_1_8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Google Shape;3157;g8714a43093_3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8" name="Google Shape;3158;g8714a43093_3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2" name="Google Shape;3182;g8714a43093_5_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3" name="Google Shape;3183;g8714a43093_5_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g8714a43093_3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9" name="Google Shape;3189;g8714a43093_3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0" name="Google Shape;3210;g8714a43093_3_9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1" name="Google Shape;3211;g8714a43093_3_9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9" name="Google Shape;3459;g8728718f4e_1_1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0" name="Google Shape;3460;g8728718f4e_1_1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9" name="Google Shape;3489;g8728718f4e_1_1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0" name="Google Shape;3490;g8728718f4e_1_1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5" name="Google Shape;3495;g881d70bc06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6" name="Google Shape;3496;g881d70bc06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2" name="Google Shape;3602;g8714a43093_5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3" name="Google Shape;3603;g8714a43093_5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ies.freepik.com/" TargetMode="External"/><Relationship Id="rId4" Type="http://schemas.openxmlformats.org/officeDocument/2006/relationships/hyperlink" Target="https://www.freepik.com/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2132649" y="713253"/>
            <a:ext cx="4878702" cy="3717004"/>
            <a:chOff x="399425" y="238125"/>
            <a:chExt cx="6810025" cy="5187000"/>
          </a:xfrm>
        </p:grpSpPr>
        <p:sp>
          <p:nvSpPr>
            <p:cNvPr id="45" name="Google Shape;45;p3"/>
            <p:cNvSpPr/>
            <p:nvPr/>
          </p:nvSpPr>
          <p:spPr>
            <a:xfrm>
              <a:off x="399425" y="238325"/>
              <a:ext cx="6810025" cy="5186100"/>
            </a:xfrm>
            <a:custGeom>
              <a:avLst/>
              <a:gdLst/>
              <a:ahLst/>
              <a:cxnLst/>
              <a:rect l="l" t="t" r="r" b="b"/>
              <a:pathLst>
                <a:path w="272401" h="207444" extrusionOk="0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491875" y="238125"/>
              <a:ext cx="6575225" cy="5187000"/>
            </a:xfrm>
            <a:custGeom>
              <a:avLst/>
              <a:gdLst/>
              <a:ahLst/>
              <a:cxnLst/>
              <a:rect l="l" t="t" r="r" b="b"/>
              <a:pathLst>
                <a:path w="263009" h="207480" extrusionOk="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" name="Google Shape;47;p3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8" name="Google Shape;48;p3"/>
          <p:cNvSpPr txBox="1">
            <a:spLocks noGrp="1"/>
          </p:cNvSpPr>
          <p:nvPr>
            <p:ph type="title" idx="2" hasCustomPrompt="1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" name="Google Shape;49;p3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50" name="Google Shape;50;p3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51" name="Google Shape;51;p3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52" name="Google Shape;52;p3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53" name="Google Shape;53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9" name="Google Shape;59;p3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60" name="Google Shape;60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9" name="Google Shape;69;p3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70" name="Google Shape;70;p3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71" name="Google Shape;71;p3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" name="Google Shape;77;p3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78" name="Google Shape;78;p3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2" name="Google Shape;82;p3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83" name="Google Shape;83;p3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" name="Google Shape;87;p3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88" name="Google Shape;88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" name="Google Shape;91;p3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92" name="Google Shape;92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3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9" name="Google Shape;99;p3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00" name="Google Shape;100;p3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03" name="Google Shape;103;p3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5" name="Google Shape;105;p3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0" name="Google Shape;180;p5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5"/>
          <p:cNvSpPr txBox="1">
            <a:spLocks noGrp="1"/>
          </p:cNvSpPr>
          <p:nvPr>
            <p:ph type="title" idx="5" hasCustomPrompt="1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82" name="Google Shape;182;p5"/>
          <p:cNvSpPr txBox="1">
            <a:spLocks noGrp="1"/>
          </p:cNvSpPr>
          <p:nvPr>
            <p:ph type="title" idx="6" hasCustomPrompt="1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183" name="Google Shape;183;p5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84" name="Google Shape;184;p5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85" name="Google Shape;185;p5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86" name="Google Shape;186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" name="Google Shape;192;p5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93" name="Google Shape;193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7" name="Google Shape;197;p5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98" name="Google Shape;198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02" name="Google Shape;202;p5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03" name="Google Shape;203;p5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04" name="Google Shape;204;p5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0" name="Google Shape;210;p5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11" name="Google Shape;211;p5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5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5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5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5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16" name="Google Shape;216;p5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5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5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5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0" name="Google Shape;220;p5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21" name="Google Shape;221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4" name="Google Shape;224;p5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25" name="Google Shape;225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5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29" name="Google Shape;229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2" name="Google Shape;232;p5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33" name="Google Shape;233;p5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5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5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36" name="Google Shape;236;p5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7" name="Google Shape;237;p5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8" name="Google Shape;238;p5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5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5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5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7" name="Google Shape;367;p8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368" name="Google Shape;368;p8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8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3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71" name="Google Shape;371;p8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372" name="Google Shape;372;p8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8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8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5" name="Google Shape;375;p8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376" name="Google Shape;376;p8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377" name="Google Shape;377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3" name="Google Shape;383;p8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384" name="Google Shape;384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8" name="Google Shape;388;p8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389" name="Google Shape;389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93" name="Google Shape;393;p8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394" name="Google Shape;394;p8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8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8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8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00" name="Google Shape;400;p8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401" name="Google Shape;40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04" name="Google Shape;404;p8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5" name="Google Shape;405;p8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6" name="Google Shape;406;p8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07" name="Google Shape;407;p8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408" name="Google Shape;408;p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4" name="Google Shape;414;p8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415" name="Google Shape;415;p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8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8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8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24" name="Google Shape;424;p8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8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8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8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8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8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0" name="Google Shape;430;p8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431" name="Google Shape;431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4" name="Google Shape;434;p8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435" name="Google Shape;435;p8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8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8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6" name="Google Shape;546;p11"/>
          <p:cNvGrpSpPr/>
          <p:nvPr/>
        </p:nvGrpSpPr>
        <p:grpSpPr>
          <a:xfrm rot="10800000">
            <a:off x="1954823" y="1124844"/>
            <a:ext cx="5234354" cy="3069144"/>
            <a:chOff x="1098425" y="237675"/>
            <a:chExt cx="5358675" cy="5174750"/>
          </a:xfrm>
        </p:grpSpPr>
        <p:sp>
          <p:nvSpPr>
            <p:cNvPr id="547" name="Google Shape;547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1"/>
            <p:cNvSpPr/>
            <p:nvPr/>
          </p:nvSpPr>
          <p:spPr>
            <a:xfrm>
              <a:off x="1098425" y="237675"/>
              <a:ext cx="5358675" cy="5173850"/>
            </a:xfrm>
            <a:custGeom>
              <a:avLst/>
              <a:gdLst/>
              <a:ahLst/>
              <a:cxnLst/>
              <a:rect l="l" t="t" r="r" b="b"/>
              <a:pathLst>
                <a:path w="214347" h="206954" extrusionOk="0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1"/>
            <p:cNvSpPr/>
            <p:nvPr/>
          </p:nvSpPr>
          <p:spPr>
            <a:xfrm>
              <a:off x="1119425" y="238125"/>
              <a:ext cx="5331675" cy="5174300"/>
            </a:xfrm>
            <a:custGeom>
              <a:avLst/>
              <a:gdLst/>
              <a:ahLst/>
              <a:cxnLst/>
              <a:rect l="l" t="t" r="r" b="b"/>
              <a:pathLst>
                <a:path w="213267" h="206972" extrusionOk="0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0" name="Google Shape;550;p11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551" name="Google Shape;551;p11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11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11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11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55" name="Google Shape;555;p11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556" name="Google Shape;556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2" name="Google Shape;562;p11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563" name="Google Shape;563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7" name="Google Shape;567;p11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568" name="Google Shape;568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11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573" name="Google Shape;573;p11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1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1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1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1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1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1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580" name="Google Shape;58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83" name="Google Shape;583;p11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4" name="Google Shape;584;p11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5" name="Google Shape;585;p11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86" name="Google Shape;586;p11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587" name="Google Shape;587;p11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1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1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1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1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1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3" name="Google Shape;593;p11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594" name="Google Shape;594;p11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1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1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1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8" name="Google Shape;598;p11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599" name="Google Shape;599;p11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1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11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11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3" name="Google Shape;603;p11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1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1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1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1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1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9" name="Google Shape;609;p11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610" name="Google Shape;610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3" name="Google Shape;613;p11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614" name="Google Shape;614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7" name="Google Shape;617;p11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618" name="Google Shape;618;p1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1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1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" name="Google Shape;621;p11"/>
          <p:cNvSpPr txBox="1">
            <a:spLocks noGrp="1"/>
          </p:cNvSpPr>
          <p:nvPr>
            <p:ph type="title" hasCustomPrompt="1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2">
  <p:cSld name="CUSTOM_7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2" name="Google Shape;712;p16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3" name="Google Shape;713;p16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714" name="Google Shape;714;p16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15" name="Google Shape;715;p16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716" name="Google Shape;716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20" name="Google Shape;720;p16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721" name="Google Shape;721;p1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7" name="Google Shape;727;p16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16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29" name="Google Shape;729;p16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730" name="Google Shape;730;p1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1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6" name="Google Shape;736;p16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737" name="Google Shape;737;p1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1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1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1" name="Google Shape;741;p16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742" name="Google Shape;742;p16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16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16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16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6" name="Google Shape;746;p16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747" name="Google Shape;747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0" name="Google Shape;750;p16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751" name="Google Shape;751;p1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1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1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4" name="Google Shape;754;p16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5" name="Google Shape;755;p16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6" name="Google Shape;756;p16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57" name="Google Shape;757;p16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16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59" name="Google Shape;759;p16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 of text">
  <p:cSld name="CUSTOM_8">
    <p:spTree>
      <p:nvGrpSpPr>
        <p:cNvPr id="1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17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762" name="Google Shape;762;p17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3" name="Google Shape;763;p17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4" name="Google Shape;764;p17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5" name="Google Shape;765;p17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6" name="Google Shape;766;p17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7" name="Google Shape;767;p17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68" name="Google Shape;768;p17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69" name="Google Shape;769;p17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0" name="Google Shape;770;p17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1" name="Google Shape;771;p17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772" name="Google Shape;772;p17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773" name="Google Shape;773;p17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774" name="Google Shape;774;p17"/>
          <p:cNvCxnSpPr/>
          <p:nvPr/>
        </p:nvCxnSpPr>
        <p:spPr>
          <a:xfrm>
            <a:off x="2904283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5" name="Google Shape;775;p17"/>
          <p:cNvCxnSpPr/>
          <p:nvPr/>
        </p:nvCxnSpPr>
        <p:spPr>
          <a:xfrm rot="10800000" flipH="1">
            <a:off x="1562083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17"/>
          <p:cNvCxnSpPr/>
          <p:nvPr/>
        </p:nvCxnSpPr>
        <p:spPr>
          <a:xfrm>
            <a:off x="259558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7" name="Google Shape;777;p17"/>
          <p:cNvCxnSpPr/>
          <p:nvPr/>
        </p:nvCxnSpPr>
        <p:spPr>
          <a:xfrm>
            <a:off x="-6867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8" name="Google Shape;778;p17"/>
          <p:cNvGrpSpPr/>
          <p:nvPr/>
        </p:nvGrpSpPr>
        <p:grpSpPr>
          <a:xfrm flipH="1">
            <a:off x="1278333" y="4513075"/>
            <a:ext cx="581800" cy="582350"/>
            <a:chOff x="8064275" y="887850"/>
            <a:chExt cx="581800" cy="582350"/>
          </a:xfrm>
        </p:grpSpPr>
        <p:sp>
          <p:nvSpPr>
            <p:cNvPr id="779" name="Google Shape;779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85" name="Google Shape;785;p17"/>
          <p:cNvGrpSpPr/>
          <p:nvPr/>
        </p:nvGrpSpPr>
        <p:grpSpPr>
          <a:xfrm flipH="1">
            <a:off x="2747608" y="4340463"/>
            <a:ext cx="292025" cy="292575"/>
            <a:chOff x="7353050" y="316275"/>
            <a:chExt cx="292025" cy="292575"/>
          </a:xfrm>
        </p:grpSpPr>
        <p:sp>
          <p:nvSpPr>
            <p:cNvPr id="786" name="Google Shape;786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0" name="Google Shape;790;p17"/>
          <p:cNvGrpSpPr/>
          <p:nvPr/>
        </p:nvGrpSpPr>
        <p:grpSpPr>
          <a:xfrm flipH="1">
            <a:off x="171308" y="4315025"/>
            <a:ext cx="175000" cy="175000"/>
            <a:chOff x="8792300" y="321275"/>
            <a:chExt cx="175000" cy="175000"/>
          </a:xfrm>
        </p:grpSpPr>
        <p:sp>
          <p:nvSpPr>
            <p:cNvPr id="791" name="Google Shape;791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5" name="Google Shape;795;p17"/>
          <p:cNvGrpSpPr/>
          <p:nvPr/>
        </p:nvGrpSpPr>
        <p:grpSpPr>
          <a:xfrm>
            <a:off x="3873197" y="4657550"/>
            <a:ext cx="293111" cy="293388"/>
            <a:chOff x="3164039" y="430875"/>
            <a:chExt cx="293111" cy="293388"/>
          </a:xfrm>
        </p:grpSpPr>
        <p:sp>
          <p:nvSpPr>
            <p:cNvPr id="796" name="Google Shape;796;p1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02" name="Google Shape;802;p17"/>
          <p:cNvGrpSpPr/>
          <p:nvPr/>
        </p:nvGrpSpPr>
        <p:grpSpPr>
          <a:xfrm flipH="1">
            <a:off x="242270" y="4142425"/>
            <a:ext cx="175013" cy="27000"/>
            <a:chOff x="5662375" y="212375"/>
            <a:chExt cx="175013" cy="27000"/>
          </a:xfrm>
        </p:grpSpPr>
        <p:sp>
          <p:nvSpPr>
            <p:cNvPr id="803" name="Google Shape;80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06" name="Google Shape;806;p17"/>
          <p:cNvCxnSpPr/>
          <p:nvPr/>
        </p:nvCxnSpPr>
        <p:spPr>
          <a:xfrm rot="10800000">
            <a:off x="5995050" y="226600"/>
            <a:ext cx="1504500" cy="224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7" name="Google Shape;807;p17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8" name="Google Shape;808;p17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09" name="Google Shape;809;p17"/>
          <p:cNvGrpSpPr/>
          <p:nvPr/>
        </p:nvGrpSpPr>
        <p:grpSpPr>
          <a:xfrm>
            <a:off x="8064275" y="1040250"/>
            <a:ext cx="581800" cy="582350"/>
            <a:chOff x="8064275" y="887850"/>
            <a:chExt cx="581800" cy="582350"/>
          </a:xfrm>
        </p:grpSpPr>
        <p:sp>
          <p:nvSpPr>
            <p:cNvPr id="810" name="Google Shape;810;p1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6" name="Google Shape;816;p17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817" name="Google Shape;817;p1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1" name="Google Shape;821;p17"/>
          <p:cNvGrpSpPr/>
          <p:nvPr/>
        </p:nvGrpSpPr>
        <p:grpSpPr>
          <a:xfrm>
            <a:off x="8792300" y="321275"/>
            <a:ext cx="175000" cy="175000"/>
            <a:chOff x="8792300" y="321275"/>
            <a:chExt cx="175000" cy="175000"/>
          </a:xfrm>
        </p:grpSpPr>
        <p:sp>
          <p:nvSpPr>
            <p:cNvPr id="822" name="Google Shape;822;p1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1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1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1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6" name="Google Shape;826;p17"/>
          <p:cNvSpPr/>
          <p:nvPr/>
        </p:nvSpPr>
        <p:spPr>
          <a:xfrm>
            <a:off x="5829305" y="687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7"/>
          <p:cNvSpPr/>
          <p:nvPr/>
        </p:nvSpPr>
        <p:spPr>
          <a:xfrm>
            <a:off x="5827050" y="661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7"/>
          <p:cNvSpPr/>
          <p:nvPr/>
        </p:nvSpPr>
        <p:spPr>
          <a:xfrm>
            <a:off x="5865794" y="1052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7"/>
          <p:cNvSpPr/>
          <p:nvPr/>
        </p:nvSpPr>
        <p:spPr>
          <a:xfrm>
            <a:off x="5863552" y="1026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7"/>
          <p:cNvSpPr/>
          <p:nvPr/>
        </p:nvSpPr>
        <p:spPr>
          <a:xfrm>
            <a:off x="5905382" y="1447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7"/>
          <p:cNvSpPr/>
          <p:nvPr/>
        </p:nvSpPr>
        <p:spPr>
          <a:xfrm>
            <a:off x="5903140" y="1425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2" name="Google Shape;832;p17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833" name="Google Shape;833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6" name="Google Shape;836;p17"/>
          <p:cNvGrpSpPr/>
          <p:nvPr/>
        </p:nvGrpSpPr>
        <p:grpSpPr>
          <a:xfrm>
            <a:off x="8678350" y="1658000"/>
            <a:ext cx="175013" cy="27000"/>
            <a:chOff x="5662375" y="212375"/>
            <a:chExt cx="175013" cy="27000"/>
          </a:xfrm>
        </p:grpSpPr>
        <p:sp>
          <p:nvSpPr>
            <p:cNvPr id="837" name="Google Shape;837;p1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1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1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0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8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18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843" name="Google Shape;843;p18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18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5" name="Google Shape;845;p18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6" name="Google Shape;846;p18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847" name="Google Shape;847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1" name="Google Shape;851;p18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852" name="Google Shape;852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8" name="Google Shape;858;p18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859" name="Google Shape;859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62" name="Google Shape;862;p18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63" name="Google Shape;863;p18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864" name="Google Shape;86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0" name="Google Shape;870;p18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871" name="Google Shape;87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5" name="Google Shape;875;p18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876" name="Google Shape;876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879" name="Google Shape;879;p18"/>
          <p:cNvCxnSpPr/>
          <p:nvPr/>
        </p:nvCxnSpPr>
        <p:spPr>
          <a:xfrm flipH="1">
            <a:off x="5101704" y="4513075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0" name="Google Shape;880;p18"/>
          <p:cNvCxnSpPr/>
          <p:nvPr/>
        </p:nvCxnSpPr>
        <p:spPr>
          <a:xfrm rot="10800000">
            <a:off x="6234804" y="4492325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1" name="Google Shape;881;p18"/>
          <p:cNvCxnSpPr/>
          <p:nvPr/>
        </p:nvCxnSpPr>
        <p:spPr>
          <a:xfrm flipH="1">
            <a:off x="7547529" y="4408000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2" name="Google Shape;882;p18"/>
          <p:cNvCxnSpPr/>
          <p:nvPr/>
        </p:nvCxnSpPr>
        <p:spPr>
          <a:xfrm flipH="1">
            <a:off x="8872054" y="399355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83" name="Google Shape;883;p18"/>
          <p:cNvGrpSpPr/>
          <p:nvPr/>
        </p:nvGrpSpPr>
        <p:grpSpPr>
          <a:xfrm>
            <a:off x="7278954" y="4513075"/>
            <a:ext cx="581800" cy="582350"/>
            <a:chOff x="8064275" y="887850"/>
            <a:chExt cx="581800" cy="582350"/>
          </a:xfrm>
        </p:grpSpPr>
        <p:sp>
          <p:nvSpPr>
            <p:cNvPr id="884" name="Google Shape;884;p18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0" name="Google Shape;890;p18"/>
          <p:cNvGrpSpPr/>
          <p:nvPr/>
        </p:nvGrpSpPr>
        <p:grpSpPr>
          <a:xfrm>
            <a:off x="6099454" y="4340463"/>
            <a:ext cx="292025" cy="292575"/>
            <a:chOff x="7353050" y="316275"/>
            <a:chExt cx="292025" cy="292575"/>
          </a:xfrm>
        </p:grpSpPr>
        <p:sp>
          <p:nvSpPr>
            <p:cNvPr id="891" name="Google Shape;891;p18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5" name="Google Shape;895;p18"/>
          <p:cNvGrpSpPr/>
          <p:nvPr/>
        </p:nvGrpSpPr>
        <p:grpSpPr>
          <a:xfrm>
            <a:off x="8792779" y="4315025"/>
            <a:ext cx="175000" cy="175000"/>
            <a:chOff x="8792300" y="321275"/>
            <a:chExt cx="175000" cy="175000"/>
          </a:xfrm>
        </p:grpSpPr>
        <p:sp>
          <p:nvSpPr>
            <p:cNvPr id="896" name="Google Shape;896;p18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18"/>
          <p:cNvGrpSpPr/>
          <p:nvPr/>
        </p:nvGrpSpPr>
        <p:grpSpPr>
          <a:xfrm flipH="1">
            <a:off x="4972779" y="4657550"/>
            <a:ext cx="293111" cy="293388"/>
            <a:chOff x="3164039" y="430875"/>
            <a:chExt cx="293111" cy="293388"/>
          </a:xfrm>
        </p:grpSpPr>
        <p:sp>
          <p:nvSpPr>
            <p:cNvPr id="901" name="Google Shape;901;p18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8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8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8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8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18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7" name="Google Shape;907;p18"/>
          <p:cNvGrpSpPr/>
          <p:nvPr/>
        </p:nvGrpSpPr>
        <p:grpSpPr>
          <a:xfrm>
            <a:off x="8721804" y="4142425"/>
            <a:ext cx="175013" cy="27000"/>
            <a:chOff x="5662375" y="212375"/>
            <a:chExt cx="175013" cy="27000"/>
          </a:xfrm>
        </p:grpSpPr>
        <p:sp>
          <p:nvSpPr>
            <p:cNvPr id="908" name="Google Shape;908;p18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9"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9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>
            <a:endParaRPr/>
          </a:p>
        </p:txBody>
      </p:sp>
      <p:sp>
        <p:nvSpPr>
          <p:cNvPr id="913" name="Google Shape;913;p19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600"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14" name="Google Shape;914;p19"/>
          <p:cNvSpPr txBox="1"/>
          <p:nvPr/>
        </p:nvSpPr>
        <p:spPr>
          <a:xfrm>
            <a:off x="2489375" y="3664200"/>
            <a:ext cx="41616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CREDITS: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This presentation template was created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including icons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, infographics &amp; images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and illustrations by </a:t>
            </a:r>
            <a:r>
              <a:rPr lang="en" sz="1100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Stories</a:t>
            </a:r>
            <a:endParaRPr>
              <a:solidFill>
                <a:schemeClr val="dk2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cxnSp>
        <p:nvCxnSpPr>
          <p:cNvPr id="915" name="Google Shape;915;p19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6" name="Google Shape;916;p19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7" name="Google Shape;917;p19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8" name="Google Shape;918;p19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19" name="Google Shape;919;p19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20" name="Google Shape;920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6" name="Google Shape;926;p19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927" name="Google Shape;927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19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932" name="Google Shape;932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6" name="Google Shape;936;p19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937" name="Google Shape;937;p19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9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9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9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9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9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19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944" name="Google Shape;94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947" name="Google Shape;947;p19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8" name="Google Shape;948;p19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9" name="Google Shape;949;p19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50" name="Google Shape;950;p19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951" name="Google Shape;951;p1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7" name="Google Shape;957;p19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958" name="Google Shape;958;p1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2" name="Google Shape;962;p19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963" name="Google Shape;963;p1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7" name="Google Shape;967;p19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9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9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0" name="Google Shape;970;p19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1" name="Google Shape;971;p19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9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73" name="Google Shape;973;p19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974" name="Google Shape;974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7" name="Google Shape;977;p19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978" name="Google Shape;978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1" name="Google Shape;981;p19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982" name="Google Shape;982;p1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3">
  <p:cSld name="CUSTOM_13">
    <p:spTree>
      <p:nvGrpSpPr>
        <p:cNvPr id="1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21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grpSp>
        <p:nvGrpSpPr>
          <p:cNvPr id="1064" name="Google Shape;1064;p21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065" name="Google Shape;1065;p21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6" name="Google Shape;1066;p21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67" name="Google Shape;1067;p21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068" name="Google Shape;1068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2" name="Google Shape;1072;p21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073" name="Google Shape;1073;p2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77" name="Google Shape;1077;p21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078" name="Google Shape;1078;p2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084" name="Google Shape;1084;p21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5" name="Google Shape;1085;p21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6" name="Google Shape;1086;p21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7" name="Google Shape;1087;p21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088" name="Google Shape;1088;p21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089" name="Google Shape;1089;p21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 4">
  <p:cSld name="CUSTOM_14"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91" name="Google Shape;1091;p22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2" name="Google Shape;1092;p22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093" name="Google Shape;1093;p22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94" name="Google Shape;1094;p22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095" name="Google Shape;1095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9" name="Google Shape;1099;p22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00" name="Google Shape;1100;p22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22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22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22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22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22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06" name="Google Shape;1106;p22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7" name="Google Shape;1107;p22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08" name="Google Shape;1108;p22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09" name="Google Shape;1109;p2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2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2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2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2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2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5" name="Google Shape;1115;p22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16" name="Google Shape;1116;p2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2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2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2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22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21" name="Google Shape;1121;p22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22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22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22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5" name="Google Shape;1125;p2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26" name="Google Shape;1126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9" name="Google Shape;1129;p22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30" name="Google Shape;1130;p2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2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2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3" name="Google Shape;1133;p22"/>
          <p:cNvSpPr txBox="1">
            <a:spLocks noGrp="1"/>
          </p:cNvSpPr>
          <p:nvPr>
            <p:ph type="subTitle" idx="1"/>
          </p:nvPr>
        </p:nvSpPr>
        <p:spPr>
          <a:xfrm>
            <a:off x="5641848" y="2743200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4" name="Google Shape;1134;p22"/>
          <p:cNvSpPr txBox="1">
            <a:spLocks noGrp="1"/>
          </p:cNvSpPr>
          <p:nvPr>
            <p:ph type="subTitle" idx="2"/>
          </p:nvPr>
        </p:nvSpPr>
        <p:spPr>
          <a:xfrm>
            <a:off x="3639312" y="1636776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5" name="Google Shape;1135;p22"/>
          <p:cNvSpPr txBox="1">
            <a:spLocks noGrp="1"/>
          </p:cNvSpPr>
          <p:nvPr>
            <p:ph type="subTitle" idx="3"/>
          </p:nvPr>
        </p:nvSpPr>
        <p:spPr>
          <a:xfrm>
            <a:off x="1636776" y="2249424"/>
            <a:ext cx="1865400" cy="40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1136" name="Google Shape;1136;p22"/>
          <p:cNvSpPr txBox="1">
            <a:spLocks noGrp="1"/>
          </p:cNvSpPr>
          <p:nvPr>
            <p:ph type="subTitle" idx="4"/>
          </p:nvPr>
        </p:nvSpPr>
        <p:spPr>
          <a:xfrm>
            <a:off x="5641848" y="3081528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7" name="Google Shape;1137;p22"/>
          <p:cNvSpPr txBox="1">
            <a:spLocks noGrp="1"/>
          </p:cNvSpPr>
          <p:nvPr>
            <p:ph type="subTitle" idx="5"/>
          </p:nvPr>
        </p:nvSpPr>
        <p:spPr>
          <a:xfrm>
            <a:off x="3639312" y="1975104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1138" name="Google Shape;1138;p22"/>
          <p:cNvSpPr txBox="1">
            <a:spLocks noGrp="1"/>
          </p:cNvSpPr>
          <p:nvPr>
            <p:ph type="subTitle" idx="6"/>
          </p:nvPr>
        </p:nvSpPr>
        <p:spPr>
          <a:xfrm>
            <a:off x="1636776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22">
    <p:spTree>
      <p:nvGrpSpPr>
        <p:cNvPr id="1" name="Shape 1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7" name="Google Shape;1547;p31"/>
          <p:cNvGrpSpPr/>
          <p:nvPr/>
        </p:nvGrpSpPr>
        <p:grpSpPr>
          <a:xfrm>
            <a:off x="1349626" y="598417"/>
            <a:ext cx="6453730" cy="3631136"/>
            <a:chOff x="365750" y="1285025"/>
            <a:chExt cx="6934275" cy="3315500"/>
          </a:xfrm>
        </p:grpSpPr>
        <p:sp>
          <p:nvSpPr>
            <p:cNvPr id="1548" name="Google Shape;1548;p31"/>
            <p:cNvSpPr/>
            <p:nvPr/>
          </p:nvSpPr>
          <p:spPr>
            <a:xfrm>
              <a:off x="365750" y="1285025"/>
              <a:ext cx="6934275" cy="3315500"/>
            </a:xfrm>
            <a:custGeom>
              <a:avLst/>
              <a:gdLst/>
              <a:ahLst/>
              <a:cxnLst/>
              <a:rect l="l" t="t" r="r" b="b"/>
              <a:pathLst>
                <a:path w="277371" h="132620" extrusionOk="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31"/>
            <p:cNvSpPr/>
            <p:nvPr/>
          </p:nvSpPr>
          <p:spPr>
            <a:xfrm>
              <a:off x="417100" y="1285575"/>
              <a:ext cx="6842700" cy="3314500"/>
            </a:xfrm>
            <a:custGeom>
              <a:avLst/>
              <a:gdLst/>
              <a:ahLst/>
              <a:cxnLst/>
              <a:rect l="l" t="t" r="r" b="b"/>
              <a:pathLst>
                <a:path w="273708" h="132580" extrusionOk="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0" name="Google Shape;1550;p31"/>
          <p:cNvSpPr txBox="1">
            <a:spLocks noGrp="1"/>
          </p:cNvSpPr>
          <p:nvPr>
            <p:ph type="title"/>
          </p:nvPr>
        </p:nvSpPr>
        <p:spPr>
          <a:xfrm>
            <a:off x="2624328" y="1018528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1551" name="Google Shape;1551;p31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552" name="Google Shape;1552;p31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3" name="Google Shape;1553;p31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4" name="Google Shape;1554;p31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5" name="Google Shape;1555;p31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56" name="Google Shape;1556;p31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557" name="Google Shape;1557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Google Shape;1558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Google Shape;1559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Google Shape;1560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Google Shape;1561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Google Shape;1562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3" name="Google Shape;1563;p31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564" name="Google Shape;1564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Google Shape;1565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Google Shape;1566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Google Shape;1567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8" name="Google Shape;1568;p31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569" name="Google Shape;1569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Google Shape;1570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Google Shape;1571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Google Shape;1572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3" name="Google Shape;1573;p31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74" name="Google Shape;1574;p31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Google Shape;1575;p31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Google Shape;1576;p31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Google Shape;1577;p31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Google Shape;1578;p31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Google Shape;1579;p31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80" name="Google Shape;1580;p31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81" name="Google Shape;158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Google Shape;158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Google Shape;158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4" name="Google Shape;1584;p31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5" name="Google Shape;1585;p31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6" name="Google Shape;1586;p31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87" name="Google Shape;1587;p31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88" name="Google Shape;1588;p31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9" name="Google Shape;1589;p31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0" name="Google Shape;1590;p31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1" name="Google Shape;1591;p31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2" name="Google Shape;1592;p31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3" name="Google Shape;1593;p31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4" name="Google Shape;1594;p31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95" name="Google Shape;1595;p31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6" name="Google Shape;1596;p31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7" name="Google Shape;1597;p31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8" name="Google Shape;1598;p31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9" name="Google Shape;1599;p31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600" name="Google Shape;1600;p31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1" name="Google Shape;1601;p31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31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31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04" name="Google Shape;1604;p31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31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31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607;p31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608;p31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609;p31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0" name="Google Shape;1610;p31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611" name="Google Shape;1611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Google Shape;1612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4" name="Google Shape;1614;p31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615" name="Google Shape;1615;p31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31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31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18" name="Google Shape;1618;p31"/>
          <p:cNvSpPr txBox="1">
            <a:spLocks noGrp="1"/>
          </p:cNvSpPr>
          <p:nvPr>
            <p:ph type="subTitle" idx="1"/>
          </p:nvPr>
        </p:nvSpPr>
        <p:spPr>
          <a:xfrm>
            <a:off x="3639300" y="2596896"/>
            <a:ext cx="18654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7" Type="http://schemas.openxmlformats.org/officeDocument/2006/relationships/hyperlink" Target="https://stories.freepik.com/bro/?utm_source=slidesgo_template&amp;utm_medium=referral-link&amp;utm_campaign=sg_resources&amp;utm_content=stories#77c6fc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2.xml"/><Relationship Id="rId6" Type="http://schemas.openxmlformats.org/officeDocument/2006/relationships/slide" Target="slide28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BqcyjkIiJBqlCaDbLT11PKpCvkuHRg8Nuyg-PaR-rA/cop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BqcyjkIiJBqlCaDbLT11PKpCvkuHRg8Nuyg-PaR-rA/cop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8BqcyjkIiJBqlCaDbLT11PKpCvkuHRg8Nuyg-PaR-rA/co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303210" y="959719"/>
            <a:ext cx="5343540" cy="4183680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Technology Consulting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Here is where your</a:t>
            </a: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accent1"/>
                </a:solidFill>
              </a:rPr>
              <a:t>presentation begins</a:t>
            </a: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>
              <a:solidFill>
                <a:schemeClr val="accen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23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1891" name="Google Shape;1891;p36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Here’s what you’ll find in this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template: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160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 slide structure based on a </a:t>
            </a:r>
            <a:r>
              <a:rPr lang="en"/>
              <a:t>c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onsulting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ales </a:t>
            </a:r>
            <a:r>
              <a:rPr lang="en"/>
              <a:t>p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itch, which you can easily adapt to your needs. For more info on how to edit the template, please visit</a:t>
            </a:r>
            <a:r>
              <a:rPr lang="en">
                <a:solidFill>
                  <a:srgbClr val="30394B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 School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or read our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FAQs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</a:t>
            </a:r>
            <a:endParaRPr>
              <a:solidFill>
                <a:srgbClr val="30394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An assortment of illustrations that are suitable for use in the presentation can be found in the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alternative resources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thanks</a:t>
            </a:r>
            <a:r>
              <a:rPr lang="en">
                <a:solidFill>
                  <a:srgbClr val="FF0000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slide, which you must keep so that proper credits for our design are given.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resources</a:t>
            </a:r>
            <a:r>
              <a:rPr lang="en">
                <a:solidFill>
                  <a:srgbClr val="FF0000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slide, where you’ll find links to all the elements used in the template.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30394B"/>
              </a:buClr>
              <a:buSzPts val="1200"/>
              <a:buAutoNum type="arabicPeriod"/>
            </a:pP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Instructions for use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.</a:t>
            </a:r>
            <a:endParaRPr>
              <a:solidFill>
                <a:srgbClr val="30394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Final slides with: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</a:t>
            </a:r>
            <a:r>
              <a:rPr lang="en">
                <a:solidFill>
                  <a:srgbClr val="30394B"/>
                </a:solidFill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fonts and colors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used in the template.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 selection of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illustrations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. You can also customize and animate them as you wish with the online editor. Visit </a:t>
            </a:r>
            <a:r>
              <a:rPr lang="en"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rId7"/>
              </a:rPr>
              <a:t>Stories by Freepik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to find more.</a:t>
            </a:r>
            <a:r>
              <a:rPr lang="en">
                <a:solidFill>
                  <a:srgbClr val="30394B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endParaRPr>
              <a:solidFill>
                <a:srgbClr val="30394B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More</a:t>
            </a:r>
            <a:r>
              <a:rPr lang="en">
                <a:uFill>
                  <a:noFill/>
                </a:uFill>
                <a:latin typeface="Barlow Semi Condensed"/>
                <a:ea typeface="Barlow Semi Condensed"/>
                <a:cs typeface="Barlow Semi Condensed"/>
                <a:sym typeface="Barlow Semi Condensed"/>
                <a:hlinkClick r:id="" action="ppaction://noaction"/>
              </a:rPr>
              <a:t>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infographic resources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, whose size and color can be edited.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914400" lvl="0" indent="-3048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Sets of </a:t>
            </a:r>
            <a:r>
              <a:rPr lang="en">
                <a:solidFill>
                  <a:schemeClr val="accent1"/>
                </a:solidFill>
                <a:uFill>
                  <a:noFill/>
                </a:u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customizable icons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of the following themes: general, business, avatar, creative process, education, help &amp; support, medical, nature, performing arts, SEO &amp; marketing, and teamwork.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You can delete this slide when you’re done editing the presentation.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/>
          <p:cNvGrpSpPr/>
          <p:nvPr/>
        </p:nvGrpSpPr>
        <p:grpSpPr>
          <a:xfrm>
            <a:off x="3994598" y="1510458"/>
            <a:ext cx="4430405" cy="3106404"/>
            <a:chOff x="862950" y="825025"/>
            <a:chExt cx="5862650" cy="4111175"/>
          </a:xfrm>
        </p:grpSpPr>
        <p:sp>
          <p:nvSpPr>
            <p:cNvPr id="1897" name="Google Shape;1897;p37"/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/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/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/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/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/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/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/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/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/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/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/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/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/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/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/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/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/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/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/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/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/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/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/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/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/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/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/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/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/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/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/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/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/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/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/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/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/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/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/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/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/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/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/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/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/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/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/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/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/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/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/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/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/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/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/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/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/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/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/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/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/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/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/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/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/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/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/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/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/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/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/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/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/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/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/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/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/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/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/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/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/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/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/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/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/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/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/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/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/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/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/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/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/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/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/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/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/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/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/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/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/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/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/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/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/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/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/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/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/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/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/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/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/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/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/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/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/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/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/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/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/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/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/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/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/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/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/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/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/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/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/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/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/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/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/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/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/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/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/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/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/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/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/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/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/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/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/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/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/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/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/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/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/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/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/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/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/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/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/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/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/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/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/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/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/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/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/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/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/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/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/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/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/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/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/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/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/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/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/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/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/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/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/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/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/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/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/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/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/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/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/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/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/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/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/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/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/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/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/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/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/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/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/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/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/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/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/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06" name="Google Shape;2106;p37"/>
          <p:cNvGrpSpPr/>
          <p:nvPr/>
        </p:nvGrpSpPr>
        <p:grpSpPr>
          <a:xfrm>
            <a:off x="731647" y="573573"/>
            <a:ext cx="635100" cy="734640"/>
            <a:chOff x="731647" y="573573"/>
            <a:chExt cx="635100" cy="734640"/>
          </a:xfrm>
        </p:grpSpPr>
        <p:grpSp>
          <p:nvGrpSpPr>
            <p:cNvPr id="2107" name="Google Shape;2107;p37"/>
            <p:cNvGrpSpPr/>
            <p:nvPr/>
          </p:nvGrpSpPr>
          <p:grpSpPr>
            <a:xfrm>
              <a:off x="731647" y="573573"/>
              <a:ext cx="635100" cy="635100"/>
              <a:chOff x="917231" y="750460"/>
              <a:chExt cx="635100" cy="635100"/>
            </a:xfrm>
          </p:grpSpPr>
          <p:sp>
            <p:nvSpPr>
              <p:cNvPr id="2108" name="Google Shape;2108;p37"/>
              <p:cNvSpPr/>
              <p:nvPr/>
            </p:nvSpPr>
            <p:spPr>
              <a:xfrm>
                <a:off x="917231" y="750460"/>
                <a:ext cx="635100" cy="63510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37"/>
              <p:cNvSpPr/>
              <p:nvPr/>
            </p:nvSpPr>
            <p:spPr>
              <a:xfrm>
                <a:off x="1001943" y="835185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0" name="Google Shape;2110;p37"/>
            <p:cNvGrpSpPr/>
            <p:nvPr/>
          </p:nvGrpSpPr>
          <p:grpSpPr>
            <a:xfrm>
              <a:off x="961679" y="1281213"/>
              <a:ext cx="175013" cy="27000"/>
              <a:chOff x="5662375" y="212375"/>
              <a:chExt cx="175013" cy="27000"/>
            </a:xfrm>
          </p:grpSpPr>
          <p:sp>
            <p:nvSpPr>
              <p:cNvPr id="2111" name="Google Shape;2111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2" name="Google Shape;2112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13" name="Google Shape;2113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14" name="Google Shape;2114;p37"/>
          <p:cNvGrpSpPr/>
          <p:nvPr/>
        </p:nvGrpSpPr>
        <p:grpSpPr>
          <a:xfrm>
            <a:off x="731647" y="1650460"/>
            <a:ext cx="635100" cy="733490"/>
            <a:chOff x="731647" y="1650460"/>
            <a:chExt cx="635100" cy="733490"/>
          </a:xfrm>
        </p:grpSpPr>
        <p:grpSp>
          <p:nvGrpSpPr>
            <p:cNvPr id="2115" name="Google Shape;2115;p37"/>
            <p:cNvGrpSpPr/>
            <p:nvPr/>
          </p:nvGrpSpPr>
          <p:grpSpPr>
            <a:xfrm>
              <a:off x="731647" y="1650460"/>
              <a:ext cx="635100" cy="635100"/>
              <a:chOff x="917231" y="1827973"/>
              <a:chExt cx="635100" cy="635100"/>
            </a:xfrm>
          </p:grpSpPr>
          <p:sp>
            <p:nvSpPr>
              <p:cNvPr id="2116" name="Google Shape;2116;p37"/>
              <p:cNvSpPr/>
              <p:nvPr/>
            </p:nvSpPr>
            <p:spPr>
              <a:xfrm>
                <a:off x="917231" y="1827973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37"/>
              <p:cNvSpPr/>
              <p:nvPr/>
            </p:nvSpPr>
            <p:spPr>
              <a:xfrm>
                <a:off x="1001931" y="1912710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18" name="Google Shape;2118;p37"/>
            <p:cNvGrpSpPr/>
            <p:nvPr/>
          </p:nvGrpSpPr>
          <p:grpSpPr>
            <a:xfrm>
              <a:off x="961679" y="2356951"/>
              <a:ext cx="175013" cy="27000"/>
              <a:chOff x="5662375" y="212375"/>
              <a:chExt cx="175013" cy="27000"/>
            </a:xfrm>
          </p:grpSpPr>
          <p:sp>
            <p:nvSpPr>
              <p:cNvPr id="2119" name="Google Shape;2119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0" name="Google Shape;2120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1" name="Google Shape;2121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22" name="Google Shape;2122;p37"/>
          <p:cNvGrpSpPr/>
          <p:nvPr/>
        </p:nvGrpSpPr>
        <p:grpSpPr>
          <a:xfrm>
            <a:off x="731647" y="2728277"/>
            <a:ext cx="635100" cy="734984"/>
            <a:chOff x="731647" y="2728277"/>
            <a:chExt cx="635100" cy="734984"/>
          </a:xfrm>
        </p:grpSpPr>
        <p:grpSp>
          <p:nvGrpSpPr>
            <p:cNvPr id="2123" name="Google Shape;2123;p37"/>
            <p:cNvGrpSpPr/>
            <p:nvPr/>
          </p:nvGrpSpPr>
          <p:grpSpPr>
            <a:xfrm>
              <a:off x="731647" y="2728277"/>
              <a:ext cx="635100" cy="635100"/>
              <a:chOff x="917231" y="2905502"/>
              <a:chExt cx="635100" cy="635100"/>
            </a:xfrm>
          </p:grpSpPr>
          <p:sp>
            <p:nvSpPr>
              <p:cNvPr id="2124" name="Google Shape;2124;p37"/>
              <p:cNvSpPr/>
              <p:nvPr/>
            </p:nvSpPr>
            <p:spPr>
              <a:xfrm>
                <a:off x="917231" y="2905502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37"/>
              <p:cNvSpPr/>
              <p:nvPr/>
            </p:nvSpPr>
            <p:spPr>
              <a:xfrm>
                <a:off x="1001931" y="2990252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26" name="Google Shape;2126;p37"/>
            <p:cNvGrpSpPr/>
            <p:nvPr/>
          </p:nvGrpSpPr>
          <p:grpSpPr>
            <a:xfrm>
              <a:off x="961679" y="3436260"/>
              <a:ext cx="175013" cy="27000"/>
              <a:chOff x="5662375" y="212375"/>
              <a:chExt cx="175013" cy="27000"/>
            </a:xfrm>
          </p:grpSpPr>
          <p:sp>
            <p:nvSpPr>
              <p:cNvPr id="2127" name="Google Shape;2127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8" name="Google Shape;2128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29" name="Google Shape;2129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grpSp>
        <p:nvGrpSpPr>
          <p:cNvPr id="2130" name="Google Shape;2130;p37"/>
          <p:cNvGrpSpPr/>
          <p:nvPr/>
        </p:nvGrpSpPr>
        <p:grpSpPr>
          <a:xfrm>
            <a:off x="731647" y="3806675"/>
            <a:ext cx="635100" cy="734704"/>
            <a:chOff x="731647" y="3806675"/>
            <a:chExt cx="635100" cy="734704"/>
          </a:xfrm>
        </p:grpSpPr>
        <p:grpSp>
          <p:nvGrpSpPr>
            <p:cNvPr id="2131" name="Google Shape;2131;p37"/>
            <p:cNvGrpSpPr/>
            <p:nvPr/>
          </p:nvGrpSpPr>
          <p:grpSpPr>
            <a:xfrm>
              <a:off x="731647" y="3806675"/>
              <a:ext cx="635100" cy="635100"/>
              <a:chOff x="917231" y="3983097"/>
              <a:chExt cx="635100" cy="635100"/>
            </a:xfrm>
          </p:grpSpPr>
          <p:sp>
            <p:nvSpPr>
              <p:cNvPr id="2132" name="Google Shape;2132;p37"/>
              <p:cNvSpPr/>
              <p:nvPr/>
            </p:nvSpPr>
            <p:spPr>
              <a:xfrm>
                <a:off x="917231" y="3983097"/>
                <a:ext cx="635100" cy="635100"/>
              </a:xfrm>
              <a:prstGeom prst="ellipse">
                <a:avLst/>
              </a:pr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37"/>
              <p:cNvSpPr/>
              <p:nvPr/>
            </p:nvSpPr>
            <p:spPr>
              <a:xfrm>
                <a:off x="1001931" y="4067797"/>
                <a:ext cx="465600" cy="4656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34" name="Google Shape;2134;p37"/>
            <p:cNvGrpSpPr/>
            <p:nvPr/>
          </p:nvGrpSpPr>
          <p:grpSpPr>
            <a:xfrm>
              <a:off x="961679" y="4514379"/>
              <a:ext cx="175013" cy="27000"/>
              <a:chOff x="5662375" y="212375"/>
              <a:chExt cx="175013" cy="27000"/>
            </a:xfrm>
          </p:grpSpPr>
          <p:sp>
            <p:nvSpPr>
              <p:cNvPr id="2135" name="Google Shape;2135;p37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6" name="Google Shape;2136;p37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  <p:sp>
            <p:nvSpPr>
              <p:cNvPr id="2137" name="Google Shape;2137;p37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595959"/>
                  </a:solidFill>
                </a:endParaRPr>
              </a:p>
            </p:txBody>
          </p:sp>
        </p:grpSp>
      </p:grpSp>
      <p:sp>
        <p:nvSpPr>
          <p:cNvPr id="2138" name="Google Shape;2138;p37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139" name="Google Shape;2139;p37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ou could describe the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topic of the section here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140" name="Google Shape;2140;p37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Problem &amp; Solution</a:t>
            </a:r>
            <a:endParaRPr/>
          </a:p>
        </p:txBody>
      </p:sp>
      <p:sp>
        <p:nvSpPr>
          <p:cNvPr id="2141" name="Google Shape;2141;p37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Market Analysis and Target</a:t>
            </a:r>
            <a:endParaRPr/>
          </a:p>
        </p:txBody>
      </p:sp>
      <p:sp>
        <p:nvSpPr>
          <p:cNvPr id="2142" name="Google Shape;2142;p37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could describe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topic of the section here</a:t>
            </a:r>
            <a:endParaRPr/>
          </a:p>
        </p:txBody>
      </p:sp>
      <p:sp>
        <p:nvSpPr>
          <p:cNvPr id="2143" name="Google Shape;2143;p37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Our Process</a:t>
            </a:r>
            <a:endParaRPr/>
          </a:p>
        </p:txBody>
      </p:sp>
      <p:sp>
        <p:nvSpPr>
          <p:cNvPr id="2144" name="Google Shape;2144;p37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could describe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topic of the section here</a:t>
            </a:r>
            <a:endParaRPr/>
          </a:p>
        </p:txBody>
      </p:sp>
      <p:sp>
        <p:nvSpPr>
          <p:cNvPr id="2145" name="Google Shape;2145;p37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Our Consultants</a:t>
            </a:r>
            <a:endParaRPr/>
          </a:p>
        </p:txBody>
      </p:sp>
      <p:sp>
        <p:nvSpPr>
          <p:cNvPr id="2146" name="Google Shape;2146;p37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could describe the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topic of the section here</a:t>
            </a:r>
            <a:endParaRPr/>
          </a:p>
        </p:txBody>
      </p:sp>
      <p:sp>
        <p:nvSpPr>
          <p:cNvPr id="2147" name="Google Shape;2147;p37"/>
          <p:cNvSpPr txBox="1">
            <a:spLocks noGrp="1"/>
          </p:cNvSpPr>
          <p:nvPr>
            <p:ph type="title" idx="9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48" name="Google Shape;2148;p37"/>
          <p:cNvSpPr txBox="1">
            <a:spLocks noGrp="1"/>
          </p:cNvSpPr>
          <p:nvPr>
            <p:ph type="title" idx="13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9" name="Google Shape;2149;p37"/>
          <p:cNvSpPr txBox="1">
            <a:spLocks noGrp="1"/>
          </p:cNvSpPr>
          <p:nvPr>
            <p:ph type="title" idx="14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50" name="Google Shape;2150;p37"/>
          <p:cNvSpPr txBox="1">
            <a:spLocks noGrp="1"/>
          </p:cNvSpPr>
          <p:nvPr>
            <p:ph type="title" idx="15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5" name="Google Shape;2155;p38"/>
          <p:cNvSpPr txBox="1">
            <a:spLocks noGrp="1"/>
          </p:cNvSpPr>
          <p:nvPr>
            <p:ph type="title"/>
          </p:nvPr>
        </p:nvSpPr>
        <p:spPr>
          <a:xfrm>
            <a:off x="2971800" y="2231136"/>
            <a:ext cx="3200400" cy="80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Company</a:t>
            </a:r>
            <a:endParaRPr sz="4700"/>
          </a:p>
        </p:txBody>
      </p:sp>
      <p:sp>
        <p:nvSpPr>
          <p:cNvPr id="2156" name="Google Shape;2156;p38"/>
          <p:cNvSpPr txBox="1">
            <a:spLocks noGrp="1"/>
          </p:cNvSpPr>
          <p:nvPr>
            <p:ph type="title" idx="2"/>
          </p:nvPr>
        </p:nvSpPr>
        <p:spPr>
          <a:xfrm>
            <a:off x="2971800" y="1161288"/>
            <a:ext cx="2967600" cy="106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57" name="Google Shape;2157;p38"/>
          <p:cNvSpPr txBox="1">
            <a:spLocks noGrp="1"/>
          </p:cNvSpPr>
          <p:nvPr>
            <p:ph type="subTitle" idx="1"/>
          </p:nvPr>
        </p:nvSpPr>
        <p:spPr>
          <a:xfrm>
            <a:off x="2973225" y="2999232"/>
            <a:ext cx="32004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a subtitle here if you need it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39"/>
          <p:cNvGrpSpPr/>
          <p:nvPr/>
        </p:nvGrpSpPr>
        <p:grpSpPr>
          <a:xfrm>
            <a:off x="3732436" y="526916"/>
            <a:ext cx="1679127" cy="1679127"/>
            <a:chOff x="3614228" y="234880"/>
            <a:chExt cx="1915500" cy="1915500"/>
          </a:xfrm>
        </p:grpSpPr>
        <p:sp>
          <p:nvSpPr>
            <p:cNvPr id="2163" name="Google Shape;2163;p39"/>
            <p:cNvSpPr/>
            <p:nvPr/>
          </p:nvSpPr>
          <p:spPr>
            <a:xfrm>
              <a:off x="3614228" y="234880"/>
              <a:ext cx="1915500" cy="19155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9"/>
            <p:cNvSpPr/>
            <p:nvPr/>
          </p:nvSpPr>
          <p:spPr>
            <a:xfrm>
              <a:off x="3869711" y="490401"/>
              <a:ext cx="1404000" cy="14040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5" name="Google Shape;2165;p39"/>
          <p:cNvSpPr txBox="1"/>
          <p:nvPr/>
        </p:nvSpPr>
        <p:spPr>
          <a:xfrm>
            <a:off x="4039175" y="1473608"/>
            <a:ext cx="1065600" cy="3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Abel"/>
                <a:ea typeface="Abel"/>
                <a:cs typeface="Abel"/>
                <a:sym typeface="Abel"/>
              </a:rPr>
              <a:t>Your logo</a:t>
            </a:r>
            <a:endParaRPr>
              <a:solidFill>
                <a:schemeClr val="dk2"/>
              </a:solidFill>
              <a:latin typeface="Abel"/>
              <a:ea typeface="Abel"/>
              <a:cs typeface="Abel"/>
              <a:sym typeface="Abel"/>
            </a:endParaRPr>
          </a:p>
        </p:txBody>
      </p:sp>
      <p:grpSp>
        <p:nvGrpSpPr>
          <p:cNvPr id="2166" name="Google Shape;2166;p39"/>
          <p:cNvGrpSpPr/>
          <p:nvPr/>
        </p:nvGrpSpPr>
        <p:grpSpPr>
          <a:xfrm>
            <a:off x="4276542" y="950661"/>
            <a:ext cx="591455" cy="590639"/>
            <a:chOff x="1190625" y="238125"/>
            <a:chExt cx="5238750" cy="5231525"/>
          </a:xfrm>
        </p:grpSpPr>
        <p:sp>
          <p:nvSpPr>
            <p:cNvPr id="2167" name="Google Shape;2167;p39"/>
            <p:cNvSpPr/>
            <p:nvPr/>
          </p:nvSpPr>
          <p:spPr>
            <a:xfrm>
              <a:off x="1190625" y="259325"/>
              <a:ext cx="5238750" cy="5210325"/>
            </a:xfrm>
            <a:custGeom>
              <a:avLst/>
              <a:gdLst/>
              <a:ahLst/>
              <a:cxnLst/>
              <a:rect l="l" t="t" r="r" b="b"/>
              <a:pathLst>
                <a:path w="209550" h="208413" extrusionOk="0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>
              <a:off x="4202861" y="1284806"/>
              <a:ext cx="1389300" cy="1389300"/>
            </a:xfrm>
            <a:custGeom>
              <a:avLst/>
              <a:gdLst/>
              <a:ahLst/>
              <a:cxnLst/>
              <a:rect l="l" t="t" r="r" b="b"/>
              <a:pathLst>
                <a:path w="55572" h="55572" extrusionOk="0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>
              <a:off x="3730400" y="4080350"/>
              <a:ext cx="173675" cy="260500"/>
            </a:xfrm>
            <a:custGeom>
              <a:avLst/>
              <a:gdLst/>
              <a:ahLst/>
              <a:cxnLst/>
              <a:rect l="l" t="t" r="r" b="b"/>
              <a:pathLst>
                <a:path w="6947" h="10420" extrusionOk="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>
              <a:off x="2430350" y="1227000"/>
              <a:ext cx="1473725" cy="2679700"/>
            </a:xfrm>
            <a:custGeom>
              <a:avLst/>
              <a:gdLst/>
              <a:ahLst/>
              <a:cxnLst/>
              <a:rect l="l" t="t" r="r" b="b"/>
              <a:pathLst>
                <a:path w="58949" h="107188" extrusionOk="0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>
              <a:off x="5467000" y="3472525"/>
              <a:ext cx="607825" cy="173700"/>
            </a:xfrm>
            <a:custGeom>
              <a:avLst/>
              <a:gdLst/>
              <a:ahLst/>
              <a:cxnLst/>
              <a:rect l="l" t="t" r="r" b="b"/>
              <a:pathLst>
                <a:path w="24313" h="6948" extrusionOk="0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>
              <a:off x="5324700" y="3925975"/>
              <a:ext cx="631950" cy="566850"/>
            </a:xfrm>
            <a:custGeom>
              <a:avLst/>
              <a:gdLst/>
              <a:ahLst/>
              <a:cxnLst/>
              <a:rect l="l" t="t" r="r" b="b"/>
              <a:pathLst>
                <a:path w="25278" h="22674" extrusionOk="0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>
              <a:off x="4946025" y="4167175"/>
              <a:ext cx="173675" cy="607825"/>
            </a:xfrm>
            <a:custGeom>
              <a:avLst/>
              <a:gdLst/>
              <a:ahLst/>
              <a:cxnLst/>
              <a:rect l="l" t="t" r="r" b="b"/>
              <a:pathLst>
                <a:path w="6947" h="24313" extrusionOk="0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>
              <a:off x="1279850" y="1564675"/>
              <a:ext cx="735675" cy="342525"/>
            </a:xfrm>
            <a:custGeom>
              <a:avLst/>
              <a:gdLst/>
              <a:ahLst/>
              <a:cxnLst/>
              <a:rect l="l" t="t" r="r" b="b"/>
              <a:pathLst>
                <a:path w="29427" h="13701" extrusionOk="0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>
              <a:off x="1424575" y="710850"/>
              <a:ext cx="706725" cy="574075"/>
            </a:xfrm>
            <a:custGeom>
              <a:avLst/>
              <a:gdLst/>
              <a:ahLst/>
              <a:cxnLst/>
              <a:rect l="l" t="t" r="r" b="b"/>
              <a:pathLst>
                <a:path w="28269" h="22963" extrusionOk="0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>
              <a:off x="2167450" y="238125"/>
              <a:ext cx="344925" cy="738075"/>
            </a:xfrm>
            <a:custGeom>
              <a:avLst/>
              <a:gdLst/>
              <a:ahLst/>
              <a:cxnLst/>
              <a:rect l="l" t="t" r="r" b="b"/>
              <a:pathLst>
                <a:path w="13797" h="29523" extrusionOk="0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77" name="Google Shape;2177;p39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Company</a:t>
            </a:r>
            <a:endParaRPr/>
          </a:p>
        </p:txBody>
      </p:sp>
      <p:sp>
        <p:nvSpPr>
          <p:cNvPr id="2178" name="Google Shape;2178;p39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sun and the smallest one in the solar system—it’s only a bit larger than </a:t>
            </a:r>
            <a:r>
              <a:rPr lang="en" sz="1600"/>
              <a:t>the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 sz="1600"/>
              <a:t>M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oon. The planet’s name has nothing to do with the liquid metal, since </a:t>
            </a:r>
            <a:r>
              <a:rPr lang="en" sz="1600"/>
              <a:t>Mercury 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was named after the </a:t>
            </a:r>
            <a:r>
              <a:rPr lang="en" sz="1600"/>
              <a:t>R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oman messenger god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p40"/>
          <p:cNvGrpSpPr/>
          <p:nvPr/>
        </p:nvGrpSpPr>
        <p:grpSpPr>
          <a:xfrm>
            <a:off x="1819024" y="3893816"/>
            <a:ext cx="175013" cy="27000"/>
            <a:chOff x="5662375" y="212375"/>
            <a:chExt cx="175013" cy="27000"/>
          </a:xfrm>
        </p:grpSpPr>
        <p:sp>
          <p:nvSpPr>
            <p:cNvPr id="2184" name="Google Shape;2184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5" name="Google Shape;2185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6" name="Google Shape;2186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87" name="Google Shape;2187;p40"/>
          <p:cNvGrpSpPr/>
          <p:nvPr/>
        </p:nvGrpSpPr>
        <p:grpSpPr>
          <a:xfrm>
            <a:off x="4484494" y="3893828"/>
            <a:ext cx="175013" cy="27000"/>
            <a:chOff x="5662375" y="212375"/>
            <a:chExt cx="175013" cy="27000"/>
          </a:xfrm>
        </p:grpSpPr>
        <p:sp>
          <p:nvSpPr>
            <p:cNvPr id="2188" name="Google Shape;2188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89" name="Google Shape;2189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0" name="Google Shape;2190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191" name="Google Shape;2191;p40"/>
          <p:cNvGrpSpPr/>
          <p:nvPr/>
        </p:nvGrpSpPr>
        <p:grpSpPr>
          <a:xfrm>
            <a:off x="7149964" y="3893816"/>
            <a:ext cx="175013" cy="27000"/>
            <a:chOff x="5662375" y="212375"/>
            <a:chExt cx="175013" cy="27000"/>
          </a:xfrm>
        </p:grpSpPr>
        <p:sp>
          <p:nvSpPr>
            <p:cNvPr id="2192" name="Google Shape;2192;p4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3" name="Google Shape;2193;p4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194" name="Google Shape;2194;p4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195" name="Google Shape;2195;p40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Problem</a:t>
            </a:r>
            <a:endParaRPr/>
          </a:p>
        </p:txBody>
      </p:sp>
      <p:sp>
        <p:nvSpPr>
          <p:cNvPr id="2196" name="Google Shape;2196;p40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Mercury</a:t>
            </a:r>
            <a:endParaRPr/>
          </a:p>
        </p:txBody>
      </p:sp>
      <p:sp>
        <p:nvSpPr>
          <p:cNvPr id="2197" name="Google Shape;2197;p40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Neptune</a:t>
            </a:r>
            <a:endParaRPr/>
          </a:p>
        </p:txBody>
      </p:sp>
      <p:sp>
        <p:nvSpPr>
          <p:cNvPr id="2198" name="Google Shape;2198;p40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Jupiter</a:t>
            </a:r>
            <a:endParaRPr/>
          </a:p>
        </p:txBody>
      </p:sp>
      <p:sp>
        <p:nvSpPr>
          <p:cNvPr id="2199" name="Google Shape;2199;p40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smallest </a:t>
            </a:r>
            <a:r>
              <a:rPr lang="en"/>
              <a:t>planet 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 the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olar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ystem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0" name="Google Shape;2200;p40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01" name="Google Shape;2201;p40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in </a:t>
            </a:r>
            <a:r>
              <a:rPr lang="en"/>
              <a:t>the 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olar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ystem 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202" name="Google Shape;2202;p40"/>
          <p:cNvGrpSpPr/>
          <p:nvPr/>
        </p:nvGrpSpPr>
        <p:grpSpPr>
          <a:xfrm>
            <a:off x="1696099" y="1908349"/>
            <a:ext cx="420796" cy="370732"/>
            <a:chOff x="-3137650" y="2067900"/>
            <a:chExt cx="291450" cy="256775"/>
          </a:xfrm>
        </p:grpSpPr>
        <p:sp>
          <p:nvSpPr>
            <p:cNvPr id="2203" name="Google Shape;2203;p40"/>
            <p:cNvSpPr/>
            <p:nvPr/>
          </p:nvSpPr>
          <p:spPr>
            <a:xfrm>
              <a:off x="-3137650" y="2067900"/>
              <a:ext cx="291450" cy="187475"/>
            </a:xfrm>
            <a:custGeom>
              <a:avLst/>
              <a:gdLst/>
              <a:ahLst/>
              <a:cxnLst/>
              <a:rect l="l" t="t" r="r" b="b"/>
              <a:pathLst>
                <a:path w="11658" h="7499" extrusionOk="0">
                  <a:moveTo>
                    <a:pt x="10618" y="694"/>
                  </a:moveTo>
                  <a:cubicBezTo>
                    <a:pt x="10838" y="694"/>
                    <a:pt x="10964" y="851"/>
                    <a:pt x="10964" y="1040"/>
                  </a:cubicBezTo>
                  <a:lnTo>
                    <a:pt x="10964" y="6522"/>
                  </a:lnTo>
                  <a:cubicBezTo>
                    <a:pt x="10964" y="6711"/>
                    <a:pt x="10838" y="6868"/>
                    <a:pt x="10618" y="6868"/>
                  </a:cubicBezTo>
                  <a:lnTo>
                    <a:pt x="1009" y="6868"/>
                  </a:lnTo>
                  <a:cubicBezTo>
                    <a:pt x="820" y="6868"/>
                    <a:pt x="662" y="6711"/>
                    <a:pt x="662" y="6522"/>
                  </a:cubicBezTo>
                  <a:lnTo>
                    <a:pt x="662" y="1040"/>
                  </a:lnTo>
                  <a:cubicBezTo>
                    <a:pt x="662" y="851"/>
                    <a:pt x="820" y="694"/>
                    <a:pt x="1009" y="694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9"/>
                  </a:cubicBezTo>
                  <a:lnTo>
                    <a:pt x="1" y="6490"/>
                  </a:lnTo>
                  <a:cubicBezTo>
                    <a:pt x="1" y="7026"/>
                    <a:pt x="473" y="7499"/>
                    <a:pt x="1009" y="7499"/>
                  </a:cubicBezTo>
                  <a:lnTo>
                    <a:pt x="10618" y="7499"/>
                  </a:lnTo>
                  <a:cubicBezTo>
                    <a:pt x="11185" y="7499"/>
                    <a:pt x="11658" y="7026"/>
                    <a:pt x="11658" y="6490"/>
                  </a:cubicBezTo>
                  <a:lnTo>
                    <a:pt x="11658" y="1009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4" name="Google Shape;2204;p40"/>
            <p:cNvSpPr/>
            <p:nvPr/>
          </p:nvSpPr>
          <p:spPr>
            <a:xfrm>
              <a:off x="-3137650" y="2273475"/>
              <a:ext cx="291450" cy="51200"/>
            </a:xfrm>
            <a:custGeom>
              <a:avLst/>
              <a:gdLst/>
              <a:ahLst/>
              <a:cxnLst/>
              <a:rect l="l" t="t" r="r" b="b"/>
              <a:pathLst>
                <a:path w="11658" h="2048" extrusionOk="0">
                  <a:moveTo>
                    <a:pt x="10618" y="662"/>
                  </a:moveTo>
                  <a:cubicBezTo>
                    <a:pt x="10838" y="662"/>
                    <a:pt x="10964" y="819"/>
                    <a:pt x="10964" y="1008"/>
                  </a:cubicBezTo>
                  <a:cubicBezTo>
                    <a:pt x="10964" y="1197"/>
                    <a:pt x="10838" y="1355"/>
                    <a:pt x="10618" y="1355"/>
                  </a:cubicBezTo>
                  <a:lnTo>
                    <a:pt x="6050" y="1355"/>
                  </a:lnTo>
                  <a:cubicBezTo>
                    <a:pt x="6113" y="1260"/>
                    <a:pt x="6113" y="1134"/>
                    <a:pt x="6113" y="1008"/>
                  </a:cubicBezTo>
                  <a:cubicBezTo>
                    <a:pt x="6113" y="882"/>
                    <a:pt x="6050" y="788"/>
                    <a:pt x="6050" y="662"/>
                  </a:cubicBezTo>
                  <a:close/>
                  <a:moveTo>
                    <a:pt x="5105" y="662"/>
                  </a:moveTo>
                  <a:cubicBezTo>
                    <a:pt x="5294" y="662"/>
                    <a:pt x="5451" y="819"/>
                    <a:pt x="5451" y="1008"/>
                  </a:cubicBezTo>
                  <a:cubicBezTo>
                    <a:pt x="5451" y="1229"/>
                    <a:pt x="5294" y="1386"/>
                    <a:pt x="5105" y="1386"/>
                  </a:cubicBezTo>
                  <a:lnTo>
                    <a:pt x="1009" y="1386"/>
                  </a:lnTo>
                  <a:cubicBezTo>
                    <a:pt x="820" y="1355"/>
                    <a:pt x="662" y="1229"/>
                    <a:pt x="662" y="1008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cubicBezTo>
                    <a:pt x="1" y="1575"/>
                    <a:pt x="473" y="2048"/>
                    <a:pt x="1009" y="2048"/>
                  </a:cubicBezTo>
                  <a:lnTo>
                    <a:pt x="10618" y="2048"/>
                  </a:lnTo>
                  <a:cubicBezTo>
                    <a:pt x="11185" y="2048"/>
                    <a:pt x="11658" y="1575"/>
                    <a:pt x="11658" y="1008"/>
                  </a:cubicBez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5" name="Google Shape;2205;p40"/>
            <p:cNvSpPr/>
            <p:nvPr/>
          </p:nvSpPr>
          <p:spPr>
            <a:xfrm>
              <a:off x="-3035250" y="2103000"/>
              <a:ext cx="104000" cy="118500"/>
            </a:xfrm>
            <a:custGeom>
              <a:avLst/>
              <a:gdLst/>
              <a:ahLst/>
              <a:cxnLst/>
              <a:rect l="l" t="t" r="r" b="b"/>
              <a:pathLst>
                <a:path w="4160" h="4740" extrusionOk="0">
                  <a:moveTo>
                    <a:pt x="662" y="896"/>
                  </a:moveTo>
                  <a:lnTo>
                    <a:pt x="3056" y="2346"/>
                  </a:lnTo>
                  <a:lnTo>
                    <a:pt x="662" y="3826"/>
                  </a:lnTo>
                  <a:lnTo>
                    <a:pt x="662" y="896"/>
                  </a:lnTo>
                  <a:close/>
                  <a:moveTo>
                    <a:pt x="322" y="1"/>
                  </a:moveTo>
                  <a:cubicBezTo>
                    <a:pt x="144" y="1"/>
                    <a:pt x="0" y="131"/>
                    <a:pt x="0" y="298"/>
                  </a:cubicBezTo>
                  <a:lnTo>
                    <a:pt x="0" y="4425"/>
                  </a:lnTo>
                  <a:cubicBezTo>
                    <a:pt x="0" y="4607"/>
                    <a:pt x="132" y="4740"/>
                    <a:pt x="301" y="4740"/>
                  </a:cubicBezTo>
                  <a:cubicBezTo>
                    <a:pt x="365" y="4740"/>
                    <a:pt x="435" y="4720"/>
                    <a:pt x="504" y="4677"/>
                  </a:cubicBezTo>
                  <a:lnTo>
                    <a:pt x="3939" y="2629"/>
                  </a:lnTo>
                  <a:cubicBezTo>
                    <a:pt x="4159" y="2535"/>
                    <a:pt x="4159" y="2219"/>
                    <a:pt x="3939" y="2093"/>
                  </a:cubicBezTo>
                  <a:lnTo>
                    <a:pt x="504" y="46"/>
                  </a:lnTo>
                  <a:cubicBezTo>
                    <a:pt x="443" y="15"/>
                    <a:pt x="381" y="1"/>
                    <a:pt x="32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206" name="Google Shape;2206;p40"/>
          <p:cNvGrpSpPr/>
          <p:nvPr/>
        </p:nvGrpSpPr>
        <p:grpSpPr>
          <a:xfrm>
            <a:off x="4361602" y="1908360"/>
            <a:ext cx="420796" cy="421770"/>
            <a:chOff x="-3137650" y="2408950"/>
            <a:chExt cx="291450" cy="292125"/>
          </a:xfrm>
        </p:grpSpPr>
        <p:sp>
          <p:nvSpPr>
            <p:cNvPr id="2207" name="Google Shape;2207;p40"/>
            <p:cNvSpPr/>
            <p:nvPr/>
          </p:nvSpPr>
          <p:spPr>
            <a:xfrm>
              <a:off x="-3137650" y="2408950"/>
              <a:ext cx="291450" cy="292125"/>
            </a:xfrm>
            <a:custGeom>
              <a:avLst/>
              <a:gdLst/>
              <a:ahLst/>
              <a:cxnLst/>
              <a:rect l="l" t="t" r="r" b="b"/>
              <a:pathLst>
                <a:path w="11658" h="11685" extrusionOk="0">
                  <a:moveTo>
                    <a:pt x="10618" y="662"/>
                  </a:moveTo>
                  <a:cubicBezTo>
                    <a:pt x="10807" y="662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62"/>
                    <a:pt x="1009" y="662"/>
                  </a:cubicBezTo>
                  <a:close/>
                  <a:moveTo>
                    <a:pt x="10964" y="3403"/>
                  </a:moveTo>
                  <a:lnTo>
                    <a:pt x="10964" y="8601"/>
                  </a:lnTo>
                  <a:cubicBezTo>
                    <a:pt x="10964" y="8790"/>
                    <a:pt x="10838" y="8947"/>
                    <a:pt x="10618" y="8947"/>
                  </a:cubicBezTo>
                  <a:lnTo>
                    <a:pt x="10145" y="8947"/>
                  </a:lnTo>
                  <a:cubicBezTo>
                    <a:pt x="10208" y="8727"/>
                    <a:pt x="10240" y="8443"/>
                    <a:pt x="10240" y="8160"/>
                  </a:cubicBezTo>
                  <a:lnTo>
                    <a:pt x="10240" y="5860"/>
                  </a:lnTo>
                  <a:cubicBezTo>
                    <a:pt x="10240" y="5673"/>
                    <a:pt x="10058" y="5531"/>
                    <a:pt x="9868" y="5531"/>
                  </a:cubicBezTo>
                  <a:cubicBezTo>
                    <a:pt x="9835" y="5531"/>
                    <a:pt x="9801" y="5535"/>
                    <a:pt x="9767" y="5545"/>
                  </a:cubicBezTo>
                  <a:cubicBezTo>
                    <a:pt x="9545" y="5641"/>
                    <a:pt x="9341" y="5691"/>
                    <a:pt x="9142" y="5691"/>
                  </a:cubicBezTo>
                  <a:cubicBezTo>
                    <a:pt x="8693" y="5691"/>
                    <a:pt x="8275" y="5439"/>
                    <a:pt x="7751" y="4915"/>
                  </a:cubicBezTo>
                  <a:cubicBezTo>
                    <a:pt x="7688" y="4868"/>
                    <a:pt x="7601" y="4844"/>
                    <a:pt x="7515" y="4844"/>
                  </a:cubicBezTo>
                  <a:cubicBezTo>
                    <a:pt x="7428" y="4844"/>
                    <a:pt x="7341" y="4868"/>
                    <a:pt x="7278" y="4915"/>
                  </a:cubicBezTo>
                  <a:cubicBezTo>
                    <a:pt x="6753" y="5440"/>
                    <a:pt x="6334" y="5677"/>
                    <a:pt x="5884" y="5677"/>
                  </a:cubicBezTo>
                  <a:cubicBezTo>
                    <a:pt x="5686" y="5677"/>
                    <a:pt x="5483" y="5631"/>
                    <a:pt x="5262" y="5545"/>
                  </a:cubicBezTo>
                  <a:cubicBezTo>
                    <a:pt x="5229" y="5535"/>
                    <a:pt x="5195" y="5531"/>
                    <a:pt x="5161" y="5531"/>
                  </a:cubicBezTo>
                  <a:cubicBezTo>
                    <a:pt x="4971" y="5531"/>
                    <a:pt x="4789" y="5673"/>
                    <a:pt x="4789" y="5860"/>
                  </a:cubicBezTo>
                  <a:lnTo>
                    <a:pt x="4789" y="8160"/>
                  </a:lnTo>
                  <a:cubicBezTo>
                    <a:pt x="4789" y="8443"/>
                    <a:pt x="4821" y="8664"/>
                    <a:pt x="4884" y="8947"/>
                  </a:cubicBezTo>
                  <a:lnTo>
                    <a:pt x="1009" y="8947"/>
                  </a:lnTo>
                  <a:cubicBezTo>
                    <a:pt x="820" y="8947"/>
                    <a:pt x="662" y="8790"/>
                    <a:pt x="662" y="8601"/>
                  </a:cubicBezTo>
                  <a:lnTo>
                    <a:pt x="662" y="3403"/>
                  </a:lnTo>
                  <a:close/>
                  <a:moveTo>
                    <a:pt x="7152" y="5923"/>
                  </a:moveTo>
                  <a:lnTo>
                    <a:pt x="7152" y="10838"/>
                  </a:lnTo>
                  <a:cubicBezTo>
                    <a:pt x="6144" y="10365"/>
                    <a:pt x="5451" y="9357"/>
                    <a:pt x="5451" y="8160"/>
                  </a:cubicBezTo>
                  <a:lnTo>
                    <a:pt x="5451" y="6301"/>
                  </a:lnTo>
                  <a:cubicBezTo>
                    <a:pt x="5604" y="6330"/>
                    <a:pt x="5750" y="6344"/>
                    <a:pt x="5891" y="6344"/>
                  </a:cubicBezTo>
                  <a:cubicBezTo>
                    <a:pt x="6359" y="6344"/>
                    <a:pt x="6765" y="6189"/>
                    <a:pt x="7152" y="5923"/>
                  </a:cubicBezTo>
                  <a:close/>
                  <a:moveTo>
                    <a:pt x="7877" y="5923"/>
                  </a:moveTo>
                  <a:cubicBezTo>
                    <a:pt x="8242" y="6166"/>
                    <a:pt x="8644" y="6353"/>
                    <a:pt x="9128" y="6353"/>
                  </a:cubicBezTo>
                  <a:cubicBezTo>
                    <a:pt x="9271" y="6353"/>
                    <a:pt x="9420" y="6337"/>
                    <a:pt x="9578" y="6301"/>
                  </a:cubicBezTo>
                  <a:lnTo>
                    <a:pt x="9578" y="8160"/>
                  </a:lnTo>
                  <a:cubicBezTo>
                    <a:pt x="9547" y="9357"/>
                    <a:pt x="8885" y="10365"/>
                    <a:pt x="7877" y="10838"/>
                  </a:cubicBezTo>
                  <a:lnTo>
                    <a:pt x="7877" y="592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8601"/>
                  </a:lnTo>
                  <a:cubicBezTo>
                    <a:pt x="1" y="9136"/>
                    <a:pt x="473" y="9609"/>
                    <a:pt x="1009" y="9609"/>
                  </a:cubicBezTo>
                  <a:lnTo>
                    <a:pt x="5073" y="9609"/>
                  </a:lnTo>
                  <a:cubicBezTo>
                    <a:pt x="5199" y="9893"/>
                    <a:pt x="5357" y="10145"/>
                    <a:pt x="5514" y="10365"/>
                  </a:cubicBezTo>
                  <a:cubicBezTo>
                    <a:pt x="5987" y="10995"/>
                    <a:pt x="6617" y="11436"/>
                    <a:pt x="7404" y="11657"/>
                  </a:cubicBezTo>
                  <a:cubicBezTo>
                    <a:pt x="7446" y="11657"/>
                    <a:pt x="7488" y="11685"/>
                    <a:pt x="7530" y="11685"/>
                  </a:cubicBezTo>
                  <a:cubicBezTo>
                    <a:pt x="7551" y="11685"/>
                    <a:pt x="7572" y="11678"/>
                    <a:pt x="7593" y="11657"/>
                  </a:cubicBezTo>
                  <a:cubicBezTo>
                    <a:pt x="8350" y="11436"/>
                    <a:pt x="9011" y="10995"/>
                    <a:pt x="9484" y="10365"/>
                  </a:cubicBezTo>
                  <a:cubicBezTo>
                    <a:pt x="9641" y="10145"/>
                    <a:pt x="9799" y="9893"/>
                    <a:pt x="9925" y="9609"/>
                  </a:cubicBezTo>
                  <a:lnTo>
                    <a:pt x="10618" y="9609"/>
                  </a:lnTo>
                  <a:cubicBezTo>
                    <a:pt x="11185" y="9609"/>
                    <a:pt x="11658" y="9136"/>
                    <a:pt x="11658" y="8601"/>
                  </a:cubicBezTo>
                  <a:lnTo>
                    <a:pt x="11658" y="1040"/>
                  </a:lnTo>
                  <a:cubicBezTo>
                    <a:pt x="11658" y="473"/>
                    <a:pt x="11217" y="0"/>
                    <a:pt x="106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8" name="Google Shape;2208;p40"/>
            <p:cNvSpPr/>
            <p:nvPr/>
          </p:nvSpPr>
          <p:spPr>
            <a:xfrm>
              <a:off x="-3104575" y="2442800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8" y="694"/>
                  </a:cubicBezTo>
                  <a:cubicBezTo>
                    <a:pt x="568" y="694"/>
                    <a:pt x="726" y="536"/>
                    <a:pt x="726" y="347"/>
                  </a:cubicBezTo>
                  <a:cubicBezTo>
                    <a:pt x="726" y="158"/>
                    <a:pt x="568" y="1"/>
                    <a:pt x="34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09" name="Google Shape;2209;p40"/>
            <p:cNvSpPr/>
            <p:nvPr/>
          </p:nvSpPr>
          <p:spPr>
            <a:xfrm>
              <a:off x="-306990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0" name="Google Shape;2210;p40"/>
            <p:cNvSpPr/>
            <p:nvPr/>
          </p:nvSpPr>
          <p:spPr>
            <a:xfrm>
              <a:off x="-3035250" y="2442800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cubicBezTo>
                    <a:pt x="536" y="694"/>
                    <a:pt x="693" y="536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-3002175" y="2442800"/>
              <a:ext cx="120525" cy="17350"/>
            </a:xfrm>
            <a:custGeom>
              <a:avLst/>
              <a:gdLst/>
              <a:ahLst/>
              <a:cxnLst/>
              <a:rect l="l" t="t" r="r" b="b"/>
              <a:pathLst>
                <a:path w="4821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32" y="536"/>
                    <a:pt x="190" y="694"/>
                    <a:pt x="347" y="694"/>
                  </a:cubicBezTo>
                  <a:lnTo>
                    <a:pt x="4443" y="694"/>
                  </a:lnTo>
                  <a:cubicBezTo>
                    <a:pt x="4663" y="694"/>
                    <a:pt x="4821" y="536"/>
                    <a:pt x="4821" y="347"/>
                  </a:cubicBezTo>
                  <a:cubicBezTo>
                    <a:pt x="4821" y="158"/>
                    <a:pt x="4663" y="1"/>
                    <a:pt x="444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  <p:grpSp>
        <p:nvGrpSpPr>
          <p:cNvPr id="2212" name="Google Shape;2212;p40"/>
          <p:cNvGrpSpPr/>
          <p:nvPr/>
        </p:nvGrpSpPr>
        <p:grpSpPr>
          <a:xfrm>
            <a:off x="7027102" y="1909371"/>
            <a:ext cx="421914" cy="420759"/>
            <a:chOff x="-2571737" y="2403625"/>
            <a:chExt cx="292225" cy="291425"/>
          </a:xfrm>
        </p:grpSpPr>
        <p:sp>
          <p:nvSpPr>
            <p:cNvPr id="2213" name="Google Shape;2213;p40"/>
            <p:cNvSpPr/>
            <p:nvPr/>
          </p:nvSpPr>
          <p:spPr>
            <a:xfrm>
              <a:off x="-2571737" y="2403625"/>
              <a:ext cx="292225" cy="291425"/>
            </a:xfrm>
            <a:custGeom>
              <a:avLst/>
              <a:gdLst/>
              <a:ahLst/>
              <a:cxnLst/>
              <a:rect l="l" t="t" r="r" b="b"/>
              <a:pathLst>
                <a:path w="11689" h="11657" extrusionOk="0">
                  <a:moveTo>
                    <a:pt x="9547" y="725"/>
                  </a:moveTo>
                  <a:cubicBezTo>
                    <a:pt x="9704" y="725"/>
                    <a:pt x="9830" y="788"/>
                    <a:pt x="9893" y="914"/>
                  </a:cubicBezTo>
                  <a:lnTo>
                    <a:pt x="10681" y="2772"/>
                  </a:lnTo>
                  <a:lnTo>
                    <a:pt x="1135" y="2772"/>
                  </a:lnTo>
                  <a:lnTo>
                    <a:pt x="1891" y="914"/>
                  </a:lnTo>
                  <a:cubicBezTo>
                    <a:pt x="1922" y="788"/>
                    <a:pt x="2080" y="725"/>
                    <a:pt x="2206" y="725"/>
                  </a:cubicBezTo>
                  <a:close/>
                  <a:moveTo>
                    <a:pt x="10649" y="3403"/>
                  </a:moveTo>
                  <a:cubicBezTo>
                    <a:pt x="10870" y="3403"/>
                    <a:pt x="11027" y="3560"/>
                    <a:pt x="11027" y="3749"/>
                  </a:cubicBezTo>
                  <a:lnTo>
                    <a:pt x="11027" y="5167"/>
                  </a:lnTo>
                  <a:cubicBezTo>
                    <a:pt x="11027" y="5356"/>
                    <a:pt x="10870" y="5513"/>
                    <a:pt x="10649" y="5513"/>
                  </a:cubicBezTo>
                  <a:lnTo>
                    <a:pt x="1040" y="5513"/>
                  </a:lnTo>
                  <a:cubicBezTo>
                    <a:pt x="851" y="5513"/>
                    <a:pt x="694" y="5356"/>
                    <a:pt x="694" y="5167"/>
                  </a:cubicBezTo>
                  <a:lnTo>
                    <a:pt x="694" y="3749"/>
                  </a:lnTo>
                  <a:cubicBezTo>
                    <a:pt x="694" y="3560"/>
                    <a:pt x="851" y="3403"/>
                    <a:pt x="1040" y="3403"/>
                  </a:cubicBezTo>
                  <a:close/>
                  <a:moveTo>
                    <a:pt x="10681" y="6206"/>
                  </a:moveTo>
                  <a:cubicBezTo>
                    <a:pt x="10870" y="6238"/>
                    <a:pt x="11027" y="6364"/>
                    <a:pt x="11027" y="6553"/>
                  </a:cubicBezTo>
                  <a:lnTo>
                    <a:pt x="11027" y="7939"/>
                  </a:lnTo>
                  <a:cubicBezTo>
                    <a:pt x="11027" y="8128"/>
                    <a:pt x="10870" y="8286"/>
                    <a:pt x="10681" y="8286"/>
                  </a:cubicBezTo>
                  <a:lnTo>
                    <a:pt x="1072" y="8286"/>
                  </a:lnTo>
                  <a:cubicBezTo>
                    <a:pt x="851" y="8286"/>
                    <a:pt x="694" y="8128"/>
                    <a:pt x="694" y="7939"/>
                  </a:cubicBezTo>
                  <a:lnTo>
                    <a:pt x="694" y="6553"/>
                  </a:lnTo>
                  <a:cubicBezTo>
                    <a:pt x="694" y="6364"/>
                    <a:pt x="851" y="6206"/>
                    <a:pt x="1072" y="6206"/>
                  </a:cubicBezTo>
                  <a:close/>
                  <a:moveTo>
                    <a:pt x="10681" y="8947"/>
                  </a:moveTo>
                  <a:cubicBezTo>
                    <a:pt x="10870" y="8947"/>
                    <a:pt x="11027" y="9105"/>
                    <a:pt x="11027" y="9294"/>
                  </a:cubicBezTo>
                  <a:lnTo>
                    <a:pt x="11027" y="10680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72" y="11027"/>
                  </a:lnTo>
                  <a:cubicBezTo>
                    <a:pt x="851" y="11027"/>
                    <a:pt x="694" y="10869"/>
                    <a:pt x="694" y="10680"/>
                  </a:cubicBezTo>
                  <a:lnTo>
                    <a:pt x="694" y="9294"/>
                  </a:lnTo>
                  <a:cubicBezTo>
                    <a:pt x="694" y="9105"/>
                    <a:pt x="851" y="8947"/>
                    <a:pt x="1072" y="8947"/>
                  </a:cubicBezTo>
                  <a:close/>
                  <a:moveTo>
                    <a:pt x="2174" y="0"/>
                  </a:moveTo>
                  <a:cubicBezTo>
                    <a:pt x="1733" y="0"/>
                    <a:pt x="1387" y="252"/>
                    <a:pt x="1229" y="630"/>
                  </a:cubicBezTo>
                  <a:lnTo>
                    <a:pt x="64" y="3403"/>
                  </a:lnTo>
                  <a:cubicBezTo>
                    <a:pt x="32" y="3529"/>
                    <a:pt x="0" y="3686"/>
                    <a:pt x="0" y="3781"/>
                  </a:cubicBezTo>
                  <a:lnTo>
                    <a:pt x="0" y="5198"/>
                  </a:lnTo>
                  <a:cubicBezTo>
                    <a:pt x="0" y="5482"/>
                    <a:pt x="127" y="5734"/>
                    <a:pt x="284" y="5860"/>
                  </a:cubicBezTo>
                  <a:cubicBezTo>
                    <a:pt x="127" y="6080"/>
                    <a:pt x="0" y="6301"/>
                    <a:pt x="0" y="6553"/>
                  </a:cubicBezTo>
                  <a:lnTo>
                    <a:pt x="0" y="7908"/>
                  </a:lnTo>
                  <a:cubicBezTo>
                    <a:pt x="0" y="8191"/>
                    <a:pt x="127" y="8443"/>
                    <a:pt x="284" y="8601"/>
                  </a:cubicBezTo>
                  <a:cubicBezTo>
                    <a:pt x="127" y="8790"/>
                    <a:pt x="0" y="9010"/>
                    <a:pt x="0" y="9262"/>
                  </a:cubicBezTo>
                  <a:lnTo>
                    <a:pt x="0" y="10649"/>
                  </a:lnTo>
                  <a:cubicBezTo>
                    <a:pt x="0" y="11184"/>
                    <a:pt x="473" y="11657"/>
                    <a:pt x="1009" y="11657"/>
                  </a:cubicBezTo>
                  <a:lnTo>
                    <a:pt x="10618" y="11657"/>
                  </a:lnTo>
                  <a:cubicBezTo>
                    <a:pt x="11185" y="11657"/>
                    <a:pt x="11657" y="11184"/>
                    <a:pt x="11657" y="10649"/>
                  </a:cubicBezTo>
                  <a:lnTo>
                    <a:pt x="11657" y="9262"/>
                  </a:lnTo>
                  <a:cubicBezTo>
                    <a:pt x="11657" y="8979"/>
                    <a:pt x="11531" y="8758"/>
                    <a:pt x="11374" y="8601"/>
                  </a:cubicBezTo>
                  <a:cubicBezTo>
                    <a:pt x="11531" y="8380"/>
                    <a:pt x="11657" y="8160"/>
                    <a:pt x="11657" y="7908"/>
                  </a:cubicBezTo>
                  <a:lnTo>
                    <a:pt x="11657" y="6553"/>
                  </a:lnTo>
                  <a:cubicBezTo>
                    <a:pt x="11657" y="6269"/>
                    <a:pt x="11531" y="6017"/>
                    <a:pt x="11374" y="5860"/>
                  </a:cubicBezTo>
                  <a:cubicBezTo>
                    <a:pt x="11531" y="5671"/>
                    <a:pt x="11657" y="5450"/>
                    <a:pt x="11657" y="5198"/>
                  </a:cubicBezTo>
                  <a:lnTo>
                    <a:pt x="11657" y="3781"/>
                  </a:lnTo>
                  <a:lnTo>
                    <a:pt x="11689" y="3781"/>
                  </a:lnTo>
                  <a:cubicBezTo>
                    <a:pt x="11689" y="3686"/>
                    <a:pt x="11657" y="3529"/>
                    <a:pt x="11594" y="3403"/>
                  </a:cubicBezTo>
                  <a:lnTo>
                    <a:pt x="10460" y="630"/>
                  </a:lnTo>
                  <a:cubicBezTo>
                    <a:pt x="10303" y="252"/>
                    <a:pt x="9925" y="0"/>
                    <a:pt x="951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-2485967" y="2649150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lnTo>
                    <a:pt x="6585" y="726"/>
                  </a:lnTo>
                  <a:cubicBezTo>
                    <a:pt x="6774" y="726"/>
                    <a:pt x="6931" y="568"/>
                    <a:pt x="6931" y="379"/>
                  </a:cubicBezTo>
                  <a:cubicBezTo>
                    <a:pt x="6931" y="159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-2485967" y="2511325"/>
              <a:ext cx="173300" cy="18150"/>
            </a:xfrm>
            <a:custGeom>
              <a:avLst/>
              <a:gdLst/>
              <a:ahLst/>
              <a:cxnLst/>
              <a:rect l="l" t="t" r="r" b="b"/>
              <a:pathLst>
                <a:path w="6932" h="726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25"/>
                    <a:pt x="378" y="725"/>
                  </a:cubicBezTo>
                  <a:lnTo>
                    <a:pt x="6585" y="725"/>
                  </a:lnTo>
                  <a:cubicBezTo>
                    <a:pt x="6774" y="725"/>
                    <a:pt x="6931" y="568"/>
                    <a:pt x="6931" y="379"/>
                  </a:cubicBezTo>
                  <a:cubicBezTo>
                    <a:pt x="6931" y="158"/>
                    <a:pt x="6774" y="1"/>
                    <a:pt x="658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-2540185" y="2511325"/>
              <a:ext cx="18125" cy="18925"/>
            </a:xfrm>
            <a:custGeom>
              <a:avLst/>
              <a:gdLst/>
              <a:ahLst/>
              <a:cxnLst/>
              <a:rect l="l" t="t" r="r" b="b"/>
              <a:pathLst>
                <a:path w="725" h="757" extrusionOk="0">
                  <a:moveTo>
                    <a:pt x="378" y="1"/>
                  </a:moveTo>
                  <a:cubicBezTo>
                    <a:pt x="158" y="1"/>
                    <a:pt x="0" y="158"/>
                    <a:pt x="0" y="379"/>
                  </a:cubicBezTo>
                  <a:cubicBezTo>
                    <a:pt x="0" y="568"/>
                    <a:pt x="158" y="757"/>
                    <a:pt x="378" y="757"/>
                  </a:cubicBezTo>
                  <a:cubicBezTo>
                    <a:pt x="567" y="757"/>
                    <a:pt x="725" y="568"/>
                    <a:pt x="725" y="379"/>
                  </a:cubicBezTo>
                  <a:cubicBezTo>
                    <a:pt x="725" y="158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-2485579" y="2580625"/>
              <a:ext cx="172525" cy="17350"/>
            </a:xfrm>
            <a:custGeom>
              <a:avLst/>
              <a:gdLst/>
              <a:ahLst/>
              <a:cxnLst/>
              <a:rect l="l" t="t" r="r" b="b"/>
              <a:pathLst>
                <a:path w="690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58" y="693"/>
                    <a:pt x="347" y="693"/>
                  </a:cubicBezTo>
                  <a:lnTo>
                    <a:pt x="6554" y="693"/>
                  </a:lnTo>
                  <a:cubicBezTo>
                    <a:pt x="6774" y="693"/>
                    <a:pt x="6900" y="536"/>
                    <a:pt x="6900" y="347"/>
                  </a:cubicBezTo>
                  <a:cubicBezTo>
                    <a:pt x="6900" y="158"/>
                    <a:pt x="6774" y="0"/>
                    <a:pt x="655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-2540185" y="2580625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78" y="693"/>
                  </a:cubicBezTo>
                  <a:cubicBezTo>
                    <a:pt x="567" y="693"/>
                    <a:pt x="725" y="536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-2540185" y="264915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78" y="1"/>
                  </a:moveTo>
                  <a:cubicBezTo>
                    <a:pt x="158" y="1"/>
                    <a:pt x="0" y="159"/>
                    <a:pt x="0" y="379"/>
                  </a:cubicBezTo>
                  <a:cubicBezTo>
                    <a:pt x="0" y="568"/>
                    <a:pt x="158" y="726"/>
                    <a:pt x="378" y="726"/>
                  </a:cubicBezTo>
                  <a:cubicBezTo>
                    <a:pt x="567" y="726"/>
                    <a:pt x="725" y="568"/>
                    <a:pt x="725" y="379"/>
                  </a:cubicBezTo>
                  <a:cubicBezTo>
                    <a:pt x="725" y="159"/>
                    <a:pt x="567" y="1"/>
                    <a:pt x="37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94949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Solutions</a:t>
            </a:r>
            <a:endParaRPr/>
          </a:p>
        </p:txBody>
      </p:sp>
      <p:sp>
        <p:nvSpPr>
          <p:cNvPr id="2225" name="Google Shape;2225;p41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Mercury</a:t>
            </a:r>
            <a:endParaRPr/>
          </a:p>
        </p:txBody>
      </p:sp>
      <p:sp>
        <p:nvSpPr>
          <p:cNvPr id="2226" name="Google Shape;2226;p41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sun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7" name="Google Shape;2227;p41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Venus</a:t>
            </a:r>
            <a:endParaRPr/>
          </a:p>
        </p:txBody>
      </p:sp>
      <p:sp>
        <p:nvSpPr>
          <p:cNvPr id="2228" name="Google Shape;2228;p41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Venus is the second planet from the sun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9" name="Google Shape;2229;p41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Jupiter</a:t>
            </a:r>
            <a:endParaRPr/>
          </a:p>
        </p:txBody>
      </p:sp>
      <p:sp>
        <p:nvSpPr>
          <p:cNvPr id="2230" name="Google Shape;2230;p41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</a:t>
            </a:r>
            <a:r>
              <a:rPr lang="en" sz="1600"/>
              <a:t> of them all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1" name="Google Shape;2231;p41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Neptune</a:t>
            </a:r>
            <a:endParaRPr/>
          </a:p>
        </p:txBody>
      </p:sp>
      <p:sp>
        <p:nvSpPr>
          <p:cNvPr id="2232" name="Google Shape;2232;p41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</a:t>
            </a:r>
            <a:r>
              <a:rPr lang="en" sz="1600"/>
              <a:t>S</a:t>
            </a: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33" name="Google Shape;2233;p41"/>
          <p:cNvSpPr txBox="1"/>
          <p:nvPr/>
        </p:nvSpPr>
        <p:spPr>
          <a:xfrm>
            <a:off x="512064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4" name="Google Shape;2234;p41"/>
          <p:cNvSpPr txBox="1"/>
          <p:nvPr/>
        </p:nvSpPr>
        <p:spPr>
          <a:xfrm>
            <a:off x="1623369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03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5" name="Google Shape;2235;p41"/>
          <p:cNvSpPr txBox="1"/>
          <p:nvPr/>
        </p:nvSpPr>
        <p:spPr>
          <a:xfrm>
            <a:off x="5263298" y="3355848"/>
            <a:ext cx="1179600" cy="107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236" name="Google Shape;2236;p41"/>
          <p:cNvSpPr txBox="1"/>
          <p:nvPr/>
        </p:nvSpPr>
        <p:spPr>
          <a:xfrm>
            <a:off x="4268116" y="1700784"/>
            <a:ext cx="11796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720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Competitors</a:t>
            </a:r>
            <a:endParaRPr/>
          </a:p>
        </p:txBody>
      </p:sp>
      <p:graphicFrame>
        <p:nvGraphicFramePr>
          <p:cNvPr id="2242" name="Google Shape;2242;p42"/>
          <p:cNvGraphicFramePr/>
          <p:nvPr/>
        </p:nvGraphicFramePr>
        <p:xfrm>
          <a:off x="1843875" y="14932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{0A411BB9-72D4-41EB-B4C0-EC4F016FDF4C}</a:tableStyleId>
              </a:tblPr>
              <a:tblGrid>
                <a:gridCol w="10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1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1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4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Mercury</a:t>
                      </a:r>
                      <a:endParaRPr sz="16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Jupiter</a:t>
                      </a:r>
                      <a:endParaRPr sz="16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Venus</a:t>
                      </a:r>
                      <a:endParaRPr sz="16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Neptune</a:t>
                      </a:r>
                      <a:endParaRPr sz="16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243" name="Google Shape;2243;p42"/>
          <p:cNvGrpSpPr/>
          <p:nvPr/>
        </p:nvGrpSpPr>
        <p:grpSpPr>
          <a:xfrm>
            <a:off x="2287854" y="2172196"/>
            <a:ext cx="202055" cy="199141"/>
            <a:chOff x="-64774725" y="1916550"/>
            <a:chExt cx="319000" cy="314400"/>
          </a:xfrm>
        </p:grpSpPr>
        <p:sp>
          <p:nvSpPr>
            <p:cNvPr id="2244" name="Google Shape;2244;p42"/>
            <p:cNvSpPr/>
            <p:nvPr/>
          </p:nvSpPr>
          <p:spPr>
            <a:xfrm>
              <a:off x="-64774725" y="1916550"/>
              <a:ext cx="319000" cy="314400"/>
            </a:xfrm>
            <a:custGeom>
              <a:avLst/>
              <a:gdLst/>
              <a:ahLst/>
              <a:cxnLst/>
              <a:rect l="l" t="t" r="r" b="b"/>
              <a:pathLst>
                <a:path w="12760" h="12576" extrusionOk="0">
                  <a:moveTo>
                    <a:pt x="11436" y="856"/>
                  </a:moveTo>
                  <a:cubicBezTo>
                    <a:pt x="11562" y="856"/>
                    <a:pt x="11657" y="888"/>
                    <a:pt x="11783" y="951"/>
                  </a:cubicBezTo>
                  <a:cubicBezTo>
                    <a:pt x="11877" y="1077"/>
                    <a:pt x="11940" y="1203"/>
                    <a:pt x="11909" y="1329"/>
                  </a:cubicBezTo>
                  <a:cubicBezTo>
                    <a:pt x="11814" y="2431"/>
                    <a:pt x="11562" y="3440"/>
                    <a:pt x="11090" y="4416"/>
                  </a:cubicBezTo>
                  <a:lnTo>
                    <a:pt x="8317" y="1675"/>
                  </a:lnTo>
                  <a:cubicBezTo>
                    <a:pt x="9263" y="1234"/>
                    <a:pt x="10334" y="951"/>
                    <a:pt x="11436" y="856"/>
                  </a:cubicBezTo>
                  <a:close/>
                  <a:moveTo>
                    <a:pt x="3781" y="4542"/>
                  </a:moveTo>
                  <a:lnTo>
                    <a:pt x="3781" y="4542"/>
                  </a:lnTo>
                  <a:cubicBezTo>
                    <a:pt x="3529" y="4983"/>
                    <a:pt x="3245" y="5456"/>
                    <a:pt x="3056" y="5960"/>
                  </a:cubicBezTo>
                  <a:cubicBezTo>
                    <a:pt x="2878" y="5949"/>
                    <a:pt x="2699" y="5942"/>
                    <a:pt x="2522" y="5942"/>
                  </a:cubicBezTo>
                  <a:cubicBezTo>
                    <a:pt x="2167" y="5942"/>
                    <a:pt x="1817" y="5970"/>
                    <a:pt x="1481" y="6054"/>
                  </a:cubicBezTo>
                  <a:cubicBezTo>
                    <a:pt x="1544" y="5928"/>
                    <a:pt x="1670" y="5802"/>
                    <a:pt x="1733" y="5739"/>
                  </a:cubicBezTo>
                  <a:cubicBezTo>
                    <a:pt x="2331" y="5141"/>
                    <a:pt x="2993" y="4731"/>
                    <a:pt x="3781" y="4542"/>
                  </a:cubicBezTo>
                  <a:close/>
                  <a:moveTo>
                    <a:pt x="7561" y="2022"/>
                  </a:moveTo>
                  <a:lnTo>
                    <a:pt x="10680" y="5141"/>
                  </a:lnTo>
                  <a:cubicBezTo>
                    <a:pt x="9546" y="7157"/>
                    <a:pt x="7687" y="8669"/>
                    <a:pt x="5419" y="9331"/>
                  </a:cubicBezTo>
                  <a:lnTo>
                    <a:pt x="3403" y="7346"/>
                  </a:lnTo>
                  <a:cubicBezTo>
                    <a:pt x="4064" y="5109"/>
                    <a:pt x="5576" y="3219"/>
                    <a:pt x="7561" y="2022"/>
                  </a:cubicBezTo>
                  <a:close/>
                  <a:moveTo>
                    <a:pt x="2899" y="8008"/>
                  </a:moveTo>
                  <a:lnTo>
                    <a:pt x="4789" y="9898"/>
                  </a:lnTo>
                  <a:lnTo>
                    <a:pt x="4316" y="10623"/>
                  </a:lnTo>
                  <a:lnTo>
                    <a:pt x="2142" y="8449"/>
                  </a:lnTo>
                  <a:lnTo>
                    <a:pt x="2899" y="8008"/>
                  </a:lnTo>
                  <a:close/>
                  <a:moveTo>
                    <a:pt x="2363" y="9867"/>
                  </a:moveTo>
                  <a:lnTo>
                    <a:pt x="2899" y="10371"/>
                  </a:lnTo>
                  <a:cubicBezTo>
                    <a:pt x="2741" y="10497"/>
                    <a:pt x="2520" y="10654"/>
                    <a:pt x="2300" y="10780"/>
                  </a:cubicBezTo>
                  <a:cubicBezTo>
                    <a:pt x="1985" y="10969"/>
                    <a:pt x="1733" y="11095"/>
                    <a:pt x="1638" y="11127"/>
                  </a:cubicBezTo>
                  <a:cubicBezTo>
                    <a:pt x="1701" y="10969"/>
                    <a:pt x="1796" y="10780"/>
                    <a:pt x="1985" y="10465"/>
                  </a:cubicBezTo>
                  <a:cubicBezTo>
                    <a:pt x="2142" y="10213"/>
                    <a:pt x="2268" y="10024"/>
                    <a:pt x="2363" y="9867"/>
                  </a:cubicBezTo>
                  <a:close/>
                  <a:moveTo>
                    <a:pt x="8191" y="8984"/>
                  </a:moveTo>
                  <a:lnTo>
                    <a:pt x="8191" y="8984"/>
                  </a:lnTo>
                  <a:cubicBezTo>
                    <a:pt x="7971" y="9867"/>
                    <a:pt x="7467" y="10686"/>
                    <a:pt x="6711" y="11284"/>
                  </a:cubicBezTo>
                  <a:cubicBezTo>
                    <a:pt x="6837" y="10749"/>
                    <a:pt x="6837" y="10245"/>
                    <a:pt x="6774" y="9741"/>
                  </a:cubicBezTo>
                  <a:cubicBezTo>
                    <a:pt x="7309" y="9551"/>
                    <a:pt x="7782" y="9268"/>
                    <a:pt x="8191" y="8984"/>
                  </a:cubicBezTo>
                  <a:close/>
                  <a:moveTo>
                    <a:pt x="11509" y="1"/>
                  </a:moveTo>
                  <a:cubicBezTo>
                    <a:pt x="11474" y="1"/>
                    <a:pt x="11440" y="2"/>
                    <a:pt x="11405" y="6"/>
                  </a:cubicBezTo>
                  <a:cubicBezTo>
                    <a:pt x="10365" y="100"/>
                    <a:pt x="9389" y="321"/>
                    <a:pt x="8412" y="730"/>
                  </a:cubicBezTo>
                  <a:cubicBezTo>
                    <a:pt x="7498" y="1077"/>
                    <a:pt x="6616" y="1644"/>
                    <a:pt x="5797" y="2274"/>
                  </a:cubicBezTo>
                  <a:cubicBezTo>
                    <a:pt x="5324" y="2652"/>
                    <a:pt x="4852" y="3093"/>
                    <a:pt x="4474" y="3566"/>
                  </a:cubicBezTo>
                  <a:cubicBezTo>
                    <a:pt x="3245" y="3629"/>
                    <a:pt x="2048" y="4196"/>
                    <a:pt x="1166" y="5109"/>
                  </a:cubicBezTo>
                  <a:cubicBezTo>
                    <a:pt x="725" y="5519"/>
                    <a:pt x="378" y="6054"/>
                    <a:pt x="95" y="6590"/>
                  </a:cubicBezTo>
                  <a:cubicBezTo>
                    <a:pt x="0" y="6748"/>
                    <a:pt x="63" y="6937"/>
                    <a:pt x="158" y="7063"/>
                  </a:cubicBezTo>
                  <a:cubicBezTo>
                    <a:pt x="252" y="7157"/>
                    <a:pt x="378" y="7189"/>
                    <a:pt x="441" y="7189"/>
                  </a:cubicBezTo>
                  <a:cubicBezTo>
                    <a:pt x="536" y="7189"/>
                    <a:pt x="567" y="7189"/>
                    <a:pt x="630" y="7157"/>
                  </a:cubicBezTo>
                  <a:cubicBezTo>
                    <a:pt x="1198" y="6873"/>
                    <a:pt x="1842" y="6743"/>
                    <a:pt x="2471" y="6743"/>
                  </a:cubicBezTo>
                  <a:cubicBezTo>
                    <a:pt x="2540" y="6743"/>
                    <a:pt x="2609" y="6744"/>
                    <a:pt x="2678" y="6748"/>
                  </a:cubicBezTo>
                  <a:cubicBezTo>
                    <a:pt x="2647" y="6905"/>
                    <a:pt x="2615" y="7031"/>
                    <a:pt x="2584" y="7189"/>
                  </a:cubicBezTo>
                  <a:lnTo>
                    <a:pt x="1229" y="7976"/>
                  </a:lnTo>
                  <a:cubicBezTo>
                    <a:pt x="1008" y="8134"/>
                    <a:pt x="945" y="8449"/>
                    <a:pt x="1166" y="8606"/>
                  </a:cubicBezTo>
                  <a:lnTo>
                    <a:pt x="1733" y="9173"/>
                  </a:lnTo>
                  <a:cubicBezTo>
                    <a:pt x="1544" y="9425"/>
                    <a:pt x="1323" y="9772"/>
                    <a:pt x="1103" y="10119"/>
                  </a:cubicBezTo>
                  <a:cubicBezTo>
                    <a:pt x="945" y="10465"/>
                    <a:pt x="788" y="10717"/>
                    <a:pt x="725" y="10906"/>
                  </a:cubicBezTo>
                  <a:cubicBezTo>
                    <a:pt x="599" y="11316"/>
                    <a:pt x="630" y="11599"/>
                    <a:pt x="851" y="11788"/>
                  </a:cubicBezTo>
                  <a:cubicBezTo>
                    <a:pt x="981" y="11918"/>
                    <a:pt x="1144" y="11961"/>
                    <a:pt x="1320" y="11961"/>
                  </a:cubicBezTo>
                  <a:cubicBezTo>
                    <a:pt x="1443" y="11961"/>
                    <a:pt x="1572" y="11940"/>
                    <a:pt x="1701" y="11914"/>
                  </a:cubicBezTo>
                  <a:cubicBezTo>
                    <a:pt x="1953" y="11820"/>
                    <a:pt x="2174" y="11694"/>
                    <a:pt x="2489" y="11505"/>
                  </a:cubicBezTo>
                  <a:cubicBezTo>
                    <a:pt x="2836" y="11316"/>
                    <a:pt x="3151" y="11095"/>
                    <a:pt x="3434" y="10875"/>
                  </a:cubicBezTo>
                  <a:lnTo>
                    <a:pt x="4033" y="11473"/>
                  </a:lnTo>
                  <a:cubicBezTo>
                    <a:pt x="4116" y="11557"/>
                    <a:pt x="4225" y="11597"/>
                    <a:pt x="4330" y="11597"/>
                  </a:cubicBezTo>
                  <a:cubicBezTo>
                    <a:pt x="4464" y="11597"/>
                    <a:pt x="4593" y="11533"/>
                    <a:pt x="4663" y="11410"/>
                  </a:cubicBezTo>
                  <a:lnTo>
                    <a:pt x="5450" y="10056"/>
                  </a:lnTo>
                  <a:cubicBezTo>
                    <a:pt x="5608" y="10024"/>
                    <a:pt x="5734" y="9993"/>
                    <a:pt x="5892" y="9930"/>
                  </a:cubicBezTo>
                  <a:lnTo>
                    <a:pt x="5892" y="9930"/>
                  </a:lnTo>
                  <a:cubicBezTo>
                    <a:pt x="5923" y="10591"/>
                    <a:pt x="5797" y="11316"/>
                    <a:pt x="5482" y="11977"/>
                  </a:cubicBezTo>
                  <a:cubicBezTo>
                    <a:pt x="5419" y="12135"/>
                    <a:pt x="5450" y="12324"/>
                    <a:pt x="5576" y="12450"/>
                  </a:cubicBezTo>
                  <a:cubicBezTo>
                    <a:pt x="5639" y="12534"/>
                    <a:pt x="5759" y="12576"/>
                    <a:pt x="5878" y="12576"/>
                  </a:cubicBezTo>
                  <a:cubicBezTo>
                    <a:pt x="5937" y="12576"/>
                    <a:pt x="5997" y="12565"/>
                    <a:pt x="6049" y="12544"/>
                  </a:cubicBezTo>
                  <a:cubicBezTo>
                    <a:pt x="6585" y="12261"/>
                    <a:pt x="7089" y="11914"/>
                    <a:pt x="7530" y="11473"/>
                  </a:cubicBezTo>
                  <a:cubicBezTo>
                    <a:pt x="8443" y="10560"/>
                    <a:pt x="8979" y="9394"/>
                    <a:pt x="9074" y="8165"/>
                  </a:cubicBezTo>
                  <a:cubicBezTo>
                    <a:pt x="9546" y="7756"/>
                    <a:pt x="9987" y="7346"/>
                    <a:pt x="10365" y="6811"/>
                  </a:cubicBezTo>
                  <a:cubicBezTo>
                    <a:pt x="11027" y="5991"/>
                    <a:pt x="11562" y="5141"/>
                    <a:pt x="11940" y="4227"/>
                  </a:cubicBezTo>
                  <a:cubicBezTo>
                    <a:pt x="12350" y="3282"/>
                    <a:pt x="12571" y="2242"/>
                    <a:pt x="12665" y="1234"/>
                  </a:cubicBezTo>
                  <a:cubicBezTo>
                    <a:pt x="12760" y="1014"/>
                    <a:pt x="12665" y="636"/>
                    <a:pt x="12382" y="384"/>
                  </a:cubicBezTo>
                  <a:cubicBezTo>
                    <a:pt x="12126" y="128"/>
                    <a:pt x="11820" y="1"/>
                    <a:pt x="1150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42"/>
            <p:cNvSpPr/>
            <p:nvPr/>
          </p:nvSpPr>
          <p:spPr>
            <a:xfrm>
              <a:off x="-64636900" y="2010600"/>
              <a:ext cx="89800" cy="82525"/>
            </a:xfrm>
            <a:custGeom>
              <a:avLst/>
              <a:gdLst/>
              <a:ahLst/>
              <a:cxnLst/>
              <a:rect l="l" t="t" r="r" b="b"/>
              <a:pathLst>
                <a:path w="3592" h="3301" extrusionOk="0">
                  <a:moveTo>
                    <a:pt x="1828" y="827"/>
                  </a:moveTo>
                  <a:cubicBezTo>
                    <a:pt x="2048" y="827"/>
                    <a:pt x="2269" y="906"/>
                    <a:pt x="2426" y="1064"/>
                  </a:cubicBezTo>
                  <a:cubicBezTo>
                    <a:pt x="2741" y="1410"/>
                    <a:pt x="2741" y="1914"/>
                    <a:pt x="2426" y="2229"/>
                  </a:cubicBezTo>
                  <a:cubicBezTo>
                    <a:pt x="2269" y="2387"/>
                    <a:pt x="2048" y="2466"/>
                    <a:pt x="1828" y="2466"/>
                  </a:cubicBezTo>
                  <a:cubicBezTo>
                    <a:pt x="1607" y="2466"/>
                    <a:pt x="1387" y="2387"/>
                    <a:pt x="1229" y="2229"/>
                  </a:cubicBezTo>
                  <a:cubicBezTo>
                    <a:pt x="914" y="1914"/>
                    <a:pt x="914" y="1379"/>
                    <a:pt x="1229" y="1064"/>
                  </a:cubicBezTo>
                  <a:cubicBezTo>
                    <a:pt x="1387" y="906"/>
                    <a:pt x="1607" y="827"/>
                    <a:pt x="1828" y="827"/>
                  </a:cubicBezTo>
                  <a:close/>
                  <a:moveTo>
                    <a:pt x="1820" y="0"/>
                  </a:moveTo>
                  <a:cubicBezTo>
                    <a:pt x="1402" y="0"/>
                    <a:pt x="977" y="166"/>
                    <a:pt x="631" y="497"/>
                  </a:cubicBezTo>
                  <a:cubicBezTo>
                    <a:pt x="0" y="1127"/>
                    <a:pt x="0" y="2198"/>
                    <a:pt x="631" y="2828"/>
                  </a:cubicBezTo>
                  <a:cubicBezTo>
                    <a:pt x="946" y="3143"/>
                    <a:pt x="1371" y="3301"/>
                    <a:pt x="1796" y="3301"/>
                  </a:cubicBezTo>
                  <a:cubicBezTo>
                    <a:pt x="2222" y="3301"/>
                    <a:pt x="2647" y="3143"/>
                    <a:pt x="2962" y="2828"/>
                  </a:cubicBezTo>
                  <a:cubicBezTo>
                    <a:pt x="3592" y="2198"/>
                    <a:pt x="3592" y="1127"/>
                    <a:pt x="2962" y="497"/>
                  </a:cubicBezTo>
                  <a:cubicBezTo>
                    <a:pt x="2647" y="166"/>
                    <a:pt x="2237" y="0"/>
                    <a:pt x="18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6" name="Google Shape;2246;p42"/>
          <p:cNvGrpSpPr/>
          <p:nvPr/>
        </p:nvGrpSpPr>
        <p:grpSpPr>
          <a:xfrm>
            <a:off x="3384628" y="2170504"/>
            <a:ext cx="202574" cy="202526"/>
            <a:chOff x="2081650" y="4993750"/>
            <a:chExt cx="483125" cy="483125"/>
          </a:xfrm>
        </p:grpSpPr>
        <p:sp>
          <p:nvSpPr>
            <p:cNvPr id="2247" name="Google Shape;2247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48" name="Google Shape;2248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49" name="Google Shape;2249;p42"/>
          <p:cNvGrpSpPr/>
          <p:nvPr/>
        </p:nvGrpSpPr>
        <p:grpSpPr>
          <a:xfrm>
            <a:off x="4466265" y="2170504"/>
            <a:ext cx="202574" cy="202526"/>
            <a:chOff x="2081650" y="4993750"/>
            <a:chExt cx="483125" cy="483125"/>
          </a:xfrm>
        </p:grpSpPr>
        <p:sp>
          <p:nvSpPr>
            <p:cNvPr id="2250" name="Google Shape;2250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51" name="Google Shape;2251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52" name="Google Shape;2252;p42"/>
          <p:cNvGrpSpPr/>
          <p:nvPr/>
        </p:nvGrpSpPr>
        <p:grpSpPr>
          <a:xfrm>
            <a:off x="6658990" y="2170504"/>
            <a:ext cx="202574" cy="202526"/>
            <a:chOff x="2081650" y="4993750"/>
            <a:chExt cx="483125" cy="483125"/>
          </a:xfrm>
        </p:grpSpPr>
        <p:sp>
          <p:nvSpPr>
            <p:cNvPr id="2253" name="Google Shape;2253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54" name="Google Shape;2254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55" name="Google Shape;2255;p42"/>
          <p:cNvGrpSpPr/>
          <p:nvPr/>
        </p:nvGrpSpPr>
        <p:grpSpPr>
          <a:xfrm>
            <a:off x="5562003" y="2170504"/>
            <a:ext cx="202574" cy="202526"/>
            <a:chOff x="2081650" y="4993750"/>
            <a:chExt cx="483125" cy="483125"/>
          </a:xfrm>
        </p:grpSpPr>
        <p:sp>
          <p:nvSpPr>
            <p:cNvPr id="2256" name="Google Shape;2256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57" name="Google Shape;2257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58" name="Google Shape;2258;p42"/>
          <p:cNvGrpSpPr/>
          <p:nvPr/>
        </p:nvGrpSpPr>
        <p:grpSpPr>
          <a:xfrm>
            <a:off x="2290847" y="3178736"/>
            <a:ext cx="196069" cy="202561"/>
            <a:chOff x="-62148000" y="1930075"/>
            <a:chExt cx="309550" cy="319800"/>
          </a:xfrm>
        </p:grpSpPr>
        <p:sp>
          <p:nvSpPr>
            <p:cNvPr id="2259" name="Google Shape;2259;p42"/>
            <p:cNvSpPr/>
            <p:nvPr/>
          </p:nvSpPr>
          <p:spPr>
            <a:xfrm>
              <a:off x="-62148000" y="1930075"/>
              <a:ext cx="309550" cy="319800"/>
            </a:xfrm>
            <a:custGeom>
              <a:avLst/>
              <a:gdLst/>
              <a:ahLst/>
              <a:cxnLst/>
              <a:rect l="l" t="t" r="r" b="b"/>
              <a:pathLst>
                <a:path w="12382" h="12792" extrusionOk="0">
                  <a:moveTo>
                    <a:pt x="11594" y="1670"/>
                  </a:moveTo>
                  <a:lnTo>
                    <a:pt x="11594" y="2899"/>
                  </a:lnTo>
                  <a:cubicBezTo>
                    <a:pt x="11594" y="3970"/>
                    <a:pt x="10775" y="4883"/>
                    <a:pt x="9735" y="4946"/>
                  </a:cubicBezTo>
                  <a:cubicBezTo>
                    <a:pt x="9861" y="4631"/>
                    <a:pt x="9924" y="4190"/>
                    <a:pt x="9924" y="3781"/>
                  </a:cubicBezTo>
                  <a:lnTo>
                    <a:pt x="9924" y="1670"/>
                  </a:lnTo>
                  <a:close/>
                  <a:moveTo>
                    <a:pt x="2489" y="1733"/>
                  </a:moveTo>
                  <a:lnTo>
                    <a:pt x="2489" y="3812"/>
                  </a:lnTo>
                  <a:cubicBezTo>
                    <a:pt x="2489" y="4253"/>
                    <a:pt x="2584" y="4631"/>
                    <a:pt x="2678" y="5041"/>
                  </a:cubicBezTo>
                  <a:cubicBezTo>
                    <a:pt x="1638" y="4915"/>
                    <a:pt x="851" y="4033"/>
                    <a:pt x="851" y="2993"/>
                  </a:cubicBezTo>
                  <a:lnTo>
                    <a:pt x="851" y="1733"/>
                  </a:lnTo>
                  <a:close/>
                  <a:moveTo>
                    <a:pt x="9105" y="882"/>
                  </a:moveTo>
                  <a:lnTo>
                    <a:pt x="9105" y="3812"/>
                  </a:lnTo>
                  <a:cubicBezTo>
                    <a:pt x="9105" y="5419"/>
                    <a:pt x="7813" y="6679"/>
                    <a:pt x="6207" y="6679"/>
                  </a:cubicBezTo>
                  <a:cubicBezTo>
                    <a:pt x="4600" y="6679"/>
                    <a:pt x="3308" y="5387"/>
                    <a:pt x="3308" y="3812"/>
                  </a:cubicBezTo>
                  <a:lnTo>
                    <a:pt x="3308" y="882"/>
                  </a:lnTo>
                  <a:close/>
                  <a:moveTo>
                    <a:pt x="6648" y="7467"/>
                  </a:moveTo>
                  <a:lnTo>
                    <a:pt x="6648" y="8601"/>
                  </a:lnTo>
                  <a:lnTo>
                    <a:pt x="5797" y="8601"/>
                  </a:lnTo>
                  <a:lnTo>
                    <a:pt x="5797" y="7467"/>
                  </a:lnTo>
                  <a:cubicBezTo>
                    <a:pt x="5923" y="7467"/>
                    <a:pt x="6081" y="7498"/>
                    <a:pt x="6207" y="7498"/>
                  </a:cubicBezTo>
                  <a:cubicBezTo>
                    <a:pt x="6301" y="7498"/>
                    <a:pt x="6459" y="7498"/>
                    <a:pt x="6648" y="7467"/>
                  </a:cubicBezTo>
                  <a:close/>
                  <a:moveTo>
                    <a:pt x="7057" y="9389"/>
                  </a:moveTo>
                  <a:cubicBezTo>
                    <a:pt x="7309" y="9389"/>
                    <a:pt x="7498" y="9609"/>
                    <a:pt x="7498" y="9830"/>
                  </a:cubicBezTo>
                  <a:lnTo>
                    <a:pt x="7498" y="10271"/>
                  </a:lnTo>
                  <a:lnTo>
                    <a:pt x="5009" y="10271"/>
                  </a:lnTo>
                  <a:lnTo>
                    <a:pt x="5009" y="9830"/>
                  </a:lnTo>
                  <a:lnTo>
                    <a:pt x="4978" y="9830"/>
                  </a:lnTo>
                  <a:cubicBezTo>
                    <a:pt x="4978" y="9609"/>
                    <a:pt x="5167" y="9389"/>
                    <a:pt x="5419" y="9389"/>
                  </a:cubicBezTo>
                  <a:close/>
                  <a:moveTo>
                    <a:pt x="8727" y="11090"/>
                  </a:moveTo>
                  <a:cubicBezTo>
                    <a:pt x="8948" y="11090"/>
                    <a:pt x="9105" y="11279"/>
                    <a:pt x="9105" y="11499"/>
                  </a:cubicBezTo>
                  <a:lnTo>
                    <a:pt x="9105" y="11909"/>
                  </a:lnTo>
                  <a:lnTo>
                    <a:pt x="3308" y="11909"/>
                  </a:lnTo>
                  <a:lnTo>
                    <a:pt x="3308" y="11499"/>
                  </a:lnTo>
                  <a:cubicBezTo>
                    <a:pt x="3308" y="11247"/>
                    <a:pt x="3529" y="11090"/>
                    <a:pt x="3718" y="11090"/>
                  </a:cubicBezTo>
                  <a:close/>
                  <a:moveTo>
                    <a:pt x="2899" y="0"/>
                  </a:moveTo>
                  <a:cubicBezTo>
                    <a:pt x="2647" y="0"/>
                    <a:pt x="2489" y="189"/>
                    <a:pt x="2489" y="410"/>
                  </a:cubicBezTo>
                  <a:lnTo>
                    <a:pt x="2489" y="819"/>
                  </a:lnTo>
                  <a:lnTo>
                    <a:pt x="410" y="819"/>
                  </a:lnTo>
                  <a:cubicBezTo>
                    <a:pt x="221" y="882"/>
                    <a:pt x="0" y="1040"/>
                    <a:pt x="0" y="1292"/>
                  </a:cubicBezTo>
                  <a:lnTo>
                    <a:pt x="0" y="2930"/>
                  </a:lnTo>
                  <a:cubicBezTo>
                    <a:pt x="0" y="4568"/>
                    <a:pt x="1323" y="5860"/>
                    <a:pt x="2930" y="5860"/>
                  </a:cubicBezTo>
                  <a:lnTo>
                    <a:pt x="3119" y="5860"/>
                  </a:lnTo>
                  <a:cubicBezTo>
                    <a:pt x="3560" y="6522"/>
                    <a:pt x="4222" y="7026"/>
                    <a:pt x="4978" y="7309"/>
                  </a:cubicBezTo>
                  <a:lnTo>
                    <a:pt x="4978" y="8695"/>
                  </a:lnTo>
                  <a:cubicBezTo>
                    <a:pt x="4505" y="8853"/>
                    <a:pt x="4159" y="9326"/>
                    <a:pt x="4159" y="9861"/>
                  </a:cubicBezTo>
                  <a:lnTo>
                    <a:pt x="4159" y="10302"/>
                  </a:lnTo>
                  <a:lnTo>
                    <a:pt x="3749" y="10302"/>
                  </a:lnTo>
                  <a:cubicBezTo>
                    <a:pt x="3088" y="10302"/>
                    <a:pt x="2521" y="10869"/>
                    <a:pt x="2521" y="11531"/>
                  </a:cubicBezTo>
                  <a:lnTo>
                    <a:pt x="2521" y="12350"/>
                  </a:lnTo>
                  <a:cubicBezTo>
                    <a:pt x="2521" y="12571"/>
                    <a:pt x="2741" y="12791"/>
                    <a:pt x="2930" y="12791"/>
                  </a:cubicBezTo>
                  <a:lnTo>
                    <a:pt x="9546" y="12791"/>
                  </a:lnTo>
                  <a:cubicBezTo>
                    <a:pt x="9767" y="12791"/>
                    <a:pt x="9924" y="12571"/>
                    <a:pt x="9924" y="12350"/>
                  </a:cubicBezTo>
                  <a:lnTo>
                    <a:pt x="9924" y="11499"/>
                  </a:lnTo>
                  <a:cubicBezTo>
                    <a:pt x="9924" y="10806"/>
                    <a:pt x="9389" y="10271"/>
                    <a:pt x="8727" y="10271"/>
                  </a:cubicBezTo>
                  <a:lnTo>
                    <a:pt x="8286" y="10271"/>
                  </a:lnTo>
                  <a:lnTo>
                    <a:pt x="8286" y="9830"/>
                  </a:lnTo>
                  <a:cubicBezTo>
                    <a:pt x="8286" y="9294"/>
                    <a:pt x="7939" y="8853"/>
                    <a:pt x="7467" y="8664"/>
                  </a:cubicBezTo>
                  <a:lnTo>
                    <a:pt x="7467" y="7278"/>
                  </a:lnTo>
                  <a:cubicBezTo>
                    <a:pt x="8191" y="6994"/>
                    <a:pt x="8885" y="6490"/>
                    <a:pt x="9294" y="5828"/>
                  </a:cubicBezTo>
                  <a:lnTo>
                    <a:pt x="9515" y="5828"/>
                  </a:lnTo>
                  <a:cubicBezTo>
                    <a:pt x="11121" y="5828"/>
                    <a:pt x="12382" y="4505"/>
                    <a:pt x="12382" y="2899"/>
                  </a:cubicBezTo>
                  <a:lnTo>
                    <a:pt x="12382" y="1260"/>
                  </a:lnTo>
                  <a:cubicBezTo>
                    <a:pt x="12382" y="1008"/>
                    <a:pt x="12193" y="819"/>
                    <a:pt x="11972" y="819"/>
                  </a:cubicBezTo>
                  <a:lnTo>
                    <a:pt x="9893" y="819"/>
                  </a:lnTo>
                  <a:lnTo>
                    <a:pt x="9893" y="410"/>
                  </a:lnTo>
                  <a:cubicBezTo>
                    <a:pt x="9893" y="189"/>
                    <a:pt x="9704" y="0"/>
                    <a:pt x="95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0" name="Google Shape;2260;p42"/>
            <p:cNvSpPr/>
            <p:nvPr/>
          </p:nvSpPr>
          <p:spPr>
            <a:xfrm>
              <a:off x="-62044825" y="1972200"/>
              <a:ext cx="107125" cy="97700"/>
            </a:xfrm>
            <a:custGeom>
              <a:avLst/>
              <a:gdLst/>
              <a:ahLst/>
              <a:cxnLst/>
              <a:rect l="l" t="t" r="r" b="b"/>
              <a:pathLst>
                <a:path w="4285" h="3908" extrusionOk="0">
                  <a:moveTo>
                    <a:pt x="2111" y="1308"/>
                  </a:moveTo>
                  <a:lnTo>
                    <a:pt x="2237" y="1560"/>
                  </a:lnTo>
                  <a:cubicBezTo>
                    <a:pt x="2300" y="1686"/>
                    <a:pt x="2395" y="1781"/>
                    <a:pt x="2552" y="1812"/>
                  </a:cubicBezTo>
                  <a:lnTo>
                    <a:pt x="2867" y="1844"/>
                  </a:lnTo>
                  <a:lnTo>
                    <a:pt x="2615" y="2033"/>
                  </a:lnTo>
                  <a:cubicBezTo>
                    <a:pt x="2552" y="2127"/>
                    <a:pt x="2458" y="2285"/>
                    <a:pt x="2521" y="2411"/>
                  </a:cubicBezTo>
                  <a:lnTo>
                    <a:pt x="2552" y="2726"/>
                  </a:lnTo>
                  <a:lnTo>
                    <a:pt x="2269" y="2568"/>
                  </a:lnTo>
                  <a:cubicBezTo>
                    <a:pt x="2206" y="2505"/>
                    <a:pt x="2143" y="2505"/>
                    <a:pt x="2080" y="2505"/>
                  </a:cubicBezTo>
                  <a:cubicBezTo>
                    <a:pt x="1985" y="2505"/>
                    <a:pt x="1954" y="2505"/>
                    <a:pt x="1891" y="2568"/>
                  </a:cubicBezTo>
                  <a:lnTo>
                    <a:pt x="1607" y="2726"/>
                  </a:lnTo>
                  <a:lnTo>
                    <a:pt x="1639" y="2411"/>
                  </a:lnTo>
                  <a:cubicBezTo>
                    <a:pt x="1670" y="2285"/>
                    <a:pt x="1607" y="2127"/>
                    <a:pt x="1513" y="2033"/>
                  </a:cubicBezTo>
                  <a:lnTo>
                    <a:pt x="1292" y="1844"/>
                  </a:lnTo>
                  <a:lnTo>
                    <a:pt x="1670" y="1812"/>
                  </a:lnTo>
                  <a:cubicBezTo>
                    <a:pt x="1796" y="1812"/>
                    <a:pt x="1922" y="1686"/>
                    <a:pt x="1985" y="1560"/>
                  </a:cubicBezTo>
                  <a:lnTo>
                    <a:pt x="2111" y="1308"/>
                  </a:lnTo>
                  <a:close/>
                  <a:moveTo>
                    <a:pt x="2143" y="1"/>
                  </a:moveTo>
                  <a:cubicBezTo>
                    <a:pt x="1993" y="1"/>
                    <a:pt x="1843" y="79"/>
                    <a:pt x="1765" y="237"/>
                  </a:cubicBezTo>
                  <a:lnTo>
                    <a:pt x="1355" y="1056"/>
                  </a:lnTo>
                  <a:lnTo>
                    <a:pt x="473" y="1182"/>
                  </a:lnTo>
                  <a:cubicBezTo>
                    <a:pt x="95" y="1214"/>
                    <a:pt x="0" y="1655"/>
                    <a:pt x="221" y="1875"/>
                  </a:cubicBezTo>
                  <a:lnTo>
                    <a:pt x="851" y="2505"/>
                  </a:lnTo>
                  <a:lnTo>
                    <a:pt x="693" y="3419"/>
                  </a:lnTo>
                  <a:cubicBezTo>
                    <a:pt x="668" y="3693"/>
                    <a:pt x="880" y="3908"/>
                    <a:pt x="1110" y="3908"/>
                  </a:cubicBezTo>
                  <a:cubicBezTo>
                    <a:pt x="1171" y="3908"/>
                    <a:pt x="1233" y="3893"/>
                    <a:pt x="1292" y="3860"/>
                  </a:cubicBezTo>
                  <a:lnTo>
                    <a:pt x="2111" y="3419"/>
                  </a:lnTo>
                  <a:lnTo>
                    <a:pt x="2930" y="3860"/>
                  </a:lnTo>
                  <a:cubicBezTo>
                    <a:pt x="2992" y="3891"/>
                    <a:pt x="3056" y="3905"/>
                    <a:pt x="3119" y="3905"/>
                  </a:cubicBezTo>
                  <a:cubicBezTo>
                    <a:pt x="3376" y="3905"/>
                    <a:pt x="3605" y="3672"/>
                    <a:pt x="3529" y="3419"/>
                  </a:cubicBezTo>
                  <a:lnTo>
                    <a:pt x="3371" y="2505"/>
                  </a:lnTo>
                  <a:lnTo>
                    <a:pt x="4033" y="1875"/>
                  </a:lnTo>
                  <a:cubicBezTo>
                    <a:pt x="4285" y="1655"/>
                    <a:pt x="4159" y="1214"/>
                    <a:pt x="3812" y="1182"/>
                  </a:cubicBezTo>
                  <a:lnTo>
                    <a:pt x="2899" y="1056"/>
                  </a:lnTo>
                  <a:lnTo>
                    <a:pt x="2521" y="237"/>
                  </a:lnTo>
                  <a:cubicBezTo>
                    <a:pt x="2442" y="79"/>
                    <a:pt x="2292" y="1"/>
                    <a:pt x="21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61" name="Google Shape;2261;p42"/>
          <p:cNvGrpSpPr/>
          <p:nvPr/>
        </p:nvGrpSpPr>
        <p:grpSpPr>
          <a:xfrm>
            <a:off x="3389996" y="3178754"/>
            <a:ext cx="202574" cy="202526"/>
            <a:chOff x="1487200" y="4993750"/>
            <a:chExt cx="483125" cy="483125"/>
          </a:xfrm>
        </p:grpSpPr>
        <p:sp>
          <p:nvSpPr>
            <p:cNvPr id="2262" name="Google Shape;2262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3" name="Google Shape;2263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64" name="Google Shape;2264;p42"/>
          <p:cNvGrpSpPr/>
          <p:nvPr/>
        </p:nvGrpSpPr>
        <p:grpSpPr>
          <a:xfrm>
            <a:off x="4466265" y="3178754"/>
            <a:ext cx="202574" cy="202526"/>
            <a:chOff x="2081650" y="4993750"/>
            <a:chExt cx="483125" cy="483125"/>
          </a:xfrm>
        </p:grpSpPr>
        <p:sp>
          <p:nvSpPr>
            <p:cNvPr id="2265" name="Google Shape;2265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6" name="Google Shape;2266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67" name="Google Shape;2267;p42"/>
          <p:cNvGrpSpPr/>
          <p:nvPr/>
        </p:nvGrpSpPr>
        <p:grpSpPr>
          <a:xfrm>
            <a:off x="5562009" y="3178754"/>
            <a:ext cx="202574" cy="202526"/>
            <a:chOff x="1487200" y="4993750"/>
            <a:chExt cx="483125" cy="483125"/>
          </a:xfrm>
        </p:grpSpPr>
        <p:sp>
          <p:nvSpPr>
            <p:cNvPr id="2268" name="Google Shape;2268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69" name="Google Shape;2269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70" name="Google Shape;2270;p42"/>
          <p:cNvGrpSpPr/>
          <p:nvPr/>
        </p:nvGrpSpPr>
        <p:grpSpPr>
          <a:xfrm>
            <a:off x="6652478" y="3178754"/>
            <a:ext cx="202574" cy="202526"/>
            <a:chOff x="2081650" y="4993750"/>
            <a:chExt cx="483125" cy="483125"/>
          </a:xfrm>
        </p:grpSpPr>
        <p:sp>
          <p:nvSpPr>
            <p:cNvPr id="2271" name="Google Shape;2271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2" name="Google Shape;2272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73" name="Google Shape;2273;p42"/>
          <p:cNvGrpSpPr/>
          <p:nvPr/>
        </p:nvGrpSpPr>
        <p:grpSpPr>
          <a:xfrm>
            <a:off x="2288100" y="3692614"/>
            <a:ext cx="201564" cy="183116"/>
            <a:chOff x="-62518200" y="2692475"/>
            <a:chExt cx="318225" cy="289100"/>
          </a:xfrm>
        </p:grpSpPr>
        <p:sp>
          <p:nvSpPr>
            <p:cNvPr id="2274" name="Google Shape;2274;p42"/>
            <p:cNvSpPr/>
            <p:nvPr/>
          </p:nvSpPr>
          <p:spPr>
            <a:xfrm>
              <a:off x="-62518200" y="2692475"/>
              <a:ext cx="318225" cy="289100"/>
            </a:xfrm>
            <a:custGeom>
              <a:avLst/>
              <a:gdLst/>
              <a:ahLst/>
              <a:cxnLst/>
              <a:rect l="l" t="t" r="r" b="b"/>
              <a:pathLst>
                <a:path w="12729" h="11564" extrusionOk="0">
                  <a:moveTo>
                    <a:pt x="3750" y="851"/>
                  </a:moveTo>
                  <a:cubicBezTo>
                    <a:pt x="5420" y="851"/>
                    <a:pt x="6617" y="1513"/>
                    <a:pt x="6617" y="2112"/>
                  </a:cubicBezTo>
                  <a:cubicBezTo>
                    <a:pt x="6617" y="2679"/>
                    <a:pt x="5420" y="3309"/>
                    <a:pt x="3750" y="3309"/>
                  </a:cubicBezTo>
                  <a:cubicBezTo>
                    <a:pt x="2206" y="3309"/>
                    <a:pt x="851" y="2679"/>
                    <a:pt x="851" y="2112"/>
                  </a:cubicBezTo>
                  <a:cubicBezTo>
                    <a:pt x="851" y="1481"/>
                    <a:pt x="2112" y="851"/>
                    <a:pt x="3750" y="851"/>
                  </a:cubicBezTo>
                  <a:close/>
                  <a:moveTo>
                    <a:pt x="6617" y="3403"/>
                  </a:moveTo>
                  <a:lnTo>
                    <a:pt x="6617" y="3781"/>
                  </a:lnTo>
                  <a:cubicBezTo>
                    <a:pt x="5829" y="4222"/>
                    <a:pt x="5199" y="4884"/>
                    <a:pt x="4821" y="5672"/>
                  </a:cubicBezTo>
                  <a:cubicBezTo>
                    <a:pt x="4475" y="5766"/>
                    <a:pt x="4096" y="5766"/>
                    <a:pt x="3750" y="5766"/>
                  </a:cubicBezTo>
                  <a:cubicBezTo>
                    <a:pt x="2206" y="5766"/>
                    <a:pt x="851" y="5136"/>
                    <a:pt x="851" y="4506"/>
                  </a:cubicBezTo>
                  <a:lnTo>
                    <a:pt x="851" y="3403"/>
                  </a:lnTo>
                  <a:cubicBezTo>
                    <a:pt x="1639" y="3939"/>
                    <a:pt x="2742" y="4159"/>
                    <a:pt x="3750" y="4159"/>
                  </a:cubicBezTo>
                  <a:cubicBezTo>
                    <a:pt x="4727" y="4159"/>
                    <a:pt x="5829" y="3939"/>
                    <a:pt x="6617" y="3403"/>
                  </a:cubicBezTo>
                  <a:close/>
                  <a:moveTo>
                    <a:pt x="883" y="5913"/>
                  </a:moveTo>
                  <a:cubicBezTo>
                    <a:pt x="1396" y="6254"/>
                    <a:pt x="2361" y="6617"/>
                    <a:pt x="3750" y="6617"/>
                  </a:cubicBezTo>
                  <a:cubicBezTo>
                    <a:pt x="4033" y="6617"/>
                    <a:pt x="4254" y="6617"/>
                    <a:pt x="4538" y="6585"/>
                  </a:cubicBezTo>
                  <a:lnTo>
                    <a:pt x="4538" y="6585"/>
                  </a:lnTo>
                  <a:cubicBezTo>
                    <a:pt x="4475" y="6869"/>
                    <a:pt x="4475" y="7184"/>
                    <a:pt x="4475" y="7467"/>
                  </a:cubicBezTo>
                  <a:cubicBezTo>
                    <a:pt x="4475" y="7719"/>
                    <a:pt x="4506" y="7971"/>
                    <a:pt x="4538" y="8255"/>
                  </a:cubicBezTo>
                  <a:cubicBezTo>
                    <a:pt x="4317" y="8287"/>
                    <a:pt x="4033" y="8287"/>
                    <a:pt x="3781" y="8287"/>
                  </a:cubicBezTo>
                  <a:cubicBezTo>
                    <a:pt x="2269" y="8287"/>
                    <a:pt x="883" y="7656"/>
                    <a:pt x="883" y="7026"/>
                  </a:cubicBezTo>
                  <a:lnTo>
                    <a:pt x="883" y="5913"/>
                  </a:lnTo>
                  <a:close/>
                  <a:moveTo>
                    <a:pt x="851" y="8350"/>
                  </a:moveTo>
                  <a:cubicBezTo>
                    <a:pt x="1639" y="8917"/>
                    <a:pt x="2773" y="9106"/>
                    <a:pt x="3750" y="9106"/>
                  </a:cubicBezTo>
                  <a:cubicBezTo>
                    <a:pt x="4096" y="9106"/>
                    <a:pt x="4412" y="9074"/>
                    <a:pt x="4727" y="9043"/>
                  </a:cubicBezTo>
                  <a:cubicBezTo>
                    <a:pt x="4979" y="9547"/>
                    <a:pt x="5294" y="10019"/>
                    <a:pt x="5672" y="10397"/>
                  </a:cubicBezTo>
                  <a:cubicBezTo>
                    <a:pt x="5136" y="10649"/>
                    <a:pt x="4475" y="10775"/>
                    <a:pt x="3750" y="10775"/>
                  </a:cubicBezTo>
                  <a:cubicBezTo>
                    <a:pt x="2112" y="10775"/>
                    <a:pt x="851" y="10082"/>
                    <a:pt x="851" y="9547"/>
                  </a:cubicBezTo>
                  <a:lnTo>
                    <a:pt x="851" y="8350"/>
                  </a:lnTo>
                  <a:close/>
                  <a:moveTo>
                    <a:pt x="8570" y="4159"/>
                  </a:moveTo>
                  <a:cubicBezTo>
                    <a:pt x="10366" y="4159"/>
                    <a:pt x="11878" y="5640"/>
                    <a:pt x="11878" y="7467"/>
                  </a:cubicBezTo>
                  <a:cubicBezTo>
                    <a:pt x="11878" y="9263"/>
                    <a:pt x="10366" y="10775"/>
                    <a:pt x="8570" y="10775"/>
                  </a:cubicBezTo>
                  <a:cubicBezTo>
                    <a:pt x="6743" y="10775"/>
                    <a:pt x="5262" y="9263"/>
                    <a:pt x="5262" y="7467"/>
                  </a:cubicBezTo>
                  <a:cubicBezTo>
                    <a:pt x="5262" y="5609"/>
                    <a:pt x="6743" y="4159"/>
                    <a:pt x="8570" y="4159"/>
                  </a:cubicBezTo>
                  <a:close/>
                  <a:moveTo>
                    <a:pt x="3781" y="1"/>
                  </a:moveTo>
                  <a:cubicBezTo>
                    <a:pt x="1797" y="1"/>
                    <a:pt x="64" y="851"/>
                    <a:pt x="64" y="2112"/>
                  </a:cubicBezTo>
                  <a:lnTo>
                    <a:pt x="64" y="9547"/>
                  </a:lnTo>
                  <a:cubicBezTo>
                    <a:pt x="1" y="10082"/>
                    <a:pt x="442" y="10649"/>
                    <a:pt x="1230" y="11027"/>
                  </a:cubicBezTo>
                  <a:cubicBezTo>
                    <a:pt x="1891" y="11405"/>
                    <a:pt x="2805" y="11563"/>
                    <a:pt x="3750" y="11563"/>
                  </a:cubicBezTo>
                  <a:cubicBezTo>
                    <a:pt x="4790" y="11563"/>
                    <a:pt x="5735" y="11311"/>
                    <a:pt x="6428" y="10964"/>
                  </a:cubicBezTo>
                  <a:cubicBezTo>
                    <a:pt x="7058" y="11342"/>
                    <a:pt x="7814" y="11563"/>
                    <a:pt x="8602" y="11563"/>
                  </a:cubicBezTo>
                  <a:cubicBezTo>
                    <a:pt x="10870" y="11563"/>
                    <a:pt x="12729" y="9704"/>
                    <a:pt x="12729" y="7404"/>
                  </a:cubicBezTo>
                  <a:cubicBezTo>
                    <a:pt x="12729" y="5136"/>
                    <a:pt x="10870" y="3277"/>
                    <a:pt x="8602" y="3277"/>
                  </a:cubicBezTo>
                  <a:cubicBezTo>
                    <a:pt x="8192" y="3277"/>
                    <a:pt x="7846" y="3309"/>
                    <a:pt x="7499" y="3435"/>
                  </a:cubicBezTo>
                  <a:lnTo>
                    <a:pt x="7499" y="2049"/>
                  </a:lnTo>
                  <a:cubicBezTo>
                    <a:pt x="7499" y="1481"/>
                    <a:pt x="7058" y="914"/>
                    <a:pt x="6302" y="536"/>
                  </a:cubicBezTo>
                  <a:cubicBezTo>
                    <a:pt x="5640" y="158"/>
                    <a:pt x="4727" y="1"/>
                    <a:pt x="37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5" name="Google Shape;2275;p42"/>
            <p:cNvSpPr/>
            <p:nvPr/>
          </p:nvSpPr>
          <p:spPr>
            <a:xfrm>
              <a:off x="-62335475" y="2804325"/>
              <a:ext cx="62250" cy="146525"/>
            </a:xfrm>
            <a:custGeom>
              <a:avLst/>
              <a:gdLst/>
              <a:ahLst/>
              <a:cxnLst/>
              <a:rect l="l" t="t" r="r" b="b"/>
              <a:pathLst>
                <a:path w="2490" h="5861" extrusionOk="0">
                  <a:moveTo>
                    <a:pt x="1261" y="0"/>
                  </a:moveTo>
                  <a:cubicBezTo>
                    <a:pt x="1009" y="0"/>
                    <a:pt x="820" y="189"/>
                    <a:pt x="820" y="410"/>
                  </a:cubicBezTo>
                  <a:lnTo>
                    <a:pt x="820" y="694"/>
                  </a:lnTo>
                  <a:cubicBezTo>
                    <a:pt x="348" y="851"/>
                    <a:pt x="1" y="1324"/>
                    <a:pt x="1" y="1891"/>
                  </a:cubicBezTo>
                  <a:cubicBezTo>
                    <a:pt x="1" y="2552"/>
                    <a:pt x="537" y="2930"/>
                    <a:pt x="978" y="3245"/>
                  </a:cubicBezTo>
                  <a:cubicBezTo>
                    <a:pt x="1293" y="3497"/>
                    <a:pt x="1639" y="3718"/>
                    <a:pt x="1639" y="3970"/>
                  </a:cubicBezTo>
                  <a:cubicBezTo>
                    <a:pt x="1671" y="4254"/>
                    <a:pt x="1482" y="4411"/>
                    <a:pt x="1261" y="4411"/>
                  </a:cubicBezTo>
                  <a:cubicBezTo>
                    <a:pt x="1009" y="4411"/>
                    <a:pt x="820" y="4191"/>
                    <a:pt x="820" y="3970"/>
                  </a:cubicBezTo>
                  <a:cubicBezTo>
                    <a:pt x="820" y="3718"/>
                    <a:pt x="631" y="3529"/>
                    <a:pt x="411" y="3529"/>
                  </a:cubicBezTo>
                  <a:cubicBezTo>
                    <a:pt x="190" y="3529"/>
                    <a:pt x="1" y="3718"/>
                    <a:pt x="1" y="3970"/>
                  </a:cubicBezTo>
                  <a:cubicBezTo>
                    <a:pt x="1" y="4506"/>
                    <a:pt x="348" y="4947"/>
                    <a:pt x="820" y="5136"/>
                  </a:cubicBezTo>
                  <a:lnTo>
                    <a:pt x="820" y="5419"/>
                  </a:lnTo>
                  <a:cubicBezTo>
                    <a:pt x="820" y="5671"/>
                    <a:pt x="1009" y="5860"/>
                    <a:pt x="1261" y="5860"/>
                  </a:cubicBezTo>
                  <a:cubicBezTo>
                    <a:pt x="1482" y="5860"/>
                    <a:pt x="1639" y="5671"/>
                    <a:pt x="1639" y="5419"/>
                  </a:cubicBezTo>
                  <a:lnTo>
                    <a:pt x="1639" y="5136"/>
                  </a:lnTo>
                  <a:cubicBezTo>
                    <a:pt x="2112" y="4978"/>
                    <a:pt x="2458" y="4506"/>
                    <a:pt x="2458" y="3970"/>
                  </a:cubicBezTo>
                  <a:cubicBezTo>
                    <a:pt x="2458" y="3308"/>
                    <a:pt x="1923" y="2899"/>
                    <a:pt x="1482" y="2584"/>
                  </a:cubicBezTo>
                  <a:cubicBezTo>
                    <a:pt x="1167" y="2363"/>
                    <a:pt x="820" y="2111"/>
                    <a:pt x="820" y="1891"/>
                  </a:cubicBezTo>
                  <a:cubicBezTo>
                    <a:pt x="820" y="1639"/>
                    <a:pt x="1009" y="1450"/>
                    <a:pt x="1261" y="1450"/>
                  </a:cubicBezTo>
                  <a:cubicBezTo>
                    <a:pt x="1482" y="1450"/>
                    <a:pt x="1639" y="1639"/>
                    <a:pt x="1639" y="1891"/>
                  </a:cubicBezTo>
                  <a:cubicBezTo>
                    <a:pt x="1639" y="2111"/>
                    <a:pt x="1860" y="2300"/>
                    <a:pt x="2049" y="2300"/>
                  </a:cubicBezTo>
                  <a:cubicBezTo>
                    <a:pt x="2269" y="2300"/>
                    <a:pt x="2490" y="2111"/>
                    <a:pt x="2490" y="1891"/>
                  </a:cubicBezTo>
                  <a:cubicBezTo>
                    <a:pt x="2490" y="1324"/>
                    <a:pt x="2112" y="883"/>
                    <a:pt x="1639" y="694"/>
                  </a:cubicBezTo>
                  <a:lnTo>
                    <a:pt x="1639" y="410"/>
                  </a:lnTo>
                  <a:cubicBezTo>
                    <a:pt x="1639" y="189"/>
                    <a:pt x="1450" y="0"/>
                    <a:pt x="126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76" name="Google Shape;2276;p42"/>
          <p:cNvGrpSpPr/>
          <p:nvPr/>
        </p:nvGrpSpPr>
        <p:grpSpPr>
          <a:xfrm>
            <a:off x="3391371" y="3682909"/>
            <a:ext cx="202574" cy="202526"/>
            <a:chOff x="1487200" y="4993750"/>
            <a:chExt cx="483125" cy="483125"/>
          </a:xfrm>
        </p:grpSpPr>
        <p:sp>
          <p:nvSpPr>
            <p:cNvPr id="2277" name="Google Shape;2277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78" name="Google Shape;2278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79" name="Google Shape;2279;p42"/>
          <p:cNvGrpSpPr/>
          <p:nvPr/>
        </p:nvGrpSpPr>
        <p:grpSpPr>
          <a:xfrm>
            <a:off x="4471521" y="3682909"/>
            <a:ext cx="202574" cy="202526"/>
            <a:chOff x="1487200" y="4993750"/>
            <a:chExt cx="483125" cy="483125"/>
          </a:xfrm>
        </p:grpSpPr>
        <p:sp>
          <p:nvSpPr>
            <p:cNvPr id="2280" name="Google Shape;2280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1" name="Google Shape;2281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82" name="Google Shape;2282;p42"/>
          <p:cNvGrpSpPr/>
          <p:nvPr/>
        </p:nvGrpSpPr>
        <p:grpSpPr>
          <a:xfrm>
            <a:off x="5562003" y="3682909"/>
            <a:ext cx="202574" cy="202526"/>
            <a:chOff x="2081650" y="4993750"/>
            <a:chExt cx="483125" cy="483125"/>
          </a:xfrm>
        </p:grpSpPr>
        <p:sp>
          <p:nvSpPr>
            <p:cNvPr id="2283" name="Google Shape;2283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4" name="Google Shape;2284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85" name="Google Shape;2285;p42"/>
          <p:cNvGrpSpPr/>
          <p:nvPr/>
        </p:nvGrpSpPr>
        <p:grpSpPr>
          <a:xfrm>
            <a:off x="6652478" y="3682909"/>
            <a:ext cx="202574" cy="202526"/>
            <a:chOff x="2081650" y="4993750"/>
            <a:chExt cx="483125" cy="483125"/>
          </a:xfrm>
        </p:grpSpPr>
        <p:sp>
          <p:nvSpPr>
            <p:cNvPr id="2286" name="Google Shape;2286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87" name="Google Shape;2287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88" name="Google Shape;2288;p42"/>
          <p:cNvGrpSpPr/>
          <p:nvPr/>
        </p:nvGrpSpPr>
        <p:grpSpPr>
          <a:xfrm>
            <a:off x="2301575" y="2675764"/>
            <a:ext cx="174613" cy="200677"/>
            <a:chOff x="-62496925" y="1931475"/>
            <a:chExt cx="275675" cy="316825"/>
          </a:xfrm>
        </p:grpSpPr>
        <p:sp>
          <p:nvSpPr>
            <p:cNvPr id="2289" name="Google Shape;2289;p42"/>
            <p:cNvSpPr/>
            <p:nvPr/>
          </p:nvSpPr>
          <p:spPr>
            <a:xfrm>
              <a:off x="-62496925" y="1931475"/>
              <a:ext cx="275675" cy="316825"/>
            </a:xfrm>
            <a:custGeom>
              <a:avLst/>
              <a:gdLst/>
              <a:ahLst/>
              <a:cxnLst/>
              <a:rect l="l" t="t" r="r" b="b"/>
              <a:pathLst>
                <a:path w="11027" h="12673" extrusionOk="0">
                  <a:moveTo>
                    <a:pt x="5514" y="1047"/>
                  </a:moveTo>
                  <a:cubicBezTo>
                    <a:pt x="6238" y="1519"/>
                    <a:pt x="7215" y="1834"/>
                    <a:pt x="8003" y="1834"/>
                  </a:cubicBezTo>
                  <a:cubicBezTo>
                    <a:pt x="8538" y="1834"/>
                    <a:pt x="9294" y="1708"/>
                    <a:pt x="10208" y="1204"/>
                  </a:cubicBezTo>
                  <a:lnTo>
                    <a:pt x="10208" y="5237"/>
                  </a:lnTo>
                  <a:cubicBezTo>
                    <a:pt x="10177" y="8198"/>
                    <a:pt x="8349" y="10845"/>
                    <a:pt x="5514" y="11821"/>
                  </a:cubicBezTo>
                  <a:cubicBezTo>
                    <a:pt x="2710" y="10845"/>
                    <a:pt x="820" y="8198"/>
                    <a:pt x="820" y="5237"/>
                  </a:cubicBezTo>
                  <a:lnTo>
                    <a:pt x="820" y="1204"/>
                  </a:lnTo>
                  <a:cubicBezTo>
                    <a:pt x="1513" y="1582"/>
                    <a:pt x="2269" y="1834"/>
                    <a:pt x="3025" y="1834"/>
                  </a:cubicBezTo>
                  <a:cubicBezTo>
                    <a:pt x="3844" y="1834"/>
                    <a:pt x="4758" y="1551"/>
                    <a:pt x="5514" y="1047"/>
                  </a:cubicBezTo>
                  <a:close/>
                  <a:moveTo>
                    <a:pt x="10654" y="1"/>
                  </a:moveTo>
                  <a:cubicBezTo>
                    <a:pt x="10567" y="1"/>
                    <a:pt x="10476" y="33"/>
                    <a:pt x="10397" y="102"/>
                  </a:cubicBezTo>
                  <a:cubicBezTo>
                    <a:pt x="9389" y="826"/>
                    <a:pt x="8538" y="952"/>
                    <a:pt x="8034" y="952"/>
                  </a:cubicBezTo>
                  <a:cubicBezTo>
                    <a:pt x="7310" y="952"/>
                    <a:pt x="6396" y="637"/>
                    <a:pt x="5766" y="165"/>
                  </a:cubicBezTo>
                  <a:cubicBezTo>
                    <a:pt x="5703" y="102"/>
                    <a:pt x="5616" y="70"/>
                    <a:pt x="5526" y="70"/>
                  </a:cubicBezTo>
                  <a:cubicBezTo>
                    <a:pt x="5435" y="70"/>
                    <a:pt x="5341" y="102"/>
                    <a:pt x="5262" y="165"/>
                  </a:cubicBezTo>
                  <a:cubicBezTo>
                    <a:pt x="4632" y="637"/>
                    <a:pt x="3781" y="952"/>
                    <a:pt x="3025" y="952"/>
                  </a:cubicBezTo>
                  <a:cubicBezTo>
                    <a:pt x="2237" y="952"/>
                    <a:pt x="1450" y="637"/>
                    <a:pt x="662" y="102"/>
                  </a:cubicBezTo>
                  <a:cubicBezTo>
                    <a:pt x="582" y="40"/>
                    <a:pt x="495" y="13"/>
                    <a:pt x="411" y="13"/>
                  </a:cubicBezTo>
                  <a:cubicBezTo>
                    <a:pt x="196" y="13"/>
                    <a:pt x="0" y="190"/>
                    <a:pt x="0" y="417"/>
                  </a:cubicBezTo>
                  <a:lnTo>
                    <a:pt x="0" y="5237"/>
                  </a:lnTo>
                  <a:cubicBezTo>
                    <a:pt x="0" y="8608"/>
                    <a:pt x="2080" y="11601"/>
                    <a:pt x="5388" y="12641"/>
                  </a:cubicBezTo>
                  <a:cubicBezTo>
                    <a:pt x="5419" y="12641"/>
                    <a:pt x="5451" y="12672"/>
                    <a:pt x="5514" y="12672"/>
                  </a:cubicBezTo>
                  <a:cubicBezTo>
                    <a:pt x="5545" y="12672"/>
                    <a:pt x="5577" y="12672"/>
                    <a:pt x="5640" y="12641"/>
                  </a:cubicBezTo>
                  <a:cubicBezTo>
                    <a:pt x="8979" y="11538"/>
                    <a:pt x="11027" y="8513"/>
                    <a:pt x="11027" y="5237"/>
                  </a:cubicBezTo>
                  <a:lnTo>
                    <a:pt x="11027" y="417"/>
                  </a:lnTo>
                  <a:cubicBezTo>
                    <a:pt x="11027" y="157"/>
                    <a:pt x="10848" y="1"/>
                    <a:pt x="1065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42"/>
            <p:cNvSpPr/>
            <p:nvPr/>
          </p:nvSpPr>
          <p:spPr>
            <a:xfrm>
              <a:off x="-62390600" y="2016700"/>
              <a:ext cx="63025" cy="146525"/>
            </a:xfrm>
            <a:custGeom>
              <a:avLst/>
              <a:gdLst/>
              <a:ahLst/>
              <a:cxnLst/>
              <a:rect l="l" t="t" r="r" b="b"/>
              <a:pathLst>
                <a:path w="2521" h="5861" extrusionOk="0">
                  <a:moveTo>
                    <a:pt x="1261" y="1"/>
                  </a:moveTo>
                  <a:cubicBezTo>
                    <a:pt x="1009" y="1"/>
                    <a:pt x="820" y="190"/>
                    <a:pt x="820" y="410"/>
                  </a:cubicBezTo>
                  <a:lnTo>
                    <a:pt x="820" y="694"/>
                  </a:lnTo>
                  <a:cubicBezTo>
                    <a:pt x="347" y="851"/>
                    <a:pt x="1" y="1324"/>
                    <a:pt x="1" y="1891"/>
                  </a:cubicBezTo>
                  <a:cubicBezTo>
                    <a:pt x="1" y="2553"/>
                    <a:pt x="536" y="2931"/>
                    <a:pt x="977" y="3246"/>
                  </a:cubicBezTo>
                  <a:cubicBezTo>
                    <a:pt x="1292" y="3498"/>
                    <a:pt x="1639" y="3718"/>
                    <a:pt x="1639" y="3970"/>
                  </a:cubicBezTo>
                  <a:cubicBezTo>
                    <a:pt x="1639" y="4191"/>
                    <a:pt x="1450" y="4411"/>
                    <a:pt x="1261" y="4411"/>
                  </a:cubicBezTo>
                  <a:cubicBezTo>
                    <a:pt x="1040" y="4411"/>
                    <a:pt x="820" y="4191"/>
                    <a:pt x="820" y="3970"/>
                  </a:cubicBezTo>
                  <a:cubicBezTo>
                    <a:pt x="820" y="3718"/>
                    <a:pt x="631" y="3561"/>
                    <a:pt x="410" y="3561"/>
                  </a:cubicBezTo>
                  <a:cubicBezTo>
                    <a:pt x="221" y="3561"/>
                    <a:pt x="32" y="3781"/>
                    <a:pt x="32" y="3970"/>
                  </a:cubicBezTo>
                  <a:cubicBezTo>
                    <a:pt x="32" y="4506"/>
                    <a:pt x="379" y="4947"/>
                    <a:pt x="851" y="5136"/>
                  </a:cubicBezTo>
                  <a:lnTo>
                    <a:pt x="851" y="5419"/>
                  </a:lnTo>
                  <a:cubicBezTo>
                    <a:pt x="851" y="5671"/>
                    <a:pt x="1040" y="5861"/>
                    <a:pt x="1292" y="5861"/>
                  </a:cubicBezTo>
                  <a:cubicBezTo>
                    <a:pt x="1513" y="5861"/>
                    <a:pt x="1670" y="5671"/>
                    <a:pt x="1670" y="5419"/>
                  </a:cubicBezTo>
                  <a:lnTo>
                    <a:pt x="1670" y="5136"/>
                  </a:lnTo>
                  <a:cubicBezTo>
                    <a:pt x="2143" y="4978"/>
                    <a:pt x="2521" y="4506"/>
                    <a:pt x="2521" y="3970"/>
                  </a:cubicBezTo>
                  <a:cubicBezTo>
                    <a:pt x="2521" y="3309"/>
                    <a:pt x="1954" y="2899"/>
                    <a:pt x="1513" y="2584"/>
                  </a:cubicBezTo>
                  <a:cubicBezTo>
                    <a:pt x="1198" y="2363"/>
                    <a:pt x="851" y="2111"/>
                    <a:pt x="851" y="1891"/>
                  </a:cubicBezTo>
                  <a:cubicBezTo>
                    <a:pt x="851" y="1670"/>
                    <a:pt x="1040" y="1481"/>
                    <a:pt x="1261" y="1481"/>
                  </a:cubicBezTo>
                  <a:cubicBezTo>
                    <a:pt x="1481" y="1481"/>
                    <a:pt x="1639" y="1670"/>
                    <a:pt x="1639" y="1891"/>
                  </a:cubicBezTo>
                  <a:cubicBezTo>
                    <a:pt x="1639" y="2111"/>
                    <a:pt x="1828" y="2300"/>
                    <a:pt x="2080" y="2300"/>
                  </a:cubicBezTo>
                  <a:cubicBezTo>
                    <a:pt x="2300" y="2300"/>
                    <a:pt x="2458" y="2111"/>
                    <a:pt x="2458" y="1891"/>
                  </a:cubicBezTo>
                  <a:cubicBezTo>
                    <a:pt x="2458" y="1324"/>
                    <a:pt x="2111" y="883"/>
                    <a:pt x="1639" y="694"/>
                  </a:cubicBezTo>
                  <a:lnTo>
                    <a:pt x="1639" y="410"/>
                  </a:lnTo>
                  <a:cubicBezTo>
                    <a:pt x="1639" y="190"/>
                    <a:pt x="1450" y="1"/>
                    <a:pt x="126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1" name="Google Shape;2291;p42"/>
          <p:cNvGrpSpPr/>
          <p:nvPr/>
        </p:nvGrpSpPr>
        <p:grpSpPr>
          <a:xfrm>
            <a:off x="3384628" y="2674839"/>
            <a:ext cx="202574" cy="202526"/>
            <a:chOff x="2081650" y="4993750"/>
            <a:chExt cx="483125" cy="483125"/>
          </a:xfrm>
        </p:grpSpPr>
        <p:sp>
          <p:nvSpPr>
            <p:cNvPr id="2292" name="Google Shape;2292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93" name="Google Shape;2293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94" name="Google Shape;2294;p42"/>
          <p:cNvGrpSpPr/>
          <p:nvPr/>
        </p:nvGrpSpPr>
        <p:grpSpPr>
          <a:xfrm>
            <a:off x="4471521" y="2674839"/>
            <a:ext cx="202574" cy="202526"/>
            <a:chOff x="1487200" y="4993750"/>
            <a:chExt cx="483125" cy="483125"/>
          </a:xfrm>
        </p:grpSpPr>
        <p:sp>
          <p:nvSpPr>
            <p:cNvPr id="2295" name="Google Shape;2295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96" name="Google Shape;2296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297" name="Google Shape;2297;p42"/>
          <p:cNvGrpSpPr/>
          <p:nvPr/>
        </p:nvGrpSpPr>
        <p:grpSpPr>
          <a:xfrm>
            <a:off x="5562003" y="2674839"/>
            <a:ext cx="202574" cy="202526"/>
            <a:chOff x="2081650" y="4993750"/>
            <a:chExt cx="483125" cy="483125"/>
          </a:xfrm>
        </p:grpSpPr>
        <p:sp>
          <p:nvSpPr>
            <p:cNvPr id="2298" name="Google Shape;2298;p42"/>
            <p:cNvSpPr/>
            <p:nvPr/>
          </p:nvSpPr>
          <p:spPr>
            <a:xfrm>
              <a:off x="208165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3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0"/>
                    <a:pt x="11824" y="18193"/>
                    <a:pt x="9663" y="18193"/>
                  </a:cubicBezTo>
                  <a:cubicBezTo>
                    <a:pt x="7501" y="18193"/>
                    <a:pt x="5342" y="17350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1" y="1133"/>
                    <a:pt x="9663" y="1133"/>
                  </a:cubicBezTo>
                  <a:close/>
                  <a:moveTo>
                    <a:pt x="9663" y="1"/>
                  </a:moveTo>
                  <a:cubicBezTo>
                    <a:pt x="7117" y="1"/>
                    <a:pt x="4699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9" y="18310"/>
                    <a:pt x="7117" y="19325"/>
                    <a:pt x="9663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99" name="Google Shape;2299;p42"/>
            <p:cNvSpPr/>
            <p:nvPr/>
          </p:nvSpPr>
          <p:spPr>
            <a:xfrm>
              <a:off x="2209375" y="5125625"/>
              <a:ext cx="227600" cy="219350"/>
            </a:xfrm>
            <a:custGeom>
              <a:avLst/>
              <a:gdLst/>
              <a:ahLst/>
              <a:cxnLst/>
              <a:rect l="l" t="t" r="r" b="b"/>
              <a:pathLst>
                <a:path w="9104" h="8774" extrusionOk="0">
                  <a:moveTo>
                    <a:pt x="7232" y="1143"/>
                  </a:moveTo>
                  <a:cubicBezTo>
                    <a:pt x="7377" y="1143"/>
                    <a:pt x="7522" y="1198"/>
                    <a:pt x="7633" y="1308"/>
                  </a:cubicBezTo>
                  <a:cubicBezTo>
                    <a:pt x="7851" y="1528"/>
                    <a:pt x="7854" y="1882"/>
                    <a:pt x="7639" y="2102"/>
                  </a:cubicBezTo>
                  <a:lnTo>
                    <a:pt x="5755" y="3986"/>
                  </a:lnTo>
                  <a:cubicBezTo>
                    <a:pt x="5532" y="4210"/>
                    <a:pt x="5532" y="4566"/>
                    <a:pt x="5755" y="4789"/>
                  </a:cubicBezTo>
                  <a:lnTo>
                    <a:pt x="7639" y="6673"/>
                  </a:lnTo>
                  <a:cubicBezTo>
                    <a:pt x="7854" y="6894"/>
                    <a:pt x="7851" y="7247"/>
                    <a:pt x="7633" y="7468"/>
                  </a:cubicBezTo>
                  <a:cubicBezTo>
                    <a:pt x="7522" y="7577"/>
                    <a:pt x="7377" y="7633"/>
                    <a:pt x="7232" y="7633"/>
                  </a:cubicBezTo>
                  <a:cubicBezTo>
                    <a:pt x="7090" y="7633"/>
                    <a:pt x="6948" y="7580"/>
                    <a:pt x="6839" y="7474"/>
                  </a:cubicBezTo>
                  <a:lnTo>
                    <a:pt x="6830" y="7468"/>
                  </a:lnTo>
                  <a:lnTo>
                    <a:pt x="4946" y="5650"/>
                  </a:lnTo>
                  <a:cubicBezTo>
                    <a:pt x="4836" y="5544"/>
                    <a:pt x="4695" y="5491"/>
                    <a:pt x="4554" y="5491"/>
                  </a:cubicBezTo>
                  <a:cubicBezTo>
                    <a:pt x="4412" y="5491"/>
                    <a:pt x="4271" y="5544"/>
                    <a:pt x="4161" y="5650"/>
                  </a:cubicBezTo>
                  <a:lnTo>
                    <a:pt x="2277" y="7468"/>
                  </a:lnTo>
                  <a:lnTo>
                    <a:pt x="2268" y="7474"/>
                  </a:lnTo>
                  <a:cubicBezTo>
                    <a:pt x="2159" y="7580"/>
                    <a:pt x="2017" y="7633"/>
                    <a:pt x="1875" y="7633"/>
                  </a:cubicBezTo>
                  <a:cubicBezTo>
                    <a:pt x="1730" y="7633"/>
                    <a:pt x="1585" y="7577"/>
                    <a:pt x="1474" y="7468"/>
                  </a:cubicBezTo>
                  <a:cubicBezTo>
                    <a:pt x="1256" y="7247"/>
                    <a:pt x="1253" y="6894"/>
                    <a:pt x="1468" y="6673"/>
                  </a:cubicBezTo>
                  <a:lnTo>
                    <a:pt x="3352" y="4789"/>
                  </a:lnTo>
                  <a:cubicBezTo>
                    <a:pt x="3575" y="4566"/>
                    <a:pt x="3575" y="4210"/>
                    <a:pt x="3352" y="3986"/>
                  </a:cubicBezTo>
                  <a:lnTo>
                    <a:pt x="1468" y="2102"/>
                  </a:lnTo>
                  <a:cubicBezTo>
                    <a:pt x="1253" y="1882"/>
                    <a:pt x="1256" y="1528"/>
                    <a:pt x="1474" y="1308"/>
                  </a:cubicBezTo>
                  <a:cubicBezTo>
                    <a:pt x="1585" y="1198"/>
                    <a:pt x="1730" y="1143"/>
                    <a:pt x="1875" y="1143"/>
                  </a:cubicBezTo>
                  <a:cubicBezTo>
                    <a:pt x="2017" y="1143"/>
                    <a:pt x="2159" y="1196"/>
                    <a:pt x="2268" y="1302"/>
                  </a:cubicBezTo>
                  <a:lnTo>
                    <a:pt x="2277" y="1308"/>
                  </a:lnTo>
                  <a:lnTo>
                    <a:pt x="4161" y="3126"/>
                  </a:lnTo>
                  <a:cubicBezTo>
                    <a:pt x="4271" y="3231"/>
                    <a:pt x="4412" y="3284"/>
                    <a:pt x="4554" y="3284"/>
                  </a:cubicBezTo>
                  <a:cubicBezTo>
                    <a:pt x="4695" y="3284"/>
                    <a:pt x="4836" y="3231"/>
                    <a:pt x="4946" y="3126"/>
                  </a:cubicBezTo>
                  <a:lnTo>
                    <a:pt x="6830" y="1308"/>
                  </a:lnTo>
                  <a:lnTo>
                    <a:pt x="6839" y="1302"/>
                  </a:lnTo>
                  <a:cubicBezTo>
                    <a:pt x="6948" y="1196"/>
                    <a:pt x="7090" y="1143"/>
                    <a:pt x="7232" y="1143"/>
                  </a:cubicBezTo>
                  <a:close/>
                  <a:moveTo>
                    <a:pt x="1865" y="0"/>
                  </a:moveTo>
                  <a:cubicBezTo>
                    <a:pt x="1430" y="0"/>
                    <a:pt x="995" y="166"/>
                    <a:pt x="664" y="499"/>
                  </a:cubicBezTo>
                  <a:cubicBezTo>
                    <a:pt x="0" y="1163"/>
                    <a:pt x="3" y="2241"/>
                    <a:pt x="667" y="2902"/>
                  </a:cubicBezTo>
                  <a:lnTo>
                    <a:pt x="2153" y="4388"/>
                  </a:lnTo>
                  <a:lnTo>
                    <a:pt x="667" y="5873"/>
                  </a:lnTo>
                  <a:cubicBezTo>
                    <a:pt x="0" y="6535"/>
                    <a:pt x="0" y="7610"/>
                    <a:pt x="661" y="8274"/>
                  </a:cubicBezTo>
                  <a:cubicBezTo>
                    <a:pt x="995" y="8607"/>
                    <a:pt x="1431" y="8774"/>
                    <a:pt x="1868" y="8774"/>
                  </a:cubicBezTo>
                  <a:cubicBezTo>
                    <a:pt x="2301" y="8774"/>
                    <a:pt x="2734" y="8609"/>
                    <a:pt x="3065" y="8280"/>
                  </a:cubicBezTo>
                  <a:lnTo>
                    <a:pt x="4554" y="6846"/>
                  </a:lnTo>
                  <a:lnTo>
                    <a:pt x="6042" y="8280"/>
                  </a:lnTo>
                  <a:cubicBezTo>
                    <a:pt x="6373" y="8609"/>
                    <a:pt x="6806" y="8774"/>
                    <a:pt x="7239" y="8774"/>
                  </a:cubicBezTo>
                  <a:cubicBezTo>
                    <a:pt x="7675" y="8774"/>
                    <a:pt x="8111" y="8607"/>
                    <a:pt x="8443" y="8274"/>
                  </a:cubicBezTo>
                  <a:cubicBezTo>
                    <a:pt x="9104" y="7610"/>
                    <a:pt x="9104" y="6535"/>
                    <a:pt x="8440" y="5873"/>
                  </a:cubicBezTo>
                  <a:lnTo>
                    <a:pt x="6957" y="4388"/>
                  </a:lnTo>
                  <a:lnTo>
                    <a:pt x="8440" y="2902"/>
                  </a:lnTo>
                  <a:cubicBezTo>
                    <a:pt x="8760" y="2585"/>
                    <a:pt x="8938" y="2153"/>
                    <a:pt x="8938" y="1703"/>
                  </a:cubicBezTo>
                  <a:cubicBezTo>
                    <a:pt x="8938" y="1018"/>
                    <a:pt x="8524" y="399"/>
                    <a:pt x="7893" y="133"/>
                  </a:cubicBezTo>
                  <a:cubicBezTo>
                    <a:pt x="7682" y="46"/>
                    <a:pt x="7460" y="3"/>
                    <a:pt x="7239" y="3"/>
                  </a:cubicBezTo>
                  <a:cubicBezTo>
                    <a:pt x="6799" y="3"/>
                    <a:pt x="6366" y="174"/>
                    <a:pt x="6042" y="496"/>
                  </a:cubicBezTo>
                  <a:lnTo>
                    <a:pt x="4554" y="1930"/>
                  </a:lnTo>
                  <a:lnTo>
                    <a:pt x="3065" y="496"/>
                  </a:lnTo>
                  <a:cubicBezTo>
                    <a:pt x="2733" y="165"/>
                    <a:pt x="2299" y="0"/>
                    <a:pt x="18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300" name="Google Shape;2300;p42"/>
          <p:cNvGrpSpPr/>
          <p:nvPr/>
        </p:nvGrpSpPr>
        <p:grpSpPr>
          <a:xfrm>
            <a:off x="6657734" y="2674839"/>
            <a:ext cx="202574" cy="202526"/>
            <a:chOff x="1487200" y="4993750"/>
            <a:chExt cx="483125" cy="483125"/>
          </a:xfrm>
        </p:grpSpPr>
        <p:sp>
          <p:nvSpPr>
            <p:cNvPr id="2301" name="Google Shape;2301;p42"/>
            <p:cNvSpPr/>
            <p:nvPr/>
          </p:nvSpPr>
          <p:spPr>
            <a:xfrm>
              <a:off x="1487200" y="4993750"/>
              <a:ext cx="483125" cy="483125"/>
            </a:xfrm>
            <a:custGeom>
              <a:avLst/>
              <a:gdLst/>
              <a:ahLst/>
              <a:cxnLst/>
              <a:rect l="l" t="t" r="r" b="b"/>
              <a:pathLst>
                <a:path w="19325" h="19325" extrusionOk="0">
                  <a:moveTo>
                    <a:pt x="9662" y="1133"/>
                  </a:moveTo>
                  <a:cubicBezTo>
                    <a:pt x="11824" y="1133"/>
                    <a:pt x="13983" y="1975"/>
                    <a:pt x="15668" y="3657"/>
                  </a:cubicBezTo>
                  <a:cubicBezTo>
                    <a:pt x="19035" y="7027"/>
                    <a:pt x="19035" y="12302"/>
                    <a:pt x="15668" y="15668"/>
                  </a:cubicBezTo>
                  <a:cubicBezTo>
                    <a:pt x="13983" y="17352"/>
                    <a:pt x="11822" y="18193"/>
                    <a:pt x="9661" y="18193"/>
                  </a:cubicBezTo>
                  <a:cubicBezTo>
                    <a:pt x="7500" y="18193"/>
                    <a:pt x="5340" y="17352"/>
                    <a:pt x="3657" y="15668"/>
                  </a:cubicBezTo>
                  <a:cubicBezTo>
                    <a:pt x="290" y="12302"/>
                    <a:pt x="290" y="7024"/>
                    <a:pt x="3657" y="3657"/>
                  </a:cubicBezTo>
                  <a:cubicBezTo>
                    <a:pt x="5342" y="1975"/>
                    <a:pt x="7500" y="1133"/>
                    <a:pt x="9662" y="1133"/>
                  </a:cubicBezTo>
                  <a:close/>
                  <a:moveTo>
                    <a:pt x="9662" y="1"/>
                  </a:moveTo>
                  <a:cubicBezTo>
                    <a:pt x="7117" y="1"/>
                    <a:pt x="4698" y="1015"/>
                    <a:pt x="2857" y="2857"/>
                  </a:cubicBezTo>
                  <a:cubicBezTo>
                    <a:pt x="1015" y="4699"/>
                    <a:pt x="0" y="7117"/>
                    <a:pt x="0" y="9663"/>
                  </a:cubicBezTo>
                  <a:cubicBezTo>
                    <a:pt x="0" y="12208"/>
                    <a:pt x="1015" y="14627"/>
                    <a:pt x="2857" y="16469"/>
                  </a:cubicBezTo>
                  <a:cubicBezTo>
                    <a:pt x="4698" y="18310"/>
                    <a:pt x="7117" y="19325"/>
                    <a:pt x="9662" y="19325"/>
                  </a:cubicBezTo>
                  <a:cubicBezTo>
                    <a:pt x="12208" y="19325"/>
                    <a:pt x="14626" y="18310"/>
                    <a:pt x="16468" y="16469"/>
                  </a:cubicBezTo>
                  <a:cubicBezTo>
                    <a:pt x="18310" y="14627"/>
                    <a:pt x="19325" y="12208"/>
                    <a:pt x="19325" y="9663"/>
                  </a:cubicBezTo>
                  <a:cubicBezTo>
                    <a:pt x="19325" y="7117"/>
                    <a:pt x="18310" y="4699"/>
                    <a:pt x="16468" y="2857"/>
                  </a:cubicBezTo>
                  <a:cubicBezTo>
                    <a:pt x="14626" y="1015"/>
                    <a:pt x="12208" y="1"/>
                    <a:pt x="966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02" name="Google Shape;2302;p42"/>
            <p:cNvSpPr/>
            <p:nvPr/>
          </p:nvSpPr>
          <p:spPr>
            <a:xfrm>
              <a:off x="1602600" y="5143950"/>
              <a:ext cx="250350" cy="182725"/>
            </a:xfrm>
            <a:custGeom>
              <a:avLst/>
              <a:gdLst/>
              <a:ahLst/>
              <a:cxnLst/>
              <a:rect l="l" t="t" r="r" b="b"/>
              <a:pathLst>
                <a:path w="10014" h="7309" extrusionOk="0">
                  <a:moveTo>
                    <a:pt x="8149" y="1134"/>
                  </a:moveTo>
                  <a:cubicBezTo>
                    <a:pt x="8294" y="1134"/>
                    <a:pt x="8439" y="1189"/>
                    <a:pt x="8549" y="1300"/>
                  </a:cubicBezTo>
                  <a:cubicBezTo>
                    <a:pt x="8769" y="1520"/>
                    <a:pt x="8769" y="1879"/>
                    <a:pt x="8549" y="2100"/>
                  </a:cubicBezTo>
                  <a:lnTo>
                    <a:pt x="4639" y="6007"/>
                  </a:lnTo>
                  <a:cubicBezTo>
                    <a:pt x="4527" y="6120"/>
                    <a:pt x="4377" y="6177"/>
                    <a:pt x="4227" y="6177"/>
                  </a:cubicBezTo>
                  <a:cubicBezTo>
                    <a:pt x="4081" y="6177"/>
                    <a:pt x="3937" y="6123"/>
                    <a:pt x="3830" y="6016"/>
                  </a:cubicBezTo>
                  <a:lnTo>
                    <a:pt x="1547" y="3748"/>
                  </a:lnTo>
                  <a:cubicBezTo>
                    <a:pt x="1296" y="3534"/>
                    <a:pt x="1281" y="3151"/>
                    <a:pt x="1514" y="2918"/>
                  </a:cubicBezTo>
                  <a:cubicBezTo>
                    <a:pt x="1626" y="2806"/>
                    <a:pt x="1771" y="2750"/>
                    <a:pt x="1916" y="2750"/>
                  </a:cubicBezTo>
                  <a:cubicBezTo>
                    <a:pt x="2074" y="2750"/>
                    <a:pt x="2232" y="2817"/>
                    <a:pt x="2344" y="2948"/>
                  </a:cubicBezTo>
                  <a:lnTo>
                    <a:pt x="3784" y="4388"/>
                  </a:lnTo>
                  <a:cubicBezTo>
                    <a:pt x="3793" y="4401"/>
                    <a:pt x="3805" y="4410"/>
                    <a:pt x="3817" y="4419"/>
                  </a:cubicBezTo>
                  <a:cubicBezTo>
                    <a:pt x="3817" y="4422"/>
                    <a:pt x="3820" y="4422"/>
                    <a:pt x="3823" y="4425"/>
                  </a:cubicBezTo>
                  <a:cubicBezTo>
                    <a:pt x="3934" y="4535"/>
                    <a:pt x="4078" y="4590"/>
                    <a:pt x="4222" y="4590"/>
                  </a:cubicBezTo>
                  <a:cubicBezTo>
                    <a:pt x="4367" y="4590"/>
                    <a:pt x="4512" y="4535"/>
                    <a:pt x="4624" y="4425"/>
                  </a:cubicBezTo>
                  <a:lnTo>
                    <a:pt x="7749" y="1300"/>
                  </a:lnTo>
                  <a:cubicBezTo>
                    <a:pt x="7859" y="1189"/>
                    <a:pt x="8004" y="1134"/>
                    <a:pt x="8149" y="1134"/>
                  </a:cubicBezTo>
                  <a:close/>
                  <a:moveTo>
                    <a:pt x="8146" y="1"/>
                  </a:moveTo>
                  <a:cubicBezTo>
                    <a:pt x="7712" y="1"/>
                    <a:pt x="7279" y="166"/>
                    <a:pt x="6949" y="496"/>
                  </a:cubicBezTo>
                  <a:lnTo>
                    <a:pt x="6946" y="496"/>
                  </a:lnTo>
                  <a:lnTo>
                    <a:pt x="4219" y="3223"/>
                  </a:lnTo>
                  <a:lnTo>
                    <a:pt x="3144" y="2148"/>
                  </a:lnTo>
                  <a:cubicBezTo>
                    <a:pt x="2808" y="1779"/>
                    <a:pt x="2348" y="1594"/>
                    <a:pt x="1887" y="1594"/>
                  </a:cubicBezTo>
                  <a:cubicBezTo>
                    <a:pt x="1453" y="1594"/>
                    <a:pt x="1019" y="1758"/>
                    <a:pt x="686" y="2091"/>
                  </a:cubicBezTo>
                  <a:cubicBezTo>
                    <a:pt x="1" y="2776"/>
                    <a:pt x="28" y="3896"/>
                    <a:pt x="747" y="4549"/>
                  </a:cubicBezTo>
                  <a:lnTo>
                    <a:pt x="3029" y="6819"/>
                  </a:lnTo>
                  <a:cubicBezTo>
                    <a:pt x="3344" y="7131"/>
                    <a:pt x="3768" y="7308"/>
                    <a:pt x="4214" y="7308"/>
                  </a:cubicBezTo>
                  <a:cubicBezTo>
                    <a:pt x="4218" y="7308"/>
                    <a:pt x="4221" y="7308"/>
                    <a:pt x="4225" y="7308"/>
                  </a:cubicBezTo>
                  <a:cubicBezTo>
                    <a:pt x="4678" y="7308"/>
                    <a:pt x="5116" y="7127"/>
                    <a:pt x="5439" y="6807"/>
                  </a:cubicBezTo>
                  <a:lnTo>
                    <a:pt x="9349" y="2900"/>
                  </a:lnTo>
                  <a:cubicBezTo>
                    <a:pt x="10013" y="2236"/>
                    <a:pt x="10013" y="1161"/>
                    <a:pt x="9349" y="499"/>
                  </a:cubicBezTo>
                  <a:cubicBezTo>
                    <a:pt x="9017" y="167"/>
                    <a:pt x="8581" y="1"/>
                    <a:pt x="814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7" name="Google Shape;2307;p43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9637" y="1365743"/>
            <a:ext cx="4113325" cy="2789840"/>
          </a:xfrm>
          <a:prstGeom prst="rect">
            <a:avLst/>
          </a:prstGeom>
          <a:noFill/>
          <a:ln>
            <a:noFill/>
          </a:ln>
        </p:spPr>
      </p:pic>
      <p:sp>
        <p:nvSpPr>
          <p:cNvPr id="2308" name="Google Shape;2308;p43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Research</a:t>
            </a:r>
            <a:endParaRPr/>
          </a:p>
        </p:txBody>
      </p:sp>
      <p:sp>
        <p:nvSpPr>
          <p:cNvPr id="2309" name="Google Shape;2309;p43"/>
          <p:cNvSpPr txBox="1"/>
          <p:nvPr/>
        </p:nvSpPr>
        <p:spPr>
          <a:xfrm>
            <a:off x="6372177" y="314553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45K</a:t>
            </a:r>
            <a:endParaRPr sz="30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0" name="Google Shape;2310;p43"/>
          <p:cNvSpPr txBox="1"/>
          <p:nvPr/>
        </p:nvSpPr>
        <p:spPr>
          <a:xfrm>
            <a:off x="5439489" y="4009835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Sector Growth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311" name="Google Shape;2311;p43"/>
          <p:cNvGrpSpPr/>
          <p:nvPr/>
        </p:nvGrpSpPr>
        <p:grpSpPr>
          <a:xfrm>
            <a:off x="6192159" y="2789548"/>
            <a:ext cx="1245900" cy="1245900"/>
            <a:chOff x="6293934" y="2789548"/>
            <a:chExt cx="1245900" cy="1245900"/>
          </a:xfrm>
        </p:grpSpPr>
        <p:sp>
          <p:nvSpPr>
            <p:cNvPr id="2312" name="Google Shape;2312;p43"/>
            <p:cNvSpPr/>
            <p:nvPr/>
          </p:nvSpPr>
          <p:spPr>
            <a:xfrm>
              <a:off x="6293934" y="27895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43"/>
            <p:cNvSpPr/>
            <p:nvPr/>
          </p:nvSpPr>
          <p:spPr>
            <a:xfrm>
              <a:off x="6401784" y="28974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4" name="Google Shape;2314;p43"/>
          <p:cNvGrpSpPr/>
          <p:nvPr/>
        </p:nvGrpSpPr>
        <p:grpSpPr>
          <a:xfrm>
            <a:off x="6192159" y="1010648"/>
            <a:ext cx="1245900" cy="1245900"/>
            <a:chOff x="6293934" y="1010648"/>
            <a:chExt cx="1245900" cy="1245900"/>
          </a:xfrm>
        </p:grpSpPr>
        <p:sp>
          <p:nvSpPr>
            <p:cNvPr id="2315" name="Google Shape;2315;p43"/>
            <p:cNvSpPr/>
            <p:nvPr/>
          </p:nvSpPr>
          <p:spPr>
            <a:xfrm>
              <a:off x="6293934" y="1010648"/>
              <a:ext cx="1245900" cy="12459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43"/>
            <p:cNvSpPr/>
            <p:nvPr/>
          </p:nvSpPr>
          <p:spPr>
            <a:xfrm>
              <a:off x="6401784" y="1118586"/>
              <a:ext cx="1030200" cy="1030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17" name="Google Shape;2317;p43"/>
          <p:cNvSpPr txBox="1"/>
          <p:nvPr/>
        </p:nvSpPr>
        <p:spPr>
          <a:xfrm>
            <a:off x="6372177" y="1362456"/>
            <a:ext cx="877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$20K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18" name="Google Shape;2318;p43"/>
          <p:cNvSpPr txBox="1"/>
          <p:nvPr/>
        </p:nvSpPr>
        <p:spPr>
          <a:xfrm>
            <a:off x="5439489" y="2231136"/>
            <a:ext cx="27522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Gross Revenue in the Sector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19" name="Google Shape;2319;p43"/>
          <p:cNvSpPr txBox="1"/>
          <p:nvPr/>
        </p:nvSpPr>
        <p:spPr>
          <a:xfrm>
            <a:off x="6375459" y="3144442"/>
            <a:ext cx="8793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10%</a:t>
            </a:r>
            <a:endParaRPr sz="27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20" name="Google Shape;2320;p43"/>
          <p:cNvSpPr txBox="1"/>
          <p:nvPr/>
        </p:nvSpPr>
        <p:spPr>
          <a:xfrm>
            <a:off x="1257300" y="4083750"/>
            <a:ext cx="37980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 modify this graph, click on it, follow the link, change the data and paste the resulting graph here</a:t>
            </a:r>
            <a:endParaRPr sz="12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321" name="Google Shape;2321;p43"/>
          <p:cNvSpPr txBox="1"/>
          <p:nvPr/>
        </p:nvSpPr>
        <p:spPr>
          <a:xfrm>
            <a:off x="1783080" y="1014984"/>
            <a:ext cx="27522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Evolution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6" name="Google Shape;2326;p44"/>
          <p:cNvGrpSpPr/>
          <p:nvPr/>
        </p:nvGrpSpPr>
        <p:grpSpPr>
          <a:xfrm>
            <a:off x="4360149" y="632092"/>
            <a:ext cx="3879489" cy="3879489"/>
            <a:chOff x="4522050" y="622650"/>
            <a:chExt cx="3898200" cy="3898200"/>
          </a:xfrm>
        </p:grpSpPr>
        <p:sp>
          <p:nvSpPr>
            <p:cNvPr id="2327" name="Google Shape;2327;p44"/>
            <p:cNvSpPr/>
            <p:nvPr/>
          </p:nvSpPr>
          <p:spPr>
            <a:xfrm>
              <a:off x="4522050" y="622650"/>
              <a:ext cx="3898200" cy="38982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44"/>
            <p:cNvSpPr/>
            <p:nvPr/>
          </p:nvSpPr>
          <p:spPr>
            <a:xfrm>
              <a:off x="4698900" y="799500"/>
              <a:ext cx="3544500" cy="3544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29" name="Google Shape;2329;p44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—Someone Famous</a:t>
            </a:r>
            <a:endParaRPr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330" name="Google Shape;2330;p44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“This is a quote</a:t>
            </a:r>
            <a:r>
              <a:rPr lang="en"/>
              <a:t>,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/>
              <a:t>w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ords full of wisdom that someone important said and can make the reader get inspired.”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pic>
        <p:nvPicPr>
          <p:cNvPr id="2331" name="Google Shape;2331;p44"/>
          <p:cNvPicPr preferRelativeResize="0"/>
          <p:nvPr/>
        </p:nvPicPr>
        <p:blipFill rotWithShape="1">
          <a:blip r:embed="rId3">
            <a:alphaModFix/>
          </a:blip>
          <a:srcRect l="34985" r="2674"/>
          <a:stretch/>
        </p:blipFill>
        <p:spPr>
          <a:xfrm>
            <a:off x="4718153" y="995200"/>
            <a:ext cx="3144600" cy="3153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45"/>
          <p:cNvSpPr txBox="1">
            <a:spLocks noGrp="1"/>
          </p:cNvSpPr>
          <p:nvPr>
            <p:ph type="title"/>
          </p:nvPr>
        </p:nvSpPr>
        <p:spPr>
          <a:xfrm>
            <a:off x="2624328" y="1620753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Awesome Words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1" name="Google Shape;2341;p46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225" y="1547775"/>
            <a:ext cx="3178260" cy="1965224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4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Analysis</a:t>
            </a:r>
            <a:endParaRPr/>
          </a:p>
        </p:txBody>
      </p:sp>
      <p:grpSp>
        <p:nvGrpSpPr>
          <p:cNvPr id="2343" name="Google Shape;2343;p46"/>
          <p:cNvGrpSpPr/>
          <p:nvPr/>
        </p:nvGrpSpPr>
        <p:grpSpPr>
          <a:xfrm>
            <a:off x="741120" y="1652562"/>
            <a:ext cx="4188013" cy="2427688"/>
            <a:chOff x="1397225" y="1410350"/>
            <a:chExt cx="4786300" cy="2774500"/>
          </a:xfrm>
        </p:grpSpPr>
        <p:grpSp>
          <p:nvGrpSpPr>
            <p:cNvPr id="2344" name="Google Shape;2344;p46"/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</p:grpSpPr>
          <p:sp>
            <p:nvSpPr>
              <p:cNvPr id="2345" name="Google Shape;2345;p46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46" name="Google Shape;2346;p46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7" name="Google Shape;2347;p46"/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</p:grpSpPr>
          <p:sp>
            <p:nvSpPr>
              <p:cNvPr id="2348" name="Google Shape;2348;p46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2349" name="Google Shape;2349;p46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350" name="Google Shape;2350;p46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</p:sp>
            <p:sp>
              <p:nvSpPr>
                <p:cNvPr id="2351" name="Google Shape;2351;p46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2" name="Google Shape;2352;p46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3" name="Google Shape;2353;p46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4" name="Google Shape;2354;p46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5" name="Google Shape;2355;p46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56" name="Google Shape;2356;p46"/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</p:grpSpPr>
          <p:sp>
            <p:nvSpPr>
              <p:cNvPr id="2357" name="Google Shape;2357;p46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58" name="Google Shape;2358;p46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59" name="Google Shape;2359;p46"/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</p:grpSpPr>
          <p:sp>
            <p:nvSpPr>
              <p:cNvPr id="2360" name="Google Shape;2360;p46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61" name="Google Shape;2361;p46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Google Shape;2362;p46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Google Shape;2363;p46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Google Shape;2364;p46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Google Shape;2365;p46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66" name="Google Shape;2366;p46"/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</p:grpSpPr>
          <p:sp>
            <p:nvSpPr>
              <p:cNvPr id="2367" name="Google Shape;2367;p46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Google Shape;2368;p46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369" name="Google Shape;2369;p46"/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</p:grpSpPr>
          <p:sp>
            <p:nvSpPr>
              <p:cNvPr id="2370" name="Google Shape;2370;p46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Google Shape;2371;p46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72" name="Google Shape;2372;p46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373" name="Google Shape;2373;p46"/>
            <p:cNvGrpSpPr/>
            <p:nvPr/>
          </p:nvGrpSpPr>
          <p:grpSpPr>
            <a:xfrm>
              <a:off x="3561536" y="2585450"/>
              <a:ext cx="61539" cy="99045"/>
              <a:chOff x="3561536" y="2585450"/>
              <a:chExt cx="61539" cy="99045"/>
            </a:xfrm>
          </p:grpSpPr>
          <p:sp>
            <p:nvSpPr>
              <p:cNvPr id="2374" name="Google Shape;2374;p46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Google Shape;2375;p46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</p:grpSp>
        <p:grpSp>
          <p:nvGrpSpPr>
            <p:cNvPr id="2376" name="Google Shape;2376;p46"/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</p:grpSpPr>
          <p:sp>
            <p:nvSpPr>
              <p:cNvPr id="2377" name="Google Shape;2377;p46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78" name="Google Shape;2378;p46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79" name="Google Shape;2379;p46"/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</p:grpSpPr>
          <p:sp>
            <p:nvSpPr>
              <p:cNvPr id="2380" name="Google Shape;2380;p46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grpSp>
            <p:nvGrpSpPr>
              <p:cNvPr id="2381" name="Google Shape;2381;p46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382" name="Google Shape;2382;p46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3" name="Google Shape;2383;p46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84" name="Google Shape;2384;p46"/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</p:grpSpPr>
          <p:sp>
            <p:nvSpPr>
              <p:cNvPr id="2385" name="Google Shape;2385;p46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86" name="Google Shape;2386;p46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7" name="Google Shape;2387;p46"/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</p:grpSpPr>
          <p:sp>
            <p:nvSpPr>
              <p:cNvPr id="2388" name="Google Shape;2388;p46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89" name="Google Shape;2389;p46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0" name="Google Shape;2390;p46"/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</p:grpSpPr>
          <p:sp>
            <p:nvSpPr>
              <p:cNvPr id="2391" name="Google Shape;2391;p46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</p:sp>
          <p:sp>
            <p:nvSpPr>
              <p:cNvPr id="2392" name="Google Shape;2392;p46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393" name="Google Shape;2393;p46"/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6"/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6"/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96" name="Google Shape;2396;p46"/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</p:grpSpPr>
          <p:sp>
            <p:nvSpPr>
              <p:cNvPr id="2397" name="Google Shape;2397;p46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46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46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46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46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46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Google Shape;2403;p46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Google Shape;2404;p46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Google Shape;2405;p46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Google Shape;2406;p46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Google Shape;2407;p46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Google Shape;2408;p46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Google Shape;2409;p46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Google Shape;2410;p46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Google Shape;2411;p46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Google Shape;2412;p46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13" name="Google Shape;2413;p46"/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46"/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46"/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46"/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46"/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46"/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9" name="Google Shape;2419;p46"/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0" name="Google Shape;2420;p46"/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46"/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2" name="Google Shape;2422;p46"/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3" name="Google Shape;2423;p46"/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4" name="Google Shape;2424;p46"/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5" name="Google Shape;2425;p46"/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6" name="Google Shape;2426;p46"/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7" name="Google Shape;2427;p46"/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8" name="Google Shape;2428;p46"/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9" name="Google Shape;2429;p46"/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0" name="Google Shape;2430;p46"/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1" name="Google Shape;2431;p46"/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2" name="Google Shape;2432;p46"/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3" name="Google Shape;2433;p46"/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4" name="Google Shape;2434;p46"/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5" name="Google Shape;2435;p46"/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</p:grpSpPr>
          <p:sp>
            <p:nvSpPr>
              <p:cNvPr id="2436" name="Google Shape;2436;p46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Google Shape;2437;p46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38" name="Google Shape;2438;p46"/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39" name="Google Shape;2439;p46"/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</p:grpSpPr>
          <p:sp>
            <p:nvSpPr>
              <p:cNvPr id="2440" name="Google Shape;2440;p46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Google Shape;2441;p46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Google Shape;2442;p46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Google Shape;2443;p46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44" name="Google Shape;2444;p46"/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46"/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46"/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46"/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46"/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9" name="Google Shape;2449;p46"/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0" name="Google Shape;2450;p46"/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51" name="Google Shape;2451;p46"/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</p:grpSpPr>
          <p:sp>
            <p:nvSpPr>
              <p:cNvPr id="2452" name="Google Shape;2452;p46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Google Shape;2453;p46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Google Shape;2454;p46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Google Shape;2455;p46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56" name="Google Shape;2456;p46"/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46"/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46"/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46"/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46"/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46"/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46"/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46"/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46"/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46"/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46"/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46"/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46"/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46"/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46"/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46"/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46"/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46"/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46"/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46"/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46"/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46"/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46"/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46"/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46"/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46"/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46"/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46"/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46"/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5" name="Google Shape;2485;p46"/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</p:grpSpPr>
          <p:sp>
            <p:nvSpPr>
              <p:cNvPr id="2486" name="Google Shape;2486;p46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Google Shape;2487;p46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88" name="Google Shape;2488;p46"/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89" name="Google Shape;2489;p46"/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</p:grpSpPr>
          <p:sp>
            <p:nvSpPr>
              <p:cNvPr id="2490" name="Google Shape;2490;p46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Google Shape;2491;p46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2" name="Google Shape;2492;p46"/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</p:grpSpPr>
          <p:sp>
            <p:nvSpPr>
              <p:cNvPr id="2493" name="Google Shape;2493;p46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Google Shape;2494;p46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495" name="Google Shape;2495;p46"/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46"/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46"/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46"/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46"/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46"/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46"/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46"/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03" name="Google Shape;2503;p46"/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</p:grpSpPr>
          <p:sp>
            <p:nvSpPr>
              <p:cNvPr id="2504" name="Google Shape;2504;p46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46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46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46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08" name="Google Shape;2508;p46"/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46"/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46"/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46"/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46"/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46"/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46"/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46"/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16" name="Google Shape;2516;p46"/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</p:grpSpPr>
          <p:sp>
            <p:nvSpPr>
              <p:cNvPr id="2517" name="Google Shape;2517;p46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46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46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46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21" name="Google Shape;2521;p46"/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46"/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46"/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46"/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46"/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46"/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46"/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46"/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46"/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46"/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46"/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46"/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46"/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46"/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46"/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46"/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46"/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46"/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46"/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46"/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46"/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46"/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46"/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46"/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46"/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46"/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46"/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46"/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46"/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46"/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46"/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46"/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46"/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46"/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46"/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46"/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46"/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46"/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46"/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46"/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46"/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46"/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563" name="Google Shape;2563;p46"/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</p:grpSpPr>
          <p:sp>
            <p:nvSpPr>
              <p:cNvPr id="2564" name="Google Shape;2564;p46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Google Shape;2565;p46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566" name="Google Shape;2566;p46"/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46"/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46"/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46"/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46"/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46"/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46"/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46"/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46"/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46"/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46"/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46"/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46"/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46"/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46"/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46"/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46"/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46"/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46"/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46"/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46"/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46"/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46"/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46"/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46"/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46"/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46"/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46"/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46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46"/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46"/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46"/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46"/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46"/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46"/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1" name="Google Shape;2601;p46"/>
          <p:cNvSpPr/>
          <p:nvPr/>
        </p:nvSpPr>
        <p:spPr>
          <a:xfrm>
            <a:off x="1434675" y="2409321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46"/>
          <p:cNvGrpSpPr/>
          <p:nvPr/>
        </p:nvGrpSpPr>
        <p:grpSpPr>
          <a:xfrm>
            <a:off x="1028975" y="1967421"/>
            <a:ext cx="441900" cy="441900"/>
            <a:chOff x="876575" y="1934250"/>
            <a:chExt cx="441900" cy="441900"/>
          </a:xfrm>
        </p:grpSpPr>
        <p:sp>
          <p:nvSpPr>
            <p:cNvPr id="2603" name="Google Shape;2603;p46"/>
            <p:cNvSpPr/>
            <p:nvPr/>
          </p:nvSpPr>
          <p:spPr>
            <a:xfrm>
              <a:off x="876575" y="1934250"/>
              <a:ext cx="441900" cy="4419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46"/>
            <p:cNvSpPr/>
            <p:nvPr/>
          </p:nvSpPr>
          <p:spPr>
            <a:xfrm>
              <a:off x="970750" y="2028425"/>
              <a:ext cx="253500" cy="2535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5" name="Google Shape;2605;p46"/>
          <p:cNvSpPr/>
          <p:nvPr/>
        </p:nvSpPr>
        <p:spPr>
          <a:xfrm>
            <a:off x="2927025" y="2315096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6" name="Google Shape;2606;p46"/>
          <p:cNvSpPr/>
          <p:nvPr/>
        </p:nvSpPr>
        <p:spPr>
          <a:xfrm>
            <a:off x="2793638" y="2467221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7" name="Google Shape;2607;p46"/>
          <p:cNvSpPr/>
          <p:nvPr/>
        </p:nvSpPr>
        <p:spPr>
          <a:xfrm>
            <a:off x="3076182" y="2528871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8" name="Google Shape;2608;p46"/>
          <p:cNvGrpSpPr/>
          <p:nvPr/>
        </p:nvGrpSpPr>
        <p:grpSpPr>
          <a:xfrm>
            <a:off x="3076175" y="2122521"/>
            <a:ext cx="344700" cy="344700"/>
            <a:chOff x="2923775" y="2089350"/>
            <a:chExt cx="344700" cy="344700"/>
          </a:xfrm>
        </p:grpSpPr>
        <p:sp>
          <p:nvSpPr>
            <p:cNvPr id="2609" name="Google Shape;2609;p46"/>
            <p:cNvSpPr/>
            <p:nvPr/>
          </p:nvSpPr>
          <p:spPr>
            <a:xfrm>
              <a:off x="2923775" y="2089350"/>
              <a:ext cx="344700" cy="3447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46"/>
            <p:cNvSpPr/>
            <p:nvPr/>
          </p:nvSpPr>
          <p:spPr>
            <a:xfrm>
              <a:off x="2997241" y="2162816"/>
              <a:ext cx="197700" cy="1977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11" name="Google Shape;2611;p46"/>
          <p:cNvSpPr/>
          <p:nvPr/>
        </p:nvSpPr>
        <p:spPr>
          <a:xfrm>
            <a:off x="4228013" y="3665096"/>
            <a:ext cx="94200" cy="942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2" name="Google Shape;2612;p46"/>
          <p:cNvSpPr/>
          <p:nvPr/>
        </p:nvSpPr>
        <p:spPr>
          <a:xfrm>
            <a:off x="4293235" y="3512996"/>
            <a:ext cx="152100" cy="1521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3" name="Google Shape;2613;p46"/>
          <p:cNvSpPr txBox="1"/>
          <p:nvPr/>
        </p:nvSpPr>
        <p:spPr>
          <a:xfrm>
            <a:off x="5266944" y="1005840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Top Rated Values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14" name="Google Shape;2614;p46"/>
          <p:cNvSpPr txBox="1"/>
          <p:nvPr/>
        </p:nvSpPr>
        <p:spPr>
          <a:xfrm>
            <a:off x="1261872" y="1005840"/>
            <a:ext cx="31548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Outreach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15" name="Google Shape;2615;p46"/>
          <p:cNvSpPr txBox="1"/>
          <p:nvPr/>
        </p:nvSpPr>
        <p:spPr>
          <a:xfrm>
            <a:off x="5262400" y="3657775"/>
            <a:ext cx="3157800" cy="8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 modify this graph, click on it, follow the link, change the data and paste the new graph here</a:t>
            </a:r>
            <a:endParaRPr sz="12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0" name="Google Shape;2620;p47"/>
          <p:cNvGrpSpPr/>
          <p:nvPr/>
        </p:nvGrpSpPr>
        <p:grpSpPr>
          <a:xfrm>
            <a:off x="2831850" y="526920"/>
            <a:ext cx="3480300" cy="1145236"/>
            <a:chOff x="2771600" y="526920"/>
            <a:chExt cx="3480300" cy="1145236"/>
          </a:xfrm>
        </p:grpSpPr>
        <p:sp>
          <p:nvSpPr>
            <p:cNvPr id="2621" name="Google Shape;2621;p47"/>
            <p:cNvSpPr/>
            <p:nvPr/>
          </p:nvSpPr>
          <p:spPr>
            <a:xfrm>
              <a:off x="2771600" y="526920"/>
              <a:ext cx="3480300" cy="1145236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3" name="Google Shape;2623;p47"/>
          <p:cNvGrpSpPr/>
          <p:nvPr/>
        </p:nvGrpSpPr>
        <p:grpSpPr>
          <a:xfrm>
            <a:off x="2831850" y="3471345"/>
            <a:ext cx="3480300" cy="1145100"/>
            <a:chOff x="2771600" y="526920"/>
            <a:chExt cx="3480300" cy="1145100"/>
          </a:xfrm>
        </p:grpSpPr>
        <p:sp>
          <p:nvSpPr>
            <p:cNvPr id="2624" name="Google Shape;2624;p47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6" name="Google Shape;2626;p47"/>
          <p:cNvGrpSpPr/>
          <p:nvPr/>
        </p:nvGrpSpPr>
        <p:grpSpPr>
          <a:xfrm>
            <a:off x="2831850" y="1999195"/>
            <a:ext cx="3480300" cy="1145100"/>
            <a:chOff x="2771600" y="526920"/>
            <a:chExt cx="3480300" cy="1145100"/>
          </a:xfrm>
        </p:grpSpPr>
        <p:sp>
          <p:nvSpPr>
            <p:cNvPr id="2627" name="Google Shape;2627;p47"/>
            <p:cNvSpPr/>
            <p:nvPr/>
          </p:nvSpPr>
          <p:spPr>
            <a:xfrm>
              <a:off x="2771600" y="526920"/>
              <a:ext cx="3480300" cy="11451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47"/>
            <p:cNvSpPr/>
            <p:nvPr/>
          </p:nvSpPr>
          <p:spPr>
            <a:xfrm>
              <a:off x="2849650" y="606775"/>
              <a:ext cx="3324000" cy="9855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29" name="Google Shape;2629;p47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Jupiter’s rotation period</a:t>
            </a:r>
            <a:endParaRPr/>
          </a:p>
        </p:txBody>
      </p:sp>
      <p:sp>
        <p:nvSpPr>
          <p:cNvPr id="2630" name="Google Shape;2630;p47"/>
          <p:cNvSpPr txBox="1">
            <a:spLocks noGrp="1"/>
          </p:cNvSpPr>
          <p:nvPr>
            <p:ph type="title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333,000.00</a:t>
            </a:r>
            <a:endParaRPr/>
          </a:p>
        </p:txBody>
      </p:sp>
      <p:sp>
        <p:nvSpPr>
          <p:cNvPr id="2631" name="Google Shape;2631;p47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earths is the sun’s mass</a:t>
            </a:r>
            <a:endParaRPr/>
          </a:p>
        </p:txBody>
      </p:sp>
      <p:sp>
        <p:nvSpPr>
          <p:cNvPr id="2632" name="Google Shape;2632;p47"/>
          <p:cNvSpPr txBox="1">
            <a:spLocks noGrp="1"/>
          </p:cNvSpPr>
          <p:nvPr>
            <p:ph type="title" idx="2"/>
          </p:nvPr>
        </p:nvSpPr>
        <p:spPr>
          <a:xfrm>
            <a:off x="2825496" y="2177082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24h 37m 23s</a:t>
            </a:r>
            <a:endParaRPr/>
          </a:p>
        </p:txBody>
      </p:sp>
      <p:sp>
        <p:nvSpPr>
          <p:cNvPr id="2633" name="Google Shape;2633;p47"/>
          <p:cNvSpPr txBox="1">
            <a:spLocks noGrp="1"/>
          </p:cNvSpPr>
          <p:nvPr>
            <p:ph type="title" idx="4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386,000 km</a:t>
            </a:r>
            <a:endParaRPr/>
          </a:p>
        </p:txBody>
      </p:sp>
      <p:sp>
        <p:nvSpPr>
          <p:cNvPr id="2634" name="Google Shape;2634;p47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is the distance </a:t>
            </a:r>
            <a:r>
              <a:rPr lang="en"/>
              <a:t>to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the Moon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9" name="Google Shape;2639;p48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699" y="1524850"/>
            <a:ext cx="3218699" cy="2094979"/>
          </a:xfrm>
          <a:prstGeom prst="rect">
            <a:avLst/>
          </a:prstGeom>
          <a:noFill/>
          <a:ln>
            <a:noFill/>
          </a:ln>
        </p:spPr>
      </p:pic>
      <p:sp>
        <p:nvSpPr>
          <p:cNvPr id="2640" name="Google Shape;2640;p48"/>
          <p:cNvSpPr txBox="1">
            <a:spLocks noGrp="1"/>
          </p:cNvSpPr>
          <p:nvPr>
            <p:ph type="title"/>
          </p:nvPr>
        </p:nvSpPr>
        <p:spPr>
          <a:xfrm>
            <a:off x="723750" y="338323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</a:t>
            </a:r>
            <a:endParaRPr/>
          </a:p>
        </p:txBody>
      </p:sp>
      <p:sp>
        <p:nvSpPr>
          <p:cNvPr id="2641" name="Google Shape;2641;p48"/>
          <p:cNvSpPr txBox="1"/>
          <p:nvPr/>
        </p:nvSpPr>
        <p:spPr>
          <a:xfrm>
            <a:off x="5184648" y="2825496"/>
            <a:ext cx="2752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Interests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42" name="Google Shape;2642;p48"/>
          <p:cNvSpPr txBox="1"/>
          <p:nvPr/>
        </p:nvSpPr>
        <p:spPr>
          <a:xfrm>
            <a:off x="1124712" y="1078992"/>
            <a:ext cx="32187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Age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43" name="Google Shape;2643;p48"/>
          <p:cNvSpPr txBox="1"/>
          <p:nvPr/>
        </p:nvSpPr>
        <p:spPr>
          <a:xfrm>
            <a:off x="5184648" y="1078992"/>
            <a:ext cx="27522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Gender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644" name="Google Shape;2644;p48"/>
          <p:cNvSpPr txBox="1"/>
          <p:nvPr/>
        </p:nvSpPr>
        <p:spPr>
          <a:xfrm>
            <a:off x="5084064" y="2139696"/>
            <a:ext cx="6219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30%</a:t>
            </a:r>
            <a:endParaRPr sz="16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645" name="Google Shape;2645;p48"/>
          <p:cNvSpPr txBox="1"/>
          <p:nvPr/>
        </p:nvSpPr>
        <p:spPr>
          <a:xfrm>
            <a:off x="7415784" y="2139696"/>
            <a:ext cx="622200" cy="3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rPr>
              <a:t>70%</a:t>
            </a:r>
            <a:endParaRPr sz="1600">
              <a:solidFill>
                <a:schemeClr val="dk2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2646" name="Google Shape;2646;p48"/>
          <p:cNvSpPr/>
          <p:nvPr/>
        </p:nvSpPr>
        <p:spPr>
          <a:xfrm rot="5400000">
            <a:off x="6447764" y="632350"/>
            <a:ext cx="218100" cy="2751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7" name="Google Shape;2647;p48"/>
          <p:cNvSpPr/>
          <p:nvPr/>
        </p:nvSpPr>
        <p:spPr>
          <a:xfrm rot="5400000">
            <a:off x="5521039" y="1559350"/>
            <a:ext cx="218100" cy="89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8" name="Google Shape;2648;p48"/>
          <p:cNvSpPr txBox="1"/>
          <p:nvPr/>
        </p:nvSpPr>
        <p:spPr>
          <a:xfrm>
            <a:off x="1125550" y="3825475"/>
            <a:ext cx="3216900" cy="5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To modify this graph, click on it, follow the link, change the data and paste the new graph here</a:t>
            </a:r>
            <a:endParaRPr sz="12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49" name="Google Shape;2649;p48"/>
          <p:cNvGrpSpPr/>
          <p:nvPr/>
        </p:nvGrpSpPr>
        <p:grpSpPr>
          <a:xfrm>
            <a:off x="5181414" y="1525569"/>
            <a:ext cx="256500" cy="290463"/>
            <a:chOff x="-57950750" y="2296300"/>
            <a:chExt cx="279625" cy="316650"/>
          </a:xfrm>
        </p:grpSpPr>
        <p:sp>
          <p:nvSpPr>
            <p:cNvPr id="2650" name="Google Shape;2650;p48"/>
            <p:cNvSpPr/>
            <p:nvPr/>
          </p:nvSpPr>
          <p:spPr>
            <a:xfrm>
              <a:off x="-57847575" y="2528075"/>
              <a:ext cx="73250" cy="29750"/>
            </a:xfrm>
            <a:custGeom>
              <a:avLst/>
              <a:gdLst/>
              <a:ahLst/>
              <a:cxnLst/>
              <a:rect l="l" t="t" r="r" b="b"/>
              <a:pathLst>
                <a:path w="2930" h="1190" extrusionOk="0">
                  <a:moveTo>
                    <a:pt x="414" y="0"/>
                  </a:moveTo>
                  <a:cubicBezTo>
                    <a:pt x="315" y="0"/>
                    <a:pt x="221" y="40"/>
                    <a:pt x="158" y="118"/>
                  </a:cubicBezTo>
                  <a:cubicBezTo>
                    <a:pt x="0" y="276"/>
                    <a:pt x="0" y="528"/>
                    <a:pt x="158" y="654"/>
                  </a:cubicBezTo>
                  <a:cubicBezTo>
                    <a:pt x="536" y="1000"/>
                    <a:pt x="1008" y="1189"/>
                    <a:pt x="1481" y="1189"/>
                  </a:cubicBezTo>
                  <a:cubicBezTo>
                    <a:pt x="1954" y="1189"/>
                    <a:pt x="2458" y="1000"/>
                    <a:pt x="2773" y="654"/>
                  </a:cubicBezTo>
                  <a:cubicBezTo>
                    <a:pt x="2930" y="496"/>
                    <a:pt x="2930" y="244"/>
                    <a:pt x="2773" y="118"/>
                  </a:cubicBezTo>
                  <a:cubicBezTo>
                    <a:pt x="2710" y="40"/>
                    <a:pt x="2623" y="0"/>
                    <a:pt x="2532" y="0"/>
                  </a:cubicBezTo>
                  <a:cubicBezTo>
                    <a:pt x="2442" y="0"/>
                    <a:pt x="2347" y="40"/>
                    <a:pt x="2269" y="118"/>
                  </a:cubicBezTo>
                  <a:cubicBezTo>
                    <a:pt x="2048" y="339"/>
                    <a:pt x="1733" y="433"/>
                    <a:pt x="1481" y="433"/>
                  </a:cubicBezTo>
                  <a:cubicBezTo>
                    <a:pt x="1197" y="433"/>
                    <a:pt x="882" y="339"/>
                    <a:pt x="693" y="118"/>
                  </a:cubicBezTo>
                  <a:cubicBezTo>
                    <a:pt x="615" y="40"/>
                    <a:pt x="512" y="0"/>
                    <a:pt x="4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48"/>
            <p:cNvSpPr/>
            <p:nvPr/>
          </p:nvSpPr>
          <p:spPr>
            <a:xfrm>
              <a:off x="-57857025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48"/>
            <p:cNvSpPr/>
            <p:nvPr/>
          </p:nvSpPr>
          <p:spPr>
            <a:xfrm>
              <a:off x="-57782200" y="2446750"/>
              <a:ext cx="18125" cy="17350"/>
            </a:xfrm>
            <a:custGeom>
              <a:avLst/>
              <a:gdLst/>
              <a:ahLst/>
              <a:cxnLst/>
              <a:rect l="l" t="t" r="r" b="b"/>
              <a:pathLst>
                <a:path w="725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725" y="536"/>
                    <a:pt x="725" y="347"/>
                  </a:cubicBezTo>
                  <a:cubicBezTo>
                    <a:pt x="725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48"/>
            <p:cNvSpPr/>
            <p:nvPr/>
          </p:nvSpPr>
          <p:spPr>
            <a:xfrm>
              <a:off x="-57950750" y="2296300"/>
              <a:ext cx="279625" cy="316650"/>
            </a:xfrm>
            <a:custGeom>
              <a:avLst/>
              <a:gdLst/>
              <a:ahLst/>
              <a:cxnLst/>
              <a:rect l="l" t="t" r="r" b="b"/>
              <a:pathLst>
                <a:path w="11185" h="12666" extrusionOk="0">
                  <a:moveTo>
                    <a:pt x="5639" y="694"/>
                  </a:moveTo>
                  <a:cubicBezTo>
                    <a:pt x="5955" y="694"/>
                    <a:pt x="6270" y="914"/>
                    <a:pt x="6333" y="1230"/>
                  </a:cubicBezTo>
                  <a:cubicBezTo>
                    <a:pt x="6381" y="1399"/>
                    <a:pt x="6523" y="1513"/>
                    <a:pt x="6701" y="1513"/>
                  </a:cubicBezTo>
                  <a:cubicBezTo>
                    <a:pt x="6754" y="1513"/>
                    <a:pt x="6810" y="1503"/>
                    <a:pt x="6868" y="1482"/>
                  </a:cubicBezTo>
                  <a:cubicBezTo>
                    <a:pt x="6931" y="1450"/>
                    <a:pt x="7057" y="1450"/>
                    <a:pt x="7120" y="1450"/>
                  </a:cubicBezTo>
                  <a:cubicBezTo>
                    <a:pt x="7435" y="1450"/>
                    <a:pt x="7719" y="1639"/>
                    <a:pt x="7845" y="1954"/>
                  </a:cubicBezTo>
                  <a:cubicBezTo>
                    <a:pt x="7876" y="2112"/>
                    <a:pt x="8034" y="2206"/>
                    <a:pt x="8191" y="2206"/>
                  </a:cubicBezTo>
                  <a:cubicBezTo>
                    <a:pt x="8632" y="2206"/>
                    <a:pt x="9010" y="2553"/>
                    <a:pt x="9010" y="3025"/>
                  </a:cubicBezTo>
                  <a:lnTo>
                    <a:pt x="9010" y="3970"/>
                  </a:lnTo>
                  <a:lnTo>
                    <a:pt x="8160" y="3088"/>
                  </a:lnTo>
                  <a:cubicBezTo>
                    <a:pt x="8084" y="3032"/>
                    <a:pt x="7986" y="2986"/>
                    <a:pt x="7885" y="2986"/>
                  </a:cubicBezTo>
                  <a:cubicBezTo>
                    <a:pt x="7818" y="2986"/>
                    <a:pt x="7750" y="3006"/>
                    <a:pt x="7687" y="3057"/>
                  </a:cubicBezTo>
                  <a:cubicBezTo>
                    <a:pt x="7073" y="3466"/>
                    <a:pt x="6364" y="3671"/>
                    <a:pt x="5655" y="3671"/>
                  </a:cubicBezTo>
                  <a:cubicBezTo>
                    <a:pt x="4946" y="3671"/>
                    <a:pt x="4237" y="3466"/>
                    <a:pt x="3623" y="3057"/>
                  </a:cubicBezTo>
                  <a:cubicBezTo>
                    <a:pt x="3560" y="3006"/>
                    <a:pt x="3492" y="2986"/>
                    <a:pt x="3425" y="2986"/>
                  </a:cubicBezTo>
                  <a:cubicBezTo>
                    <a:pt x="3324" y="2986"/>
                    <a:pt x="3226" y="3032"/>
                    <a:pt x="3151" y="3088"/>
                  </a:cubicBezTo>
                  <a:lnTo>
                    <a:pt x="2300" y="3970"/>
                  </a:lnTo>
                  <a:cubicBezTo>
                    <a:pt x="2268" y="3293"/>
                    <a:pt x="2253" y="3191"/>
                    <a:pt x="2245" y="3191"/>
                  </a:cubicBezTo>
                  <a:cubicBezTo>
                    <a:pt x="2241" y="3191"/>
                    <a:pt x="2239" y="3210"/>
                    <a:pt x="2238" y="3210"/>
                  </a:cubicBezTo>
                  <a:cubicBezTo>
                    <a:pt x="2237" y="3210"/>
                    <a:pt x="2237" y="3177"/>
                    <a:pt x="2237" y="3025"/>
                  </a:cubicBezTo>
                  <a:cubicBezTo>
                    <a:pt x="2237" y="2584"/>
                    <a:pt x="2615" y="2206"/>
                    <a:pt x="3088" y="2206"/>
                  </a:cubicBezTo>
                  <a:cubicBezTo>
                    <a:pt x="3245" y="2206"/>
                    <a:pt x="3403" y="2080"/>
                    <a:pt x="3434" y="1954"/>
                  </a:cubicBezTo>
                  <a:cubicBezTo>
                    <a:pt x="3560" y="1639"/>
                    <a:pt x="3812" y="1450"/>
                    <a:pt x="4127" y="1450"/>
                  </a:cubicBezTo>
                  <a:cubicBezTo>
                    <a:pt x="4222" y="1450"/>
                    <a:pt x="4348" y="1450"/>
                    <a:pt x="4411" y="1482"/>
                  </a:cubicBezTo>
                  <a:cubicBezTo>
                    <a:pt x="4449" y="1494"/>
                    <a:pt x="4491" y="1501"/>
                    <a:pt x="4532" y="1501"/>
                  </a:cubicBezTo>
                  <a:cubicBezTo>
                    <a:pt x="4695" y="1501"/>
                    <a:pt x="4865" y="1405"/>
                    <a:pt x="4915" y="1230"/>
                  </a:cubicBezTo>
                  <a:cubicBezTo>
                    <a:pt x="5009" y="914"/>
                    <a:pt x="5324" y="694"/>
                    <a:pt x="5639" y="694"/>
                  </a:cubicBezTo>
                  <a:close/>
                  <a:moveTo>
                    <a:pt x="1512" y="5955"/>
                  </a:moveTo>
                  <a:lnTo>
                    <a:pt x="1512" y="7467"/>
                  </a:lnTo>
                  <a:cubicBezTo>
                    <a:pt x="1071" y="7467"/>
                    <a:pt x="756" y="7152"/>
                    <a:pt x="756" y="6711"/>
                  </a:cubicBezTo>
                  <a:cubicBezTo>
                    <a:pt x="756" y="6333"/>
                    <a:pt x="1103" y="5955"/>
                    <a:pt x="1512" y="5955"/>
                  </a:cubicBezTo>
                  <a:close/>
                  <a:moveTo>
                    <a:pt x="9704" y="5955"/>
                  </a:moveTo>
                  <a:cubicBezTo>
                    <a:pt x="10082" y="5955"/>
                    <a:pt x="10428" y="6302"/>
                    <a:pt x="10428" y="6711"/>
                  </a:cubicBezTo>
                  <a:cubicBezTo>
                    <a:pt x="10428" y="7152"/>
                    <a:pt x="10113" y="7467"/>
                    <a:pt x="9704" y="7467"/>
                  </a:cubicBezTo>
                  <a:lnTo>
                    <a:pt x="9704" y="5955"/>
                  </a:lnTo>
                  <a:close/>
                  <a:moveTo>
                    <a:pt x="7813" y="3813"/>
                  </a:moveTo>
                  <a:lnTo>
                    <a:pt x="8979" y="5042"/>
                  </a:lnTo>
                  <a:lnTo>
                    <a:pt x="8979" y="8224"/>
                  </a:lnTo>
                  <a:lnTo>
                    <a:pt x="7971" y="8224"/>
                  </a:lnTo>
                  <a:cubicBezTo>
                    <a:pt x="7230" y="7767"/>
                    <a:pt x="6411" y="7538"/>
                    <a:pt x="5600" y="7538"/>
                  </a:cubicBezTo>
                  <a:cubicBezTo>
                    <a:pt x="4789" y="7538"/>
                    <a:pt x="3985" y="7767"/>
                    <a:pt x="3277" y="8224"/>
                  </a:cubicBezTo>
                  <a:lnTo>
                    <a:pt x="2237" y="8224"/>
                  </a:lnTo>
                  <a:lnTo>
                    <a:pt x="2237" y="5042"/>
                  </a:lnTo>
                  <a:lnTo>
                    <a:pt x="3434" y="3813"/>
                  </a:lnTo>
                  <a:cubicBezTo>
                    <a:pt x="4096" y="4207"/>
                    <a:pt x="4844" y="4404"/>
                    <a:pt x="5600" y="4404"/>
                  </a:cubicBezTo>
                  <a:cubicBezTo>
                    <a:pt x="6356" y="4404"/>
                    <a:pt x="7120" y="4207"/>
                    <a:pt x="7813" y="3813"/>
                  </a:cubicBezTo>
                  <a:close/>
                  <a:moveTo>
                    <a:pt x="5576" y="8302"/>
                  </a:moveTo>
                  <a:cubicBezTo>
                    <a:pt x="6285" y="8302"/>
                    <a:pt x="6994" y="8507"/>
                    <a:pt x="7593" y="8917"/>
                  </a:cubicBezTo>
                  <a:cubicBezTo>
                    <a:pt x="7687" y="8980"/>
                    <a:pt x="7719" y="8980"/>
                    <a:pt x="7813" y="8980"/>
                  </a:cubicBezTo>
                  <a:lnTo>
                    <a:pt x="8916" y="8980"/>
                  </a:lnTo>
                  <a:cubicBezTo>
                    <a:pt x="8758" y="10649"/>
                    <a:pt x="7341" y="11973"/>
                    <a:pt x="5608" y="11973"/>
                  </a:cubicBezTo>
                  <a:cubicBezTo>
                    <a:pt x="3875" y="11973"/>
                    <a:pt x="2457" y="10649"/>
                    <a:pt x="2237" y="8980"/>
                  </a:cubicBezTo>
                  <a:lnTo>
                    <a:pt x="3340" y="8980"/>
                  </a:lnTo>
                  <a:cubicBezTo>
                    <a:pt x="3434" y="8980"/>
                    <a:pt x="3466" y="8980"/>
                    <a:pt x="3560" y="8917"/>
                  </a:cubicBezTo>
                  <a:cubicBezTo>
                    <a:pt x="4159" y="8507"/>
                    <a:pt x="4868" y="8302"/>
                    <a:pt x="5576" y="8302"/>
                  </a:cubicBezTo>
                  <a:close/>
                  <a:moveTo>
                    <a:pt x="5608" y="1"/>
                  </a:moveTo>
                  <a:cubicBezTo>
                    <a:pt x="5041" y="1"/>
                    <a:pt x="4568" y="316"/>
                    <a:pt x="4285" y="725"/>
                  </a:cubicBezTo>
                  <a:cubicBezTo>
                    <a:pt x="4231" y="720"/>
                    <a:pt x="4178" y="717"/>
                    <a:pt x="4125" y="717"/>
                  </a:cubicBezTo>
                  <a:cubicBezTo>
                    <a:pt x="3560" y="717"/>
                    <a:pt x="3063" y="1020"/>
                    <a:pt x="2804" y="1482"/>
                  </a:cubicBezTo>
                  <a:cubicBezTo>
                    <a:pt x="2048" y="1608"/>
                    <a:pt x="1512" y="2238"/>
                    <a:pt x="1512" y="3025"/>
                  </a:cubicBezTo>
                  <a:lnTo>
                    <a:pt x="1512" y="5231"/>
                  </a:lnTo>
                  <a:cubicBezTo>
                    <a:pt x="662" y="5231"/>
                    <a:pt x="0" y="5892"/>
                    <a:pt x="0" y="6711"/>
                  </a:cubicBezTo>
                  <a:cubicBezTo>
                    <a:pt x="0" y="7562"/>
                    <a:pt x="662" y="8224"/>
                    <a:pt x="1512" y="8224"/>
                  </a:cubicBezTo>
                  <a:lnTo>
                    <a:pt x="1512" y="8570"/>
                  </a:lnTo>
                  <a:cubicBezTo>
                    <a:pt x="1512" y="10807"/>
                    <a:pt x="3340" y="12666"/>
                    <a:pt x="5608" y="12666"/>
                  </a:cubicBezTo>
                  <a:cubicBezTo>
                    <a:pt x="7845" y="12666"/>
                    <a:pt x="9704" y="10807"/>
                    <a:pt x="9704" y="8570"/>
                  </a:cubicBezTo>
                  <a:lnTo>
                    <a:pt x="9704" y="8224"/>
                  </a:lnTo>
                  <a:cubicBezTo>
                    <a:pt x="10523" y="8224"/>
                    <a:pt x="11184" y="7562"/>
                    <a:pt x="11184" y="6711"/>
                  </a:cubicBezTo>
                  <a:cubicBezTo>
                    <a:pt x="11184" y="5892"/>
                    <a:pt x="10523" y="5231"/>
                    <a:pt x="9704" y="5231"/>
                  </a:cubicBezTo>
                  <a:lnTo>
                    <a:pt x="9704" y="3025"/>
                  </a:lnTo>
                  <a:cubicBezTo>
                    <a:pt x="9704" y="2238"/>
                    <a:pt x="9137" y="1608"/>
                    <a:pt x="8380" y="1482"/>
                  </a:cubicBezTo>
                  <a:cubicBezTo>
                    <a:pt x="8150" y="1020"/>
                    <a:pt x="7629" y="717"/>
                    <a:pt x="7060" y="717"/>
                  </a:cubicBezTo>
                  <a:cubicBezTo>
                    <a:pt x="7007" y="717"/>
                    <a:pt x="6953" y="720"/>
                    <a:pt x="6900" y="725"/>
                  </a:cubicBezTo>
                  <a:cubicBezTo>
                    <a:pt x="6616" y="253"/>
                    <a:pt x="6144" y="1"/>
                    <a:pt x="560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4" name="Google Shape;2654;p48"/>
          <p:cNvGrpSpPr/>
          <p:nvPr/>
        </p:nvGrpSpPr>
        <p:grpSpPr>
          <a:xfrm>
            <a:off x="7639818" y="1524849"/>
            <a:ext cx="292642" cy="291908"/>
            <a:chOff x="-57578225" y="1904075"/>
            <a:chExt cx="319025" cy="318225"/>
          </a:xfrm>
        </p:grpSpPr>
        <p:sp>
          <p:nvSpPr>
            <p:cNvPr id="2655" name="Google Shape;2655;p48"/>
            <p:cNvSpPr/>
            <p:nvPr/>
          </p:nvSpPr>
          <p:spPr>
            <a:xfrm>
              <a:off x="-57578225" y="1904075"/>
              <a:ext cx="319025" cy="318225"/>
            </a:xfrm>
            <a:custGeom>
              <a:avLst/>
              <a:gdLst/>
              <a:ahLst/>
              <a:cxnLst/>
              <a:rect l="l" t="t" r="r" b="b"/>
              <a:pathLst>
                <a:path w="12761" h="12729" extrusionOk="0">
                  <a:moveTo>
                    <a:pt x="4601" y="1418"/>
                  </a:moveTo>
                  <a:cubicBezTo>
                    <a:pt x="4632" y="1702"/>
                    <a:pt x="4727" y="1922"/>
                    <a:pt x="4790" y="2206"/>
                  </a:cubicBezTo>
                  <a:cubicBezTo>
                    <a:pt x="3687" y="2962"/>
                    <a:pt x="2994" y="4254"/>
                    <a:pt x="2994" y="5640"/>
                  </a:cubicBezTo>
                  <a:lnTo>
                    <a:pt x="2994" y="5986"/>
                  </a:lnTo>
                  <a:cubicBezTo>
                    <a:pt x="2710" y="5986"/>
                    <a:pt x="2458" y="6081"/>
                    <a:pt x="2238" y="6175"/>
                  </a:cubicBezTo>
                  <a:lnTo>
                    <a:pt x="2238" y="5608"/>
                  </a:lnTo>
                  <a:cubicBezTo>
                    <a:pt x="2238" y="3876"/>
                    <a:pt x="3183" y="2300"/>
                    <a:pt x="4601" y="1418"/>
                  </a:cubicBezTo>
                  <a:close/>
                  <a:moveTo>
                    <a:pt x="7121" y="757"/>
                  </a:moveTo>
                  <a:cubicBezTo>
                    <a:pt x="9799" y="757"/>
                    <a:pt x="12004" y="2930"/>
                    <a:pt x="12004" y="5640"/>
                  </a:cubicBezTo>
                  <a:lnTo>
                    <a:pt x="12004" y="6238"/>
                  </a:lnTo>
                  <a:cubicBezTo>
                    <a:pt x="11752" y="6112"/>
                    <a:pt x="11532" y="6018"/>
                    <a:pt x="11248" y="6018"/>
                  </a:cubicBezTo>
                  <a:lnTo>
                    <a:pt x="10902" y="6018"/>
                  </a:lnTo>
                  <a:cubicBezTo>
                    <a:pt x="8098" y="6018"/>
                    <a:pt x="5703" y="3907"/>
                    <a:pt x="5325" y="1103"/>
                  </a:cubicBezTo>
                  <a:cubicBezTo>
                    <a:pt x="5861" y="883"/>
                    <a:pt x="6491" y="757"/>
                    <a:pt x="7121" y="757"/>
                  </a:cubicBezTo>
                  <a:close/>
                  <a:moveTo>
                    <a:pt x="2994" y="6742"/>
                  </a:moveTo>
                  <a:lnTo>
                    <a:pt x="2994" y="8223"/>
                  </a:lnTo>
                  <a:cubicBezTo>
                    <a:pt x="2616" y="8223"/>
                    <a:pt x="2238" y="7971"/>
                    <a:pt x="2238" y="7436"/>
                  </a:cubicBezTo>
                  <a:cubicBezTo>
                    <a:pt x="2269" y="7058"/>
                    <a:pt x="2584" y="6742"/>
                    <a:pt x="2994" y="6742"/>
                  </a:cubicBezTo>
                  <a:close/>
                  <a:moveTo>
                    <a:pt x="11248" y="6742"/>
                  </a:moveTo>
                  <a:cubicBezTo>
                    <a:pt x="11658" y="6742"/>
                    <a:pt x="12004" y="7058"/>
                    <a:pt x="12004" y="7499"/>
                  </a:cubicBezTo>
                  <a:cubicBezTo>
                    <a:pt x="12004" y="7908"/>
                    <a:pt x="11658" y="8223"/>
                    <a:pt x="11248" y="8223"/>
                  </a:cubicBezTo>
                  <a:lnTo>
                    <a:pt x="11248" y="6742"/>
                  </a:lnTo>
                  <a:close/>
                  <a:moveTo>
                    <a:pt x="1828" y="8444"/>
                  </a:moveTo>
                  <a:cubicBezTo>
                    <a:pt x="2112" y="8790"/>
                    <a:pt x="2553" y="8979"/>
                    <a:pt x="3025" y="8979"/>
                  </a:cubicBezTo>
                  <a:cubicBezTo>
                    <a:pt x="3088" y="9830"/>
                    <a:pt x="3466" y="10681"/>
                    <a:pt x="4034" y="11311"/>
                  </a:cubicBezTo>
                  <a:cubicBezTo>
                    <a:pt x="3656" y="11752"/>
                    <a:pt x="3183" y="11972"/>
                    <a:pt x="2616" y="11972"/>
                  </a:cubicBezTo>
                  <a:cubicBezTo>
                    <a:pt x="1608" y="11972"/>
                    <a:pt x="789" y="11153"/>
                    <a:pt x="789" y="10113"/>
                  </a:cubicBezTo>
                  <a:cubicBezTo>
                    <a:pt x="789" y="9420"/>
                    <a:pt x="1198" y="8759"/>
                    <a:pt x="1828" y="8444"/>
                  </a:cubicBezTo>
                  <a:close/>
                  <a:moveTo>
                    <a:pt x="5042" y="2962"/>
                  </a:moveTo>
                  <a:cubicBezTo>
                    <a:pt x="5987" y="5073"/>
                    <a:pt x="8066" y="6616"/>
                    <a:pt x="10461" y="6774"/>
                  </a:cubicBezTo>
                  <a:lnTo>
                    <a:pt x="10461" y="8664"/>
                  </a:lnTo>
                  <a:cubicBezTo>
                    <a:pt x="10492" y="10492"/>
                    <a:pt x="8980" y="11972"/>
                    <a:pt x="7121" y="11972"/>
                  </a:cubicBezTo>
                  <a:cubicBezTo>
                    <a:pt x="5262" y="11972"/>
                    <a:pt x="3719" y="10460"/>
                    <a:pt x="3719" y="8633"/>
                  </a:cubicBezTo>
                  <a:lnTo>
                    <a:pt x="3719" y="5640"/>
                  </a:lnTo>
                  <a:cubicBezTo>
                    <a:pt x="3719" y="4600"/>
                    <a:pt x="4254" y="3592"/>
                    <a:pt x="5042" y="2962"/>
                  </a:cubicBezTo>
                  <a:close/>
                  <a:moveTo>
                    <a:pt x="7121" y="0"/>
                  </a:moveTo>
                  <a:cubicBezTo>
                    <a:pt x="5577" y="0"/>
                    <a:pt x="4191" y="631"/>
                    <a:pt x="3151" y="1670"/>
                  </a:cubicBezTo>
                  <a:cubicBezTo>
                    <a:pt x="2080" y="2710"/>
                    <a:pt x="1482" y="4128"/>
                    <a:pt x="1482" y="5640"/>
                  </a:cubicBezTo>
                  <a:lnTo>
                    <a:pt x="1482" y="7751"/>
                  </a:lnTo>
                  <a:cubicBezTo>
                    <a:pt x="568" y="8192"/>
                    <a:pt x="1" y="9105"/>
                    <a:pt x="1" y="10113"/>
                  </a:cubicBezTo>
                  <a:cubicBezTo>
                    <a:pt x="1" y="11594"/>
                    <a:pt x="1167" y="12728"/>
                    <a:pt x="2584" y="12728"/>
                  </a:cubicBezTo>
                  <a:cubicBezTo>
                    <a:pt x="3340" y="12728"/>
                    <a:pt x="4034" y="12413"/>
                    <a:pt x="4569" y="11846"/>
                  </a:cubicBezTo>
                  <a:cubicBezTo>
                    <a:pt x="5262" y="12413"/>
                    <a:pt x="6176" y="12728"/>
                    <a:pt x="7121" y="12728"/>
                  </a:cubicBezTo>
                  <a:cubicBezTo>
                    <a:pt x="8224" y="12728"/>
                    <a:pt x="9232" y="12287"/>
                    <a:pt x="10020" y="11500"/>
                  </a:cubicBezTo>
                  <a:cubicBezTo>
                    <a:pt x="10744" y="10838"/>
                    <a:pt x="11122" y="9924"/>
                    <a:pt x="11217" y="8979"/>
                  </a:cubicBezTo>
                  <a:cubicBezTo>
                    <a:pt x="12036" y="8979"/>
                    <a:pt x="12697" y="8318"/>
                    <a:pt x="12697" y="7499"/>
                  </a:cubicBezTo>
                  <a:lnTo>
                    <a:pt x="12697" y="5640"/>
                  </a:lnTo>
                  <a:cubicBezTo>
                    <a:pt x="12760" y="4128"/>
                    <a:pt x="12162" y="2710"/>
                    <a:pt x="11091" y="1670"/>
                  </a:cubicBezTo>
                  <a:cubicBezTo>
                    <a:pt x="10020" y="599"/>
                    <a:pt x="8602" y="0"/>
                    <a:pt x="71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48"/>
            <p:cNvSpPr/>
            <p:nvPr/>
          </p:nvSpPr>
          <p:spPr>
            <a:xfrm>
              <a:off x="-57446675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68"/>
                    <a:pt x="158" y="726"/>
                    <a:pt x="347" y="726"/>
                  </a:cubicBezTo>
                  <a:cubicBezTo>
                    <a:pt x="567" y="726"/>
                    <a:pt x="725" y="568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48"/>
            <p:cNvSpPr/>
            <p:nvPr/>
          </p:nvSpPr>
          <p:spPr>
            <a:xfrm>
              <a:off x="-57371850" y="2073400"/>
              <a:ext cx="18125" cy="18150"/>
            </a:xfrm>
            <a:custGeom>
              <a:avLst/>
              <a:gdLst/>
              <a:ahLst/>
              <a:cxnLst/>
              <a:rect l="l" t="t" r="r" b="b"/>
              <a:pathLst>
                <a:path w="725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8"/>
                  </a:cubicBezTo>
                  <a:cubicBezTo>
                    <a:pt x="0" y="537"/>
                    <a:pt x="158" y="726"/>
                    <a:pt x="347" y="726"/>
                  </a:cubicBezTo>
                  <a:cubicBezTo>
                    <a:pt x="567" y="726"/>
                    <a:pt x="725" y="537"/>
                    <a:pt x="725" y="348"/>
                  </a:cubicBezTo>
                  <a:cubicBezTo>
                    <a:pt x="725" y="158"/>
                    <a:pt x="567" y="1"/>
                    <a:pt x="3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48"/>
            <p:cNvSpPr/>
            <p:nvPr/>
          </p:nvSpPr>
          <p:spPr>
            <a:xfrm>
              <a:off x="-57436450" y="2136625"/>
              <a:ext cx="72500" cy="29750"/>
            </a:xfrm>
            <a:custGeom>
              <a:avLst/>
              <a:gdLst/>
              <a:ahLst/>
              <a:cxnLst/>
              <a:rect l="l" t="t" r="r" b="b"/>
              <a:pathLst>
                <a:path w="2900" h="1190" extrusionOk="0">
                  <a:moveTo>
                    <a:pt x="387" y="0"/>
                  </a:moveTo>
                  <a:cubicBezTo>
                    <a:pt x="292" y="0"/>
                    <a:pt x="206" y="40"/>
                    <a:pt x="158" y="118"/>
                  </a:cubicBezTo>
                  <a:cubicBezTo>
                    <a:pt x="1" y="276"/>
                    <a:pt x="1" y="496"/>
                    <a:pt x="158" y="622"/>
                  </a:cubicBezTo>
                  <a:cubicBezTo>
                    <a:pt x="505" y="969"/>
                    <a:pt x="977" y="1190"/>
                    <a:pt x="1450" y="1190"/>
                  </a:cubicBezTo>
                  <a:cubicBezTo>
                    <a:pt x="1923" y="1190"/>
                    <a:pt x="2427" y="969"/>
                    <a:pt x="2742" y="622"/>
                  </a:cubicBezTo>
                  <a:cubicBezTo>
                    <a:pt x="2899" y="465"/>
                    <a:pt x="2899" y="244"/>
                    <a:pt x="2742" y="118"/>
                  </a:cubicBezTo>
                  <a:cubicBezTo>
                    <a:pt x="2679" y="40"/>
                    <a:pt x="2592" y="0"/>
                    <a:pt x="2502" y="0"/>
                  </a:cubicBezTo>
                  <a:cubicBezTo>
                    <a:pt x="2411" y="0"/>
                    <a:pt x="2316" y="40"/>
                    <a:pt x="2238" y="118"/>
                  </a:cubicBezTo>
                  <a:cubicBezTo>
                    <a:pt x="2049" y="307"/>
                    <a:pt x="1734" y="433"/>
                    <a:pt x="1450" y="433"/>
                  </a:cubicBezTo>
                  <a:cubicBezTo>
                    <a:pt x="1167" y="433"/>
                    <a:pt x="851" y="307"/>
                    <a:pt x="662" y="118"/>
                  </a:cubicBezTo>
                  <a:cubicBezTo>
                    <a:pt x="584" y="40"/>
                    <a:pt x="481" y="0"/>
                    <a:pt x="3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59" name="Google Shape;2659;p48"/>
          <p:cNvGrpSpPr/>
          <p:nvPr/>
        </p:nvGrpSpPr>
        <p:grpSpPr>
          <a:xfrm>
            <a:off x="5809702" y="3745800"/>
            <a:ext cx="1151564" cy="129600"/>
            <a:chOff x="5986376" y="1587999"/>
            <a:chExt cx="1151564" cy="129600"/>
          </a:xfrm>
        </p:grpSpPr>
        <p:sp>
          <p:nvSpPr>
            <p:cNvPr id="2660" name="Google Shape;2660;p48"/>
            <p:cNvSpPr/>
            <p:nvPr/>
          </p:nvSpPr>
          <p:spPr>
            <a:xfrm>
              <a:off x="5986376" y="1587999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48"/>
            <p:cNvSpPr/>
            <p:nvPr/>
          </p:nvSpPr>
          <p:spPr>
            <a:xfrm>
              <a:off x="6241867" y="1587999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48"/>
            <p:cNvSpPr/>
            <p:nvPr/>
          </p:nvSpPr>
          <p:spPr>
            <a:xfrm>
              <a:off x="6500843" y="1587999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48"/>
            <p:cNvSpPr/>
            <p:nvPr/>
          </p:nvSpPr>
          <p:spPr>
            <a:xfrm>
              <a:off x="6756334" y="1587999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48"/>
            <p:cNvSpPr/>
            <p:nvPr/>
          </p:nvSpPr>
          <p:spPr>
            <a:xfrm>
              <a:off x="7008340" y="1587999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65" name="Google Shape;2665;p48"/>
          <p:cNvGrpSpPr/>
          <p:nvPr/>
        </p:nvGrpSpPr>
        <p:grpSpPr>
          <a:xfrm>
            <a:off x="5809702" y="4175575"/>
            <a:ext cx="1151564" cy="129600"/>
            <a:chOff x="5986376" y="2065201"/>
            <a:chExt cx="1151564" cy="129600"/>
          </a:xfrm>
        </p:grpSpPr>
        <p:sp>
          <p:nvSpPr>
            <p:cNvPr id="2666" name="Google Shape;2666;p48"/>
            <p:cNvSpPr/>
            <p:nvPr/>
          </p:nvSpPr>
          <p:spPr>
            <a:xfrm>
              <a:off x="5986376" y="2065201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48"/>
            <p:cNvSpPr/>
            <p:nvPr/>
          </p:nvSpPr>
          <p:spPr>
            <a:xfrm>
              <a:off x="6241867" y="2065201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48"/>
            <p:cNvSpPr/>
            <p:nvPr/>
          </p:nvSpPr>
          <p:spPr>
            <a:xfrm>
              <a:off x="6500843" y="2065201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48"/>
            <p:cNvSpPr/>
            <p:nvPr/>
          </p:nvSpPr>
          <p:spPr>
            <a:xfrm>
              <a:off x="6756334" y="2065201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48"/>
            <p:cNvSpPr/>
            <p:nvPr/>
          </p:nvSpPr>
          <p:spPr>
            <a:xfrm>
              <a:off x="7008340" y="2065201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71" name="Google Shape;2671;p48"/>
          <p:cNvGrpSpPr/>
          <p:nvPr/>
        </p:nvGrpSpPr>
        <p:grpSpPr>
          <a:xfrm>
            <a:off x="5809702" y="3316176"/>
            <a:ext cx="1151564" cy="129600"/>
            <a:chOff x="5986376" y="1114525"/>
            <a:chExt cx="1151564" cy="129600"/>
          </a:xfrm>
        </p:grpSpPr>
        <p:sp>
          <p:nvSpPr>
            <p:cNvPr id="2672" name="Google Shape;2672;p48"/>
            <p:cNvSpPr/>
            <p:nvPr/>
          </p:nvSpPr>
          <p:spPr>
            <a:xfrm>
              <a:off x="5986376" y="1114525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48"/>
            <p:cNvSpPr/>
            <p:nvPr/>
          </p:nvSpPr>
          <p:spPr>
            <a:xfrm>
              <a:off x="6241867" y="1114525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48"/>
            <p:cNvSpPr/>
            <p:nvPr/>
          </p:nvSpPr>
          <p:spPr>
            <a:xfrm>
              <a:off x="6500843" y="1114525"/>
              <a:ext cx="129600" cy="129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48"/>
            <p:cNvSpPr/>
            <p:nvPr/>
          </p:nvSpPr>
          <p:spPr>
            <a:xfrm>
              <a:off x="6756334" y="1114525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48"/>
            <p:cNvSpPr/>
            <p:nvPr/>
          </p:nvSpPr>
          <p:spPr>
            <a:xfrm>
              <a:off x="7008340" y="1114525"/>
              <a:ext cx="129600" cy="1296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7" name="Google Shape;2677;p48"/>
          <p:cNvSpPr txBox="1"/>
          <p:nvPr/>
        </p:nvSpPr>
        <p:spPr>
          <a:xfrm>
            <a:off x="7068312" y="3218826"/>
            <a:ext cx="9876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Security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78" name="Google Shape;2678;p48"/>
          <p:cNvSpPr txBox="1"/>
          <p:nvPr/>
        </p:nvSpPr>
        <p:spPr>
          <a:xfrm>
            <a:off x="7068300" y="3648450"/>
            <a:ext cx="9876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Usability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79" name="Google Shape;2679;p48"/>
          <p:cNvSpPr txBox="1"/>
          <p:nvPr/>
        </p:nvSpPr>
        <p:spPr>
          <a:xfrm>
            <a:off x="7068301" y="4078225"/>
            <a:ext cx="9876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Interface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80" name="Google Shape;2680;p48"/>
          <p:cNvGrpSpPr/>
          <p:nvPr/>
        </p:nvGrpSpPr>
        <p:grpSpPr>
          <a:xfrm>
            <a:off x="5227723" y="3258271"/>
            <a:ext cx="218254" cy="245410"/>
            <a:chOff x="2523000" y="1954875"/>
            <a:chExt cx="262325" cy="295000"/>
          </a:xfrm>
        </p:grpSpPr>
        <p:sp>
          <p:nvSpPr>
            <p:cNvPr id="2681" name="Google Shape;2681;p48"/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48"/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83" name="Google Shape;2683;p48"/>
          <p:cNvGrpSpPr/>
          <p:nvPr/>
        </p:nvGrpSpPr>
        <p:grpSpPr>
          <a:xfrm>
            <a:off x="5226242" y="3682593"/>
            <a:ext cx="227592" cy="256013"/>
            <a:chOff x="3299850" y="238575"/>
            <a:chExt cx="427725" cy="482225"/>
          </a:xfrm>
        </p:grpSpPr>
        <p:sp>
          <p:nvSpPr>
            <p:cNvPr id="2684" name="Google Shape;2684;p48"/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5" name="Google Shape;2685;p48"/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6" name="Google Shape;2686;p48"/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7" name="Google Shape;2687;p48"/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88" name="Google Shape;2688;p48"/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689" name="Google Shape;2689;p48"/>
          <p:cNvSpPr/>
          <p:nvPr/>
        </p:nvSpPr>
        <p:spPr>
          <a:xfrm>
            <a:off x="5208607" y="4112442"/>
            <a:ext cx="256487" cy="255865"/>
          </a:xfrm>
          <a:custGeom>
            <a:avLst/>
            <a:gdLst/>
            <a:ahLst/>
            <a:cxnLst/>
            <a:rect l="l" t="t" r="r" b="b"/>
            <a:pathLst>
              <a:path w="12036" h="12004" extrusionOk="0">
                <a:moveTo>
                  <a:pt x="1450" y="693"/>
                </a:moveTo>
                <a:lnTo>
                  <a:pt x="1450" y="1418"/>
                </a:lnTo>
                <a:lnTo>
                  <a:pt x="756" y="1418"/>
                </a:lnTo>
                <a:lnTo>
                  <a:pt x="756" y="693"/>
                </a:lnTo>
                <a:close/>
                <a:moveTo>
                  <a:pt x="11342" y="693"/>
                </a:moveTo>
                <a:lnTo>
                  <a:pt x="11342" y="1418"/>
                </a:lnTo>
                <a:lnTo>
                  <a:pt x="10618" y="1418"/>
                </a:lnTo>
                <a:lnTo>
                  <a:pt x="10618" y="693"/>
                </a:lnTo>
                <a:close/>
                <a:moveTo>
                  <a:pt x="6049" y="4191"/>
                </a:moveTo>
                <a:cubicBezTo>
                  <a:pt x="6270" y="4191"/>
                  <a:pt x="6427" y="4380"/>
                  <a:pt x="6427" y="4569"/>
                </a:cubicBezTo>
                <a:cubicBezTo>
                  <a:pt x="6427" y="4758"/>
                  <a:pt x="6270" y="4915"/>
                  <a:pt x="6049" y="4915"/>
                </a:cubicBezTo>
                <a:cubicBezTo>
                  <a:pt x="5860" y="4915"/>
                  <a:pt x="5703" y="4758"/>
                  <a:pt x="5703" y="4569"/>
                </a:cubicBezTo>
                <a:cubicBezTo>
                  <a:pt x="5703" y="4380"/>
                  <a:pt x="5860" y="4191"/>
                  <a:pt x="6049" y="4191"/>
                </a:cubicBezTo>
                <a:close/>
                <a:moveTo>
                  <a:pt x="6081" y="1040"/>
                </a:moveTo>
                <a:cubicBezTo>
                  <a:pt x="6144" y="1166"/>
                  <a:pt x="8381" y="5167"/>
                  <a:pt x="8475" y="5262"/>
                </a:cubicBezTo>
                <a:lnTo>
                  <a:pt x="7278" y="7026"/>
                </a:lnTo>
                <a:lnTo>
                  <a:pt x="6427" y="7026"/>
                </a:lnTo>
                <a:lnTo>
                  <a:pt x="6427" y="5577"/>
                </a:lnTo>
                <a:cubicBezTo>
                  <a:pt x="6805" y="5419"/>
                  <a:pt x="7120" y="5041"/>
                  <a:pt x="7120" y="4600"/>
                </a:cubicBezTo>
                <a:cubicBezTo>
                  <a:pt x="7120" y="4001"/>
                  <a:pt x="6648" y="3529"/>
                  <a:pt x="6081" y="3529"/>
                </a:cubicBezTo>
                <a:cubicBezTo>
                  <a:pt x="5482" y="3529"/>
                  <a:pt x="5010" y="4001"/>
                  <a:pt x="5010" y="4600"/>
                </a:cubicBezTo>
                <a:cubicBezTo>
                  <a:pt x="5010" y="5073"/>
                  <a:pt x="5293" y="5451"/>
                  <a:pt x="5703" y="5577"/>
                </a:cubicBezTo>
                <a:lnTo>
                  <a:pt x="5703" y="7026"/>
                </a:lnTo>
                <a:lnTo>
                  <a:pt x="4852" y="7026"/>
                </a:lnTo>
                <a:lnTo>
                  <a:pt x="3655" y="5262"/>
                </a:lnTo>
                <a:cubicBezTo>
                  <a:pt x="3749" y="5167"/>
                  <a:pt x="5986" y="1166"/>
                  <a:pt x="6081" y="1040"/>
                </a:cubicBezTo>
                <a:close/>
                <a:moveTo>
                  <a:pt x="3812" y="3529"/>
                </a:moveTo>
                <a:lnTo>
                  <a:pt x="2899" y="5104"/>
                </a:lnTo>
                <a:cubicBezTo>
                  <a:pt x="2836" y="5230"/>
                  <a:pt x="2836" y="5388"/>
                  <a:pt x="2899" y="5451"/>
                </a:cubicBezTo>
                <a:lnTo>
                  <a:pt x="4064" y="7215"/>
                </a:lnTo>
                <a:cubicBezTo>
                  <a:pt x="3749" y="7404"/>
                  <a:pt x="3529" y="7719"/>
                  <a:pt x="3529" y="8097"/>
                </a:cubicBezTo>
                <a:lnTo>
                  <a:pt x="3529" y="8475"/>
                </a:lnTo>
                <a:lnTo>
                  <a:pt x="693" y="8475"/>
                </a:lnTo>
                <a:lnTo>
                  <a:pt x="693" y="3907"/>
                </a:lnTo>
                <a:cubicBezTo>
                  <a:pt x="788" y="3686"/>
                  <a:pt x="945" y="3529"/>
                  <a:pt x="1103" y="3529"/>
                </a:cubicBezTo>
                <a:close/>
                <a:moveTo>
                  <a:pt x="7436" y="7751"/>
                </a:moveTo>
                <a:cubicBezTo>
                  <a:pt x="7625" y="7751"/>
                  <a:pt x="7782" y="7908"/>
                  <a:pt x="7782" y="8097"/>
                </a:cubicBezTo>
                <a:lnTo>
                  <a:pt x="7782" y="8475"/>
                </a:lnTo>
                <a:lnTo>
                  <a:pt x="4285" y="8475"/>
                </a:lnTo>
                <a:lnTo>
                  <a:pt x="4285" y="8097"/>
                </a:lnTo>
                <a:cubicBezTo>
                  <a:pt x="4285" y="7908"/>
                  <a:pt x="4443" y="7751"/>
                  <a:pt x="4632" y="7751"/>
                </a:cubicBezTo>
                <a:close/>
                <a:moveTo>
                  <a:pt x="10996" y="3529"/>
                </a:moveTo>
                <a:cubicBezTo>
                  <a:pt x="11185" y="3529"/>
                  <a:pt x="11342" y="3686"/>
                  <a:pt x="11342" y="3907"/>
                </a:cubicBezTo>
                <a:lnTo>
                  <a:pt x="11342" y="8475"/>
                </a:lnTo>
                <a:lnTo>
                  <a:pt x="8507" y="8475"/>
                </a:lnTo>
                <a:lnTo>
                  <a:pt x="8507" y="8097"/>
                </a:lnTo>
                <a:cubicBezTo>
                  <a:pt x="8507" y="7719"/>
                  <a:pt x="8318" y="7404"/>
                  <a:pt x="8003" y="7215"/>
                </a:cubicBezTo>
                <a:lnTo>
                  <a:pt x="9137" y="5451"/>
                </a:lnTo>
                <a:cubicBezTo>
                  <a:pt x="9200" y="5356"/>
                  <a:pt x="9200" y="5230"/>
                  <a:pt x="9137" y="5104"/>
                </a:cubicBezTo>
                <a:lnTo>
                  <a:pt x="8223" y="3529"/>
                </a:lnTo>
                <a:close/>
                <a:moveTo>
                  <a:pt x="11342" y="9137"/>
                </a:moveTo>
                <a:lnTo>
                  <a:pt x="11342" y="9483"/>
                </a:lnTo>
                <a:cubicBezTo>
                  <a:pt x="11342" y="9672"/>
                  <a:pt x="11185" y="9830"/>
                  <a:pt x="10996" y="9830"/>
                </a:cubicBezTo>
                <a:lnTo>
                  <a:pt x="1103" y="9830"/>
                </a:lnTo>
                <a:cubicBezTo>
                  <a:pt x="914" y="9830"/>
                  <a:pt x="756" y="9672"/>
                  <a:pt x="756" y="9483"/>
                </a:cubicBezTo>
                <a:lnTo>
                  <a:pt x="756" y="9137"/>
                </a:lnTo>
                <a:close/>
                <a:moveTo>
                  <a:pt x="6427" y="10554"/>
                </a:moveTo>
                <a:lnTo>
                  <a:pt x="6427" y="11248"/>
                </a:lnTo>
                <a:lnTo>
                  <a:pt x="5703" y="11248"/>
                </a:lnTo>
                <a:lnTo>
                  <a:pt x="5703" y="10554"/>
                </a:lnTo>
                <a:close/>
                <a:moveTo>
                  <a:pt x="347" y="0"/>
                </a:moveTo>
                <a:cubicBezTo>
                  <a:pt x="158" y="0"/>
                  <a:pt x="0" y="158"/>
                  <a:pt x="0" y="347"/>
                </a:cubicBezTo>
                <a:lnTo>
                  <a:pt x="0" y="1765"/>
                </a:lnTo>
                <a:cubicBezTo>
                  <a:pt x="0" y="1954"/>
                  <a:pt x="158" y="2111"/>
                  <a:pt x="347" y="2111"/>
                </a:cubicBezTo>
                <a:lnTo>
                  <a:pt x="1765" y="2111"/>
                </a:lnTo>
                <a:cubicBezTo>
                  <a:pt x="1954" y="2111"/>
                  <a:pt x="2111" y="1954"/>
                  <a:pt x="2111" y="1765"/>
                </a:cubicBezTo>
                <a:lnTo>
                  <a:pt x="2111" y="1418"/>
                </a:lnTo>
                <a:lnTo>
                  <a:pt x="5010" y="1418"/>
                </a:lnTo>
                <a:lnTo>
                  <a:pt x="4159" y="2836"/>
                </a:lnTo>
                <a:lnTo>
                  <a:pt x="1072" y="2836"/>
                </a:lnTo>
                <a:cubicBezTo>
                  <a:pt x="473" y="2836"/>
                  <a:pt x="0" y="3308"/>
                  <a:pt x="0" y="3907"/>
                </a:cubicBezTo>
                <a:lnTo>
                  <a:pt x="0" y="9515"/>
                </a:lnTo>
                <a:cubicBezTo>
                  <a:pt x="0" y="10113"/>
                  <a:pt x="473" y="10586"/>
                  <a:pt x="1072" y="10586"/>
                </a:cubicBezTo>
                <a:lnTo>
                  <a:pt x="4947" y="10586"/>
                </a:lnTo>
                <a:lnTo>
                  <a:pt x="4947" y="11311"/>
                </a:lnTo>
                <a:lnTo>
                  <a:pt x="3907" y="11311"/>
                </a:lnTo>
                <a:cubicBezTo>
                  <a:pt x="3686" y="11311"/>
                  <a:pt x="3529" y="11468"/>
                  <a:pt x="3529" y="11657"/>
                </a:cubicBezTo>
                <a:cubicBezTo>
                  <a:pt x="3529" y="11846"/>
                  <a:pt x="3686" y="12004"/>
                  <a:pt x="3907" y="12004"/>
                </a:cubicBezTo>
                <a:lnTo>
                  <a:pt x="8097" y="12004"/>
                </a:lnTo>
                <a:cubicBezTo>
                  <a:pt x="8318" y="12004"/>
                  <a:pt x="8475" y="11846"/>
                  <a:pt x="8475" y="11657"/>
                </a:cubicBezTo>
                <a:cubicBezTo>
                  <a:pt x="8475" y="11468"/>
                  <a:pt x="8318" y="11311"/>
                  <a:pt x="8097" y="11311"/>
                </a:cubicBezTo>
                <a:lnTo>
                  <a:pt x="7057" y="11311"/>
                </a:lnTo>
                <a:lnTo>
                  <a:pt x="7057" y="10586"/>
                </a:lnTo>
                <a:lnTo>
                  <a:pt x="10933" y="10586"/>
                </a:lnTo>
                <a:cubicBezTo>
                  <a:pt x="11531" y="10586"/>
                  <a:pt x="12004" y="10113"/>
                  <a:pt x="12004" y="9515"/>
                </a:cubicBezTo>
                <a:lnTo>
                  <a:pt x="12004" y="3907"/>
                </a:lnTo>
                <a:cubicBezTo>
                  <a:pt x="12035" y="3308"/>
                  <a:pt x="11563" y="2836"/>
                  <a:pt x="10996" y="2836"/>
                </a:cubicBezTo>
                <a:lnTo>
                  <a:pt x="7877" y="2836"/>
                </a:lnTo>
                <a:lnTo>
                  <a:pt x="7057" y="1418"/>
                </a:lnTo>
                <a:lnTo>
                  <a:pt x="9924" y="1418"/>
                </a:lnTo>
                <a:lnTo>
                  <a:pt x="9924" y="1765"/>
                </a:lnTo>
                <a:cubicBezTo>
                  <a:pt x="9924" y="1954"/>
                  <a:pt x="10082" y="2111"/>
                  <a:pt x="10271" y="2111"/>
                </a:cubicBezTo>
                <a:lnTo>
                  <a:pt x="11689" y="2111"/>
                </a:lnTo>
                <a:cubicBezTo>
                  <a:pt x="11878" y="2111"/>
                  <a:pt x="12035" y="1954"/>
                  <a:pt x="12035" y="1765"/>
                </a:cubicBezTo>
                <a:lnTo>
                  <a:pt x="12035" y="347"/>
                </a:lnTo>
                <a:cubicBezTo>
                  <a:pt x="12035" y="158"/>
                  <a:pt x="11878" y="0"/>
                  <a:pt x="11689" y="0"/>
                </a:cubicBezTo>
                <a:lnTo>
                  <a:pt x="10271" y="0"/>
                </a:lnTo>
                <a:cubicBezTo>
                  <a:pt x="10082" y="0"/>
                  <a:pt x="9924" y="158"/>
                  <a:pt x="9924" y="347"/>
                </a:cubicBezTo>
                <a:lnTo>
                  <a:pt x="9924" y="693"/>
                </a:lnTo>
                <a:lnTo>
                  <a:pt x="6648" y="693"/>
                </a:lnTo>
                <a:lnTo>
                  <a:pt x="6333" y="189"/>
                </a:lnTo>
                <a:cubicBezTo>
                  <a:pt x="6270" y="63"/>
                  <a:pt x="6144" y="0"/>
                  <a:pt x="6018" y="0"/>
                </a:cubicBezTo>
                <a:cubicBezTo>
                  <a:pt x="5892" y="0"/>
                  <a:pt x="5797" y="63"/>
                  <a:pt x="5703" y="189"/>
                </a:cubicBezTo>
                <a:lnTo>
                  <a:pt x="5388" y="693"/>
                </a:lnTo>
                <a:lnTo>
                  <a:pt x="2111" y="693"/>
                </a:lnTo>
                <a:lnTo>
                  <a:pt x="2111" y="347"/>
                </a:lnTo>
                <a:cubicBezTo>
                  <a:pt x="2111" y="158"/>
                  <a:pt x="1954" y="0"/>
                  <a:pt x="176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4" name="Google Shape;2694;p49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</a:t>
            </a:r>
            <a:endParaRPr/>
          </a:p>
        </p:txBody>
      </p:sp>
      <p:sp>
        <p:nvSpPr>
          <p:cNvPr id="2695" name="Google Shape;2695;p49"/>
          <p:cNvSpPr txBox="1"/>
          <p:nvPr/>
        </p:nvSpPr>
        <p:spPr>
          <a:xfrm>
            <a:off x="10054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Sun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6" name="Google Shape;2696;p49"/>
          <p:cNvSpPr txBox="1"/>
          <p:nvPr/>
        </p:nvSpPr>
        <p:spPr>
          <a:xfrm>
            <a:off x="4281250" y="1404074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Venus is the second planet from the Sun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7" name="Google Shape;2697;p49"/>
          <p:cNvSpPr txBox="1"/>
          <p:nvPr/>
        </p:nvSpPr>
        <p:spPr>
          <a:xfrm>
            <a:off x="26433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in the Solar System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698" name="Google Shape;2698;p49"/>
          <p:cNvSpPr txBox="1"/>
          <p:nvPr/>
        </p:nvSpPr>
        <p:spPr>
          <a:xfrm>
            <a:off x="5919150" y="3609329"/>
            <a:ext cx="22194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Sun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699" name="Google Shape;2699;p49"/>
          <p:cNvGrpSpPr/>
          <p:nvPr/>
        </p:nvGrpSpPr>
        <p:grpSpPr>
          <a:xfrm>
            <a:off x="1620199" y="2106974"/>
            <a:ext cx="5900364" cy="1517351"/>
            <a:chOff x="1621724" y="2106974"/>
            <a:chExt cx="5900364" cy="1517351"/>
          </a:xfrm>
        </p:grpSpPr>
        <p:grpSp>
          <p:nvGrpSpPr>
            <p:cNvPr id="2700" name="Google Shape;2700;p49"/>
            <p:cNvGrpSpPr/>
            <p:nvPr/>
          </p:nvGrpSpPr>
          <p:grpSpPr>
            <a:xfrm>
              <a:off x="2604811" y="2884996"/>
              <a:ext cx="4021725" cy="538"/>
              <a:chOff x="3762462" y="2553002"/>
              <a:chExt cx="1121570" cy="150"/>
            </a:xfrm>
          </p:grpSpPr>
          <p:cxnSp>
            <p:nvCxnSpPr>
              <p:cNvPr id="2701" name="Google Shape;2701;p49"/>
              <p:cNvCxnSpPr/>
              <p:nvPr/>
            </p:nvCxnSpPr>
            <p:spPr>
              <a:xfrm>
                <a:off x="4195395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2" name="Google Shape;2702;p49"/>
              <p:cNvCxnSpPr/>
              <p:nvPr/>
            </p:nvCxnSpPr>
            <p:spPr>
              <a:xfrm>
                <a:off x="4652432" y="2553002"/>
                <a:ext cx="2316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3" name="Google Shape;2703;p49"/>
              <p:cNvCxnSpPr>
                <a:stCxn id="2704" idx="6"/>
                <a:endCxn id="2705" idx="2"/>
              </p:cNvCxnSpPr>
              <p:nvPr/>
            </p:nvCxnSpPr>
            <p:spPr>
              <a:xfrm>
                <a:off x="3762462" y="2553152"/>
                <a:ext cx="183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595959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706" name="Google Shape;2706;p49"/>
            <p:cNvCxnSpPr/>
            <p:nvPr/>
          </p:nvCxnSpPr>
          <p:spPr>
            <a:xfrm>
              <a:off x="3752008" y="3186309"/>
              <a:ext cx="0" cy="358221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07" name="Google Shape;2707;p49"/>
            <p:cNvGrpSpPr/>
            <p:nvPr/>
          </p:nvGrpSpPr>
          <p:grpSpPr>
            <a:xfrm>
              <a:off x="3261117" y="2393765"/>
              <a:ext cx="983055" cy="983055"/>
              <a:chOff x="3347725" y="2480342"/>
              <a:chExt cx="810032" cy="810032"/>
            </a:xfrm>
          </p:grpSpPr>
          <p:sp>
            <p:nvSpPr>
              <p:cNvPr id="2705" name="Google Shape;2705;p49"/>
              <p:cNvSpPr/>
              <p:nvPr/>
            </p:nvSpPr>
            <p:spPr>
              <a:xfrm>
                <a:off x="3347725" y="2480342"/>
                <a:ext cx="810032" cy="810032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Google Shape;2708;p49"/>
              <p:cNvSpPr/>
              <p:nvPr/>
            </p:nvSpPr>
            <p:spPr>
              <a:xfrm>
                <a:off x="3451091" y="2583719"/>
                <a:ext cx="603490" cy="603490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09" name="Google Shape;2709;p49"/>
            <p:cNvCxnSpPr>
              <a:stCxn id="2710" idx="0"/>
            </p:cNvCxnSpPr>
            <p:nvPr/>
          </p:nvCxnSpPr>
          <p:spPr>
            <a:xfrm rot="10800000">
              <a:off x="5391613" y="2122099"/>
              <a:ext cx="0" cy="3969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1" name="Google Shape;2711;p49"/>
            <p:cNvGrpSpPr/>
            <p:nvPr/>
          </p:nvGrpSpPr>
          <p:grpSpPr>
            <a:xfrm>
              <a:off x="4899976" y="2393376"/>
              <a:ext cx="983044" cy="983044"/>
              <a:chOff x="4987056" y="2480342"/>
              <a:chExt cx="808956" cy="808956"/>
            </a:xfrm>
          </p:grpSpPr>
          <p:sp>
            <p:nvSpPr>
              <p:cNvPr id="2712" name="Google Shape;2712;p49"/>
              <p:cNvSpPr/>
              <p:nvPr/>
            </p:nvSpPr>
            <p:spPr>
              <a:xfrm>
                <a:off x="4987056" y="2480342"/>
                <a:ext cx="808956" cy="808956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Google Shape;2710;p49"/>
              <p:cNvSpPr/>
              <p:nvPr/>
            </p:nvSpPr>
            <p:spPr>
              <a:xfrm>
                <a:off x="5090423" y="2583719"/>
                <a:ext cx="602414" cy="602414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3" name="Google Shape;2713;p49"/>
            <p:cNvCxnSpPr/>
            <p:nvPr/>
          </p:nvCxnSpPr>
          <p:spPr>
            <a:xfrm>
              <a:off x="7031106" y="3186309"/>
              <a:ext cx="0" cy="357146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4" name="Google Shape;2714;p49"/>
            <p:cNvGrpSpPr/>
            <p:nvPr/>
          </p:nvGrpSpPr>
          <p:grpSpPr>
            <a:xfrm>
              <a:off x="6539045" y="2393178"/>
              <a:ext cx="983044" cy="983044"/>
              <a:chOff x="6626363" y="2480342"/>
              <a:chExt cx="808956" cy="808956"/>
            </a:xfrm>
          </p:grpSpPr>
          <p:sp>
            <p:nvSpPr>
              <p:cNvPr id="2715" name="Google Shape;2715;p49"/>
              <p:cNvSpPr/>
              <p:nvPr/>
            </p:nvSpPr>
            <p:spPr>
              <a:xfrm>
                <a:off x="6626363" y="2480342"/>
                <a:ext cx="808956" cy="808956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Google Shape;2716;p49"/>
              <p:cNvSpPr/>
              <p:nvPr/>
            </p:nvSpPr>
            <p:spPr>
              <a:xfrm>
                <a:off x="6729729" y="2583719"/>
                <a:ext cx="602414" cy="602414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rgbClr val="59595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717" name="Google Shape;2717;p49"/>
            <p:cNvCxnSpPr>
              <a:stCxn id="2718" idx="0"/>
            </p:cNvCxnSpPr>
            <p:nvPr/>
          </p:nvCxnSpPr>
          <p:spPr>
            <a:xfrm rot="10800000">
              <a:off x="2113432" y="2122227"/>
              <a:ext cx="0" cy="397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719" name="Google Shape;2719;p49"/>
            <p:cNvGrpSpPr/>
            <p:nvPr/>
          </p:nvGrpSpPr>
          <p:grpSpPr>
            <a:xfrm>
              <a:off x="1621724" y="2393805"/>
              <a:ext cx="983087" cy="983459"/>
              <a:chOff x="1708681" y="2480698"/>
              <a:chExt cx="809125" cy="809432"/>
            </a:xfrm>
          </p:grpSpPr>
          <p:sp>
            <p:nvSpPr>
              <p:cNvPr id="2704" name="Google Shape;2704;p49"/>
              <p:cNvSpPr/>
              <p:nvPr/>
            </p:nvSpPr>
            <p:spPr>
              <a:xfrm>
                <a:off x="1708681" y="2480698"/>
                <a:ext cx="809125" cy="809432"/>
              </a:xfrm>
              <a:prstGeom prst="ellipse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49"/>
              <p:cNvSpPr/>
              <p:nvPr/>
            </p:nvSpPr>
            <p:spPr>
              <a:xfrm>
                <a:off x="1812063" y="2584091"/>
                <a:ext cx="602631" cy="602631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720" name="Google Shape;2720;p49"/>
            <p:cNvSpPr/>
            <p:nvPr/>
          </p:nvSpPr>
          <p:spPr>
            <a:xfrm>
              <a:off x="2073125" y="2106975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49"/>
            <p:cNvSpPr/>
            <p:nvPr/>
          </p:nvSpPr>
          <p:spPr>
            <a:xfrm>
              <a:off x="5351645" y="2106974"/>
              <a:ext cx="79800" cy="79800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49"/>
            <p:cNvSpPr/>
            <p:nvPr/>
          </p:nvSpPr>
          <p:spPr>
            <a:xfrm>
              <a:off x="3711575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49"/>
            <p:cNvSpPr/>
            <p:nvPr/>
          </p:nvSpPr>
          <p:spPr>
            <a:xfrm>
              <a:off x="6990966" y="3544525"/>
              <a:ext cx="79800" cy="79800"/>
            </a:xfrm>
            <a:prstGeom prst="ellipse">
              <a:avLst/>
            </a:prstGeom>
            <a:solidFill>
              <a:srgbClr val="FFFFF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24" name="Google Shape;2724;p49"/>
          <p:cNvSpPr txBox="1"/>
          <p:nvPr/>
        </p:nvSpPr>
        <p:spPr>
          <a:xfrm>
            <a:off x="1762947" y="2723910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1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5" name="Google Shape;2725;p49"/>
          <p:cNvSpPr txBox="1"/>
          <p:nvPr/>
        </p:nvSpPr>
        <p:spPr>
          <a:xfrm>
            <a:off x="34008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2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6" name="Google Shape;2726;p49"/>
          <p:cNvSpPr txBox="1"/>
          <p:nvPr/>
        </p:nvSpPr>
        <p:spPr>
          <a:xfrm>
            <a:off x="50387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3</a:t>
            </a:r>
            <a:endParaRPr sz="1800">
              <a:solidFill>
                <a:schemeClr val="l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2727" name="Google Shape;2727;p49"/>
          <p:cNvSpPr txBox="1"/>
          <p:nvPr/>
        </p:nvSpPr>
        <p:spPr>
          <a:xfrm>
            <a:off x="6676647" y="2744235"/>
            <a:ext cx="7044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Day 4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Google Shape;2732;p50"/>
          <p:cNvSpPr txBox="1">
            <a:spLocks noGrp="1"/>
          </p:cNvSpPr>
          <p:nvPr>
            <p:ph type="title"/>
          </p:nvPr>
        </p:nvSpPr>
        <p:spPr>
          <a:xfrm>
            <a:off x="2624328" y="1121545"/>
            <a:ext cx="3904500" cy="190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Whoa!</a:t>
            </a:r>
            <a:endParaRPr sz="10000"/>
          </a:p>
        </p:txBody>
      </p:sp>
      <p:sp>
        <p:nvSpPr>
          <p:cNvPr id="2733" name="Google Shape;2733;p50"/>
          <p:cNvSpPr txBox="1">
            <a:spLocks noGrp="1"/>
          </p:cNvSpPr>
          <p:nvPr>
            <p:ph type="subTitle" idx="1"/>
          </p:nvPr>
        </p:nvSpPr>
        <p:spPr>
          <a:xfrm>
            <a:off x="2933525" y="2699917"/>
            <a:ext cx="3276900" cy="86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This could be the part of the presentation where you can introduce yourself, write your email…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Google Shape;2738;p51"/>
          <p:cNvSpPr txBox="1">
            <a:spLocks noGrp="1"/>
          </p:cNvSpPr>
          <p:nvPr>
            <p:ph type="title"/>
          </p:nvPr>
        </p:nvSpPr>
        <p:spPr>
          <a:xfrm>
            <a:off x="2208175" y="342775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Consultants</a:t>
            </a:r>
            <a:endParaRPr/>
          </a:p>
        </p:txBody>
      </p:sp>
      <p:grpSp>
        <p:nvGrpSpPr>
          <p:cNvPr id="2739" name="Google Shape;2739;p51"/>
          <p:cNvGrpSpPr/>
          <p:nvPr/>
        </p:nvGrpSpPr>
        <p:grpSpPr>
          <a:xfrm>
            <a:off x="1980375" y="1074788"/>
            <a:ext cx="5183250" cy="3541786"/>
            <a:chOff x="277900" y="420125"/>
            <a:chExt cx="6852525" cy="4682425"/>
          </a:xfrm>
        </p:grpSpPr>
        <p:sp>
          <p:nvSpPr>
            <p:cNvPr id="2740" name="Google Shape;2740;p51"/>
            <p:cNvSpPr/>
            <p:nvPr/>
          </p:nvSpPr>
          <p:spPr>
            <a:xfrm>
              <a:off x="277900" y="420125"/>
              <a:ext cx="6852525" cy="4609425"/>
            </a:xfrm>
            <a:custGeom>
              <a:avLst/>
              <a:gdLst/>
              <a:ahLst/>
              <a:cxnLst/>
              <a:rect l="l" t="t" r="r" b="b"/>
              <a:pathLst>
                <a:path w="274101" h="184377" extrusionOk="0">
                  <a:moveTo>
                    <a:pt x="136337" y="1"/>
                  </a:moveTo>
                  <a:cubicBezTo>
                    <a:pt x="108563" y="1"/>
                    <a:pt x="91709" y="26310"/>
                    <a:pt x="78045" y="41336"/>
                  </a:cubicBezTo>
                  <a:cubicBezTo>
                    <a:pt x="62518" y="58454"/>
                    <a:pt x="45178" y="46845"/>
                    <a:pt x="22479" y="65183"/>
                  </a:cubicBezTo>
                  <a:cubicBezTo>
                    <a:pt x="0" y="83335"/>
                    <a:pt x="19077" y="165447"/>
                    <a:pt x="35677" y="184376"/>
                  </a:cubicBezTo>
                  <a:lnTo>
                    <a:pt x="253434" y="184376"/>
                  </a:lnTo>
                  <a:cubicBezTo>
                    <a:pt x="255208" y="177574"/>
                    <a:pt x="261124" y="154837"/>
                    <a:pt x="265116" y="131804"/>
                  </a:cubicBezTo>
                  <a:cubicBezTo>
                    <a:pt x="269923" y="104298"/>
                    <a:pt x="274100" y="66403"/>
                    <a:pt x="254987" y="50505"/>
                  </a:cubicBezTo>
                  <a:cubicBezTo>
                    <a:pt x="249034" y="45561"/>
                    <a:pt x="242499" y="43992"/>
                    <a:pt x="235926" y="43992"/>
                  </a:cubicBezTo>
                  <a:cubicBezTo>
                    <a:pt x="230211" y="43992"/>
                    <a:pt x="224467" y="45178"/>
                    <a:pt x="219051" y="46365"/>
                  </a:cubicBezTo>
                  <a:cubicBezTo>
                    <a:pt x="213642" y="47537"/>
                    <a:pt x="208543" y="48726"/>
                    <a:pt x="204134" y="48726"/>
                  </a:cubicBezTo>
                  <a:cubicBezTo>
                    <a:pt x="201733" y="48726"/>
                    <a:pt x="199538" y="48373"/>
                    <a:pt x="197608" y="47474"/>
                  </a:cubicBezTo>
                  <a:cubicBezTo>
                    <a:pt x="184447" y="41336"/>
                    <a:pt x="183855" y="10799"/>
                    <a:pt x="148585" y="1630"/>
                  </a:cubicBezTo>
                  <a:cubicBezTo>
                    <a:pt x="144277" y="510"/>
                    <a:pt x="140202" y="1"/>
                    <a:pt x="1363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51"/>
            <p:cNvSpPr/>
            <p:nvPr/>
          </p:nvSpPr>
          <p:spPr>
            <a:xfrm>
              <a:off x="482160" y="420200"/>
              <a:ext cx="6424600" cy="4609350"/>
            </a:xfrm>
            <a:custGeom>
              <a:avLst/>
              <a:gdLst/>
              <a:ahLst/>
              <a:cxnLst/>
              <a:rect l="l" t="t" r="r" b="b"/>
              <a:pathLst>
                <a:path w="256984" h="184374" extrusionOk="0">
                  <a:moveTo>
                    <a:pt x="124148" y="0"/>
                  </a:moveTo>
                  <a:cubicBezTo>
                    <a:pt x="96383" y="0"/>
                    <a:pt x="79487" y="26323"/>
                    <a:pt x="65845" y="41333"/>
                  </a:cubicBezTo>
                  <a:cubicBezTo>
                    <a:pt x="50318" y="58451"/>
                    <a:pt x="32978" y="46842"/>
                    <a:pt x="10279" y="65180"/>
                  </a:cubicBezTo>
                  <a:cubicBezTo>
                    <a:pt x="2921" y="71095"/>
                    <a:pt x="38" y="83887"/>
                    <a:pt x="38" y="99082"/>
                  </a:cubicBezTo>
                  <a:cubicBezTo>
                    <a:pt x="1" y="130285"/>
                    <a:pt x="12312" y="171618"/>
                    <a:pt x="23477" y="184373"/>
                  </a:cubicBezTo>
                  <a:lnTo>
                    <a:pt x="241234" y="184373"/>
                  </a:lnTo>
                  <a:cubicBezTo>
                    <a:pt x="243008" y="177571"/>
                    <a:pt x="248924" y="154834"/>
                    <a:pt x="252916" y="131801"/>
                  </a:cubicBezTo>
                  <a:cubicBezTo>
                    <a:pt x="254987" y="119896"/>
                    <a:pt x="256946" y="106032"/>
                    <a:pt x="256983" y="92834"/>
                  </a:cubicBezTo>
                  <a:cubicBezTo>
                    <a:pt x="256983" y="75605"/>
                    <a:pt x="253619" y="59523"/>
                    <a:pt x="242787" y="50502"/>
                  </a:cubicBezTo>
                  <a:cubicBezTo>
                    <a:pt x="236834" y="45548"/>
                    <a:pt x="230290" y="43995"/>
                    <a:pt x="223710" y="43995"/>
                  </a:cubicBezTo>
                  <a:cubicBezTo>
                    <a:pt x="218016" y="43995"/>
                    <a:pt x="212286" y="45178"/>
                    <a:pt x="206851" y="46362"/>
                  </a:cubicBezTo>
                  <a:cubicBezTo>
                    <a:pt x="201453" y="47545"/>
                    <a:pt x="196388" y="48728"/>
                    <a:pt x="191989" y="48728"/>
                  </a:cubicBezTo>
                  <a:cubicBezTo>
                    <a:pt x="189549" y="48728"/>
                    <a:pt x="187331" y="48358"/>
                    <a:pt x="185408" y="47471"/>
                  </a:cubicBezTo>
                  <a:cubicBezTo>
                    <a:pt x="172247" y="41333"/>
                    <a:pt x="171655" y="10796"/>
                    <a:pt x="136385" y="1627"/>
                  </a:cubicBezTo>
                  <a:cubicBezTo>
                    <a:pt x="132097" y="481"/>
                    <a:pt x="127993" y="0"/>
                    <a:pt x="12414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51"/>
            <p:cNvSpPr/>
            <p:nvPr/>
          </p:nvSpPr>
          <p:spPr>
            <a:xfrm>
              <a:off x="702125" y="5036900"/>
              <a:ext cx="6191675" cy="65650"/>
            </a:xfrm>
            <a:custGeom>
              <a:avLst/>
              <a:gdLst/>
              <a:ahLst/>
              <a:cxnLst/>
              <a:rect l="l" t="t" r="r" b="b"/>
              <a:pathLst>
                <a:path w="247667" h="2626" extrusionOk="0">
                  <a:moveTo>
                    <a:pt x="1" y="1"/>
                  </a:moveTo>
                  <a:lnTo>
                    <a:pt x="1" y="2626"/>
                  </a:lnTo>
                  <a:lnTo>
                    <a:pt x="247667" y="2626"/>
                  </a:lnTo>
                  <a:lnTo>
                    <a:pt x="2476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51"/>
            <p:cNvSpPr/>
            <p:nvPr/>
          </p:nvSpPr>
          <p:spPr>
            <a:xfrm>
              <a:off x="665175" y="3566050"/>
              <a:ext cx="125725" cy="97450"/>
            </a:xfrm>
            <a:custGeom>
              <a:avLst/>
              <a:gdLst/>
              <a:ahLst/>
              <a:cxnLst/>
              <a:rect l="l" t="t" r="r" b="b"/>
              <a:pathLst>
                <a:path w="5029" h="3898" extrusionOk="0">
                  <a:moveTo>
                    <a:pt x="1558" y="0"/>
                  </a:moveTo>
                  <a:cubicBezTo>
                    <a:pt x="1494" y="0"/>
                    <a:pt x="1431" y="5"/>
                    <a:pt x="1368" y="15"/>
                  </a:cubicBezTo>
                  <a:cubicBezTo>
                    <a:pt x="481" y="125"/>
                    <a:pt x="0" y="976"/>
                    <a:pt x="185" y="1789"/>
                  </a:cubicBezTo>
                  <a:cubicBezTo>
                    <a:pt x="407" y="2639"/>
                    <a:pt x="1257" y="3231"/>
                    <a:pt x="1996" y="3564"/>
                  </a:cubicBezTo>
                  <a:cubicBezTo>
                    <a:pt x="2705" y="3872"/>
                    <a:pt x="4312" y="3897"/>
                    <a:pt x="4828" y="3897"/>
                  </a:cubicBezTo>
                  <a:cubicBezTo>
                    <a:pt x="4932" y="3897"/>
                    <a:pt x="4991" y="3896"/>
                    <a:pt x="4991" y="3896"/>
                  </a:cubicBezTo>
                  <a:cubicBezTo>
                    <a:pt x="5028" y="3896"/>
                    <a:pt x="4547" y="2529"/>
                    <a:pt x="4510" y="2418"/>
                  </a:cubicBezTo>
                  <a:cubicBezTo>
                    <a:pt x="4055" y="1507"/>
                    <a:pt x="2705" y="0"/>
                    <a:pt x="15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51"/>
            <p:cNvSpPr/>
            <p:nvPr/>
          </p:nvSpPr>
          <p:spPr>
            <a:xfrm>
              <a:off x="667950" y="3411900"/>
              <a:ext cx="777325" cy="1632425"/>
            </a:xfrm>
            <a:custGeom>
              <a:avLst/>
              <a:gdLst/>
              <a:ahLst/>
              <a:cxnLst/>
              <a:rect l="l" t="t" r="r" b="b"/>
              <a:pathLst>
                <a:path w="31093" h="65297" extrusionOk="0">
                  <a:moveTo>
                    <a:pt x="14640" y="31764"/>
                  </a:moveTo>
                  <a:cubicBezTo>
                    <a:pt x="15232" y="32430"/>
                    <a:pt x="16822" y="33206"/>
                    <a:pt x="17043" y="33317"/>
                  </a:cubicBezTo>
                  <a:cubicBezTo>
                    <a:pt x="16822" y="33835"/>
                    <a:pt x="16600" y="34352"/>
                    <a:pt x="16378" y="34833"/>
                  </a:cubicBezTo>
                  <a:cubicBezTo>
                    <a:pt x="15676" y="36533"/>
                    <a:pt x="15010" y="37901"/>
                    <a:pt x="14529" y="38826"/>
                  </a:cubicBezTo>
                  <a:cubicBezTo>
                    <a:pt x="14419" y="39011"/>
                    <a:pt x="14345" y="39195"/>
                    <a:pt x="14234" y="39343"/>
                  </a:cubicBezTo>
                  <a:lnTo>
                    <a:pt x="14160" y="39343"/>
                  </a:lnTo>
                  <a:cubicBezTo>
                    <a:pt x="14160" y="39158"/>
                    <a:pt x="14123" y="38974"/>
                    <a:pt x="14086" y="38752"/>
                  </a:cubicBezTo>
                  <a:cubicBezTo>
                    <a:pt x="13938" y="37680"/>
                    <a:pt x="13716" y="36164"/>
                    <a:pt x="13346" y="34352"/>
                  </a:cubicBezTo>
                  <a:cubicBezTo>
                    <a:pt x="13235" y="33761"/>
                    <a:pt x="13125" y="33169"/>
                    <a:pt x="12977" y="32541"/>
                  </a:cubicBezTo>
                  <a:cubicBezTo>
                    <a:pt x="13125" y="32467"/>
                    <a:pt x="13901" y="32171"/>
                    <a:pt x="14640" y="31764"/>
                  </a:cubicBezTo>
                  <a:close/>
                  <a:moveTo>
                    <a:pt x="6531" y="0"/>
                  </a:moveTo>
                  <a:cubicBezTo>
                    <a:pt x="6326" y="0"/>
                    <a:pt x="6117" y="49"/>
                    <a:pt x="5915" y="154"/>
                  </a:cubicBezTo>
                  <a:cubicBezTo>
                    <a:pt x="4843" y="709"/>
                    <a:pt x="4547" y="2853"/>
                    <a:pt x="4732" y="3925"/>
                  </a:cubicBezTo>
                  <a:cubicBezTo>
                    <a:pt x="4769" y="4036"/>
                    <a:pt x="5176" y="5441"/>
                    <a:pt x="5176" y="5441"/>
                  </a:cubicBezTo>
                  <a:lnTo>
                    <a:pt x="5213" y="5404"/>
                  </a:lnTo>
                  <a:lnTo>
                    <a:pt x="5213" y="5404"/>
                  </a:lnTo>
                  <a:cubicBezTo>
                    <a:pt x="5139" y="5737"/>
                    <a:pt x="5102" y="6107"/>
                    <a:pt x="5065" y="6513"/>
                  </a:cubicBezTo>
                  <a:cubicBezTo>
                    <a:pt x="4991" y="7253"/>
                    <a:pt x="4917" y="8103"/>
                    <a:pt x="4880" y="9027"/>
                  </a:cubicBezTo>
                  <a:cubicBezTo>
                    <a:pt x="4880" y="9952"/>
                    <a:pt x="4880" y="10950"/>
                    <a:pt x="4954" y="11985"/>
                  </a:cubicBezTo>
                  <a:cubicBezTo>
                    <a:pt x="5065" y="13057"/>
                    <a:pt x="5213" y="14166"/>
                    <a:pt x="5509" y="15275"/>
                  </a:cubicBezTo>
                  <a:lnTo>
                    <a:pt x="5509" y="15312"/>
                  </a:lnTo>
                  <a:cubicBezTo>
                    <a:pt x="5324" y="15017"/>
                    <a:pt x="4769" y="14203"/>
                    <a:pt x="4732" y="14129"/>
                  </a:cubicBezTo>
                  <a:cubicBezTo>
                    <a:pt x="4142" y="13446"/>
                    <a:pt x="2744" y="12502"/>
                    <a:pt x="1654" y="12502"/>
                  </a:cubicBezTo>
                  <a:cubicBezTo>
                    <a:pt x="1446" y="12502"/>
                    <a:pt x="1250" y="12536"/>
                    <a:pt x="1072" y="12613"/>
                  </a:cubicBezTo>
                  <a:cubicBezTo>
                    <a:pt x="259" y="12946"/>
                    <a:pt x="0" y="13907"/>
                    <a:pt x="407" y="14647"/>
                  </a:cubicBezTo>
                  <a:cubicBezTo>
                    <a:pt x="850" y="15423"/>
                    <a:pt x="1812" y="15793"/>
                    <a:pt x="2625" y="15904"/>
                  </a:cubicBezTo>
                  <a:cubicBezTo>
                    <a:pt x="2705" y="15914"/>
                    <a:pt x="2794" y="15918"/>
                    <a:pt x="2889" y="15918"/>
                  </a:cubicBezTo>
                  <a:cubicBezTo>
                    <a:pt x="3840" y="15918"/>
                    <a:pt x="5414" y="15457"/>
                    <a:pt x="5583" y="15423"/>
                  </a:cubicBezTo>
                  <a:cubicBezTo>
                    <a:pt x="5878" y="16495"/>
                    <a:pt x="6248" y="17568"/>
                    <a:pt x="6729" y="18603"/>
                  </a:cubicBezTo>
                  <a:cubicBezTo>
                    <a:pt x="6987" y="19231"/>
                    <a:pt x="7246" y="19823"/>
                    <a:pt x="7542" y="20414"/>
                  </a:cubicBezTo>
                  <a:cubicBezTo>
                    <a:pt x="7357" y="20155"/>
                    <a:pt x="7209" y="19934"/>
                    <a:pt x="7209" y="19897"/>
                  </a:cubicBezTo>
                  <a:cubicBezTo>
                    <a:pt x="6584" y="19208"/>
                    <a:pt x="5164" y="18282"/>
                    <a:pt x="4070" y="18282"/>
                  </a:cubicBezTo>
                  <a:cubicBezTo>
                    <a:pt x="3871" y="18282"/>
                    <a:pt x="3683" y="18313"/>
                    <a:pt x="3512" y="18381"/>
                  </a:cubicBezTo>
                  <a:cubicBezTo>
                    <a:pt x="2736" y="18751"/>
                    <a:pt x="2477" y="19712"/>
                    <a:pt x="2884" y="20451"/>
                  </a:cubicBezTo>
                  <a:cubicBezTo>
                    <a:pt x="3290" y="21191"/>
                    <a:pt x="4289" y="21560"/>
                    <a:pt x="5102" y="21671"/>
                  </a:cubicBezTo>
                  <a:cubicBezTo>
                    <a:pt x="5187" y="21683"/>
                    <a:pt x="5282" y="21689"/>
                    <a:pt x="5385" y="21689"/>
                  </a:cubicBezTo>
                  <a:cubicBezTo>
                    <a:pt x="6221" y="21689"/>
                    <a:pt x="7554" y="21326"/>
                    <a:pt x="7949" y="21228"/>
                  </a:cubicBezTo>
                  <a:cubicBezTo>
                    <a:pt x="8060" y="21449"/>
                    <a:pt x="8171" y="21671"/>
                    <a:pt x="8281" y="21930"/>
                  </a:cubicBezTo>
                  <a:cubicBezTo>
                    <a:pt x="8836" y="23002"/>
                    <a:pt x="9391" y="24111"/>
                    <a:pt x="9908" y="25183"/>
                  </a:cubicBezTo>
                  <a:cubicBezTo>
                    <a:pt x="10093" y="25553"/>
                    <a:pt x="10241" y="25960"/>
                    <a:pt x="10426" y="26330"/>
                  </a:cubicBezTo>
                  <a:cubicBezTo>
                    <a:pt x="10241" y="26108"/>
                    <a:pt x="10130" y="25923"/>
                    <a:pt x="10093" y="25886"/>
                  </a:cubicBezTo>
                  <a:cubicBezTo>
                    <a:pt x="9499" y="25198"/>
                    <a:pt x="8084" y="24271"/>
                    <a:pt x="6990" y="24271"/>
                  </a:cubicBezTo>
                  <a:cubicBezTo>
                    <a:pt x="6792" y="24271"/>
                    <a:pt x="6604" y="24302"/>
                    <a:pt x="6433" y="24370"/>
                  </a:cubicBezTo>
                  <a:cubicBezTo>
                    <a:pt x="5620" y="24740"/>
                    <a:pt x="5398" y="25701"/>
                    <a:pt x="5804" y="26404"/>
                  </a:cubicBezTo>
                  <a:cubicBezTo>
                    <a:pt x="6211" y="27180"/>
                    <a:pt x="7209" y="27550"/>
                    <a:pt x="7986" y="27661"/>
                  </a:cubicBezTo>
                  <a:cubicBezTo>
                    <a:pt x="8077" y="27674"/>
                    <a:pt x="8179" y="27680"/>
                    <a:pt x="8289" y="27680"/>
                  </a:cubicBezTo>
                  <a:cubicBezTo>
                    <a:pt x="9106" y="27680"/>
                    <a:pt x="10339" y="27352"/>
                    <a:pt x="10795" y="27254"/>
                  </a:cubicBezTo>
                  <a:cubicBezTo>
                    <a:pt x="10943" y="27624"/>
                    <a:pt x="11091" y="28030"/>
                    <a:pt x="11239" y="28437"/>
                  </a:cubicBezTo>
                  <a:cubicBezTo>
                    <a:pt x="11313" y="28696"/>
                    <a:pt x="11424" y="28955"/>
                    <a:pt x="11498" y="29213"/>
                  </a:cubicBezTo>
                  <a:cubicBezTo>
                    <a:pt x="11572" y="29509"/>
                    <a:pt x="11646" y="29768"/>
                    <a:pt x="11720" y="30027"/>
                  </a:cubicBezTo>
                  <a:cubicBezTo>
                    <a:pt x="11831" y="30544"/>
                    <a:pt x="11978" y="31062"/>
                    <a:pt x="12089" y="31579"/>
                  </a:cubicBezTo>
                  <a:cubicBezTo>
                    <a:pt x="12163" y="31949"/>
                    <a:pt x="12237" y="32282"/>
                    <a:pt x="12274" y="32615"/>
                  </a:cubicBezTo>
                  <a:cubicBezTo>
                    <a:pt x="12126" y="32245"/>
                    <a:pt x="11757" y="31505"/>
                    <a:pt x="11720" y="31432"/>
                  </a:cubicBezTo>
                  <a:cubicBezTo>
                    <a:pt x="11183" y="30593"/>
                    <a:pt x="9793" y="29358"/>
                    <a:pt x="8657" y="29358"/>
                  </a:cubicBezTo>
                  <a:cubicBezTo>
                    <a:pt x="8541" y="29358"/>
                    <a:pt x="8428" y="29371"/>
                    <a:pt x="8318" y="29398"/>
                  </a:cubicBezTo>
                  <a:cubicBezTo>
                    <a:pt x="7468" y="29583"/>
                    <a:pt x="7098" y="30507"/>
                    <a:pt x="7394" y="31284"/>
                  </a:cubicBezTo>
                  <a:cubicBezTo>
                    <a:pt x="7690" y="32097"/>
                    <a:pt x="8614" y="32615"/>
                    <a:pt x="9354" y="32836"/>
                  </a:cubicBezTo>
                  <a:cubicBezTo>
                    <a:pt x="9658" y="32929"/>
                    <a:pt x="10095" y="32960"/>
                    <a:pt x="10542" y="32960"/>
                  </a:cubicBezTo>
                  <a:cubicBezTo>
                    <a:pt x="11345" y="32960"/>
                    <a:pt x="12182" y="32860"/>
                    <a:pt x="12348" y="32836"/>
                  </a:cubicBezTo>
                  <a:cubicBezTo>
                    <a:pt x="12459" y="33391"/>
                    <a:pt x="12570" y="33946"/>
                    <a:pt x="12644" y="34463"/>
                  </a:cubicBezTo>
                  <a:cubicBezTo>
                    <a:pt x="12977" y="36275"/>
                    <a:pt x="13162" y="37791"/>
                    <a:pt x="13272" y="38826"/>
                  </a:cubicBezTo>
                  <a:cubicBezTo>
                    <a:pt x="13309" y="39011"/>
                    <a:pt x="13309" y="39195"/>
                    <a:pt x="13346" y="39343"/>
                  </a:cubicBezTo>
                  <a:lnTo>
                    <a:pt x="9686" y="39343"/>
                  </a:lnTo>
                  <a:lnTo>
                    <a:pt x="11017" y="65297"/>
                  </a:lnTo>
                  <a:lnTo>
                    <a:pt x="17228" y="65297"/>
                  </a:lnTo>
                  <a:lnTo>
                    <a:pt x="18559" y="39343"/>
                  </a:lnTo>
                  <a:lnTo>
                    <a:pt x="15158" y="39343"/>
                  </a:lnTo>
                  <a:lnTo>
                    <a:pt x="15232" y="39195"/>
                  </a:lnTo>
                  <a:cubicBezTo>
                    <a:pt x="15712" y="38234"/>
                    <a:pt x="16341" y="36829"/>
                    <a:pt x="17043" y="35129"/>
                  </a:cubicBezTo>
                  <a:cubicBezTo>
                    <a:pt x="17265" y="34574"/>
                    <a:pt x="17487" y="34019"/>
                    <a:pt x="17746" y="33391"/>
                  </a:cubicBezTo>
                  <a:cubicBezTo>
                    <a:pt x="17924" y="33450"/>
                    <a:pt x="19154" y="33701"/>
                    <a:pt x="20090" y="33701"/>
                  </a:cubicBezTo>
                  <a:cubicBezTo>
                    <a:pt x="20318" y="33701"/>
                    <a:pt x="20529" y="33686"/>
                    <a:pt x="20704" y="33650"/>
                  </a:cubicBezTo>
                  <a:cubicBezTo>
                    <a:pt x="21480" y="33465"/>
                    <a:pt x="22441" y="33021"/>
                    <a:pt x="22774" y="32245"/>
                  </a:cubicBezTo>
                  <a:cubicBezTo>
                    <a:pt x="23144" y="31469"/>
                    <a:pt x="22811" y="30544"/>
                    <a:pt x="21997" y="30248"/>
                  </a:cubicBezTo>
                  <a:cubicBezTo>
                    <a:pt x="21860" y="30204"/>
                    <a:pt x="21713" y="30184"/>
                    <a:pt x="21561" y="30184"/>
                  </a:cubicBezTo>
                  <a:cubicBezTo>
                    <a:pt x="20442" y="30184"/>
                    <a:pt x="19001" y="31279"/>
                    <a:pt x="18448" y="32060"/>
                  </a:cubicBezTo>
                  <a:cubicBezTo>
                    <a:pt x="18411" y="32097"/>
                    <a:pt x="18079" y="32689"/>
                    <a:pt x="17857" y="33095"/>
                  </a:cubicBezTo>
                  <a:cubicBezTo>
                    <a:pt x="17931" y="32836"/>
                    <a:pt x="18042" y="32615"/>
                    <a:pt x="18116" y="32356"/>
                  </a:cubicBezTo>
                  <a:cubicBezTo>
                    <a:pt x="18300" y="31838"/>
                    <a:pt x="18485" y="31358"/>
                    <a:pt x="18670" y="30803"/>
                  </a:cubicBezTo>
                  <a:cubicBezTo>
                    <a:pt x="18744" y="30544"/>
                    <a:pt x="18818" y="30285"/>
                    <a:pt x="18892" y="29990"/>
                  </a:cubicBezTo>
                  <a:cubicBezTo>
                    <a:pt x="18966" y="29731"/>
                    <a:pt x="19040" y="29435"/>
                    <a:pt x="19114" y="29176"/>
                  </a:cubicBezTo>
                  <a:cubicBezTo>
                    <a:pt x="19262" y="28511"/>
                    <a:pt x="19410" y="27845"/>
                    <a:pt x="19520" y="27143"/>
                  </a:cubicBezTo>
                  <a:cubicBezTo>
                    <a:pt x="19949" y="27321"/>
                    <a:pt x="21412" y="27810"/>
                    <a:pt x="22244" y="27810"/>
                  </a:cubicBezTo>
                  <a:cubicBezTo>
                    <a:pt x="22274" y="27810"/>
                    <a:pt x="22302" y="27810"/>
                    <a:pt x="22330" y="27808"/>
                  </a:cubicBezTo>
                  <a:cubicBezTo>
                    <a:pt x="23107" y="27734"/>
                    <a:pt x="24142" y="27439"/>
                    <a:pt x="24585" y="26736"/>
                  </a:cubicBezTo>
                  <a:cubicBezTo>
                    <a:pt x="25066" y="26034"/>
                    <a:pt x="24881" y="25073"/>
                    <a:pt x="24105" y="24666"/>
                  </a:cubicBezTo>
                  <a:cubicBezTo>
                    <a:pt x="23888" y="24554"/>
                    <a:pt x="23637" y="24505"/>
                    <a:pt x="23368" y="24505"/>
                  </a:cubicBezTo>
                  <a:cubicBezTo>
                    <a:pt x="22303" y="24505"/>
                    <a:pt x="20953" y="25266"/>
                    <a:pt x="20334" y="25886"/>
                  </a:cubicBezTo>
                  <a:cubicBezTo>
                    <a:pt x="20297" y="25923"/>
                    <a:pt x="19816" y="26551"/>
                    <a:pt x="19557" y="26884"/>
                  </a:cubicBezTo>
                  <a:cubicBezTo>
                    <a:pt x="19594" y="26477"/>
                    <a:pt x="19668" y="26071"/>
                    <a:pt x="19742" y="25664"/>
                  </a:cubicBezTo>
                  <a:cubicBezTo>
                    <a:pt x="19890" y="24444"/>
                    <a:pt x="20001" y="23224"/>
                    <a:pt x="20112" y="22004"/>
                  </a:cubicBezTo>
                  <a:cubicBezTo>
                    <a:pt x="20149" y="21634"/>
                    <a:pt x="20186" y="21265"/>
                    <a:pt x="20223" y="20895"/>
                  </a:cubicBezTo>
                  <a:cubicBezTo>
                    <a:pt x="20367" y="20967"/>
                    <a:pt x="22121" y="21599"/>
                    <a:pt x="23067" y="21599"/>
                  </a:cubicBezTo>
                  <a:cubicBezTo>
                    <a:pt x="23093" y="21599"/>
                    <a:pt x="23119" y="21598"/>
                    <a:pt x="23144" y="21597"/>
                  </a:cubicBezTo>
                  <a:cubicBezTo>
                    <a:pt x="23920" y="21523"/>
                    <a:pt x="24955" y="21228"/>
                    <a:pt x="25399" y="20525"/>
                  </a:cubicBezTo>
                  <a:cubicBezTo>
                    <a:pt x="25879" y="19823"/>
                    <a:pt x="25695" y="18825"/>
                    <a:pt x="24918" y="18418"/>
                  </a:cubicBezTo>
                  <a:cubicBezTo>
                    <a:pt x="24707" y="18309"/>
                    <a:pt x="24463" y="18261"/>
                    <a:pt x="24201" y="18261"/>
                  </a:cubicBezTo>
                  <a:cubicBezTo>
                    <a:pt x="23133" y="18261"/>
                    <a:pt x="21771" y="19051"/>
                    <a:pt x="21147" y="19675"/>
                  </a:cubicBezTo>
                  <a:cubicBezTo>
                    <a:pt x="21110" y="19712"/>
                    <a:pt x="20408" y="20599"/>
                    <a:pt x="20223" y="20821"/>
                  </a:cubicBezTo>
                  <a:cubicBezTo>
                    <a:pt x="20334" y="20008"/>
                    <a:pt x="20408" y="19194"/>
                    <a:pt x="20556" y="18418"/>
                  </a:cubicBezTo>
                  <a:cubicBezTo>
                    <a:pt x="20704" y="17309"/>
                    <a:pt x="20925" y="16237"/>
                    <a:pt x="21221" y="15201"/>
                  </a:cubicBezTo>
                  <a:cubicBezTo>
                    <a:pt x="21293" y="15237"/>
                    <a:pt x="23120" y="15905"/>
                    <a:pt x="24069" y="15905"/>
                  </a:cubicBezTo>
                  <a:cubicBezTo>
                    <a:pt x="24094" y="15905"/>
                    <a:pt x="24118" y="15905"/>
                    <a:pt x="24142" y="15904"/>
                  </a:cubicBezTo>
                  <a:cubicBezTo>
                    <a:pt x="24955" y="15830"/>
                    <a:pt x="25990" y="15534"/>
                    <a:pt x="26434" y="14832"/>
                  </a:cubicBezTo>
                  <a:cubicBezTo>
                    <a:pt x="26915" y="14129"/>
                    <a:pt x="26730" y="13131"/>
                    <a:pt x="25953" y="12761"/>
                  </a:cubicBezTo>
                  <a:cubicBezTo>
                    <a:pt x="25732" y="12639"/>
                    <a:pt x="25474" y="12586"/>
                    <a:pt x="25198" y="12586"/>
                  </a:cubicBezTo>
                  <a:cubicBezTo>
                    <a:pt x="24136" y="12586"/>
                    <a:pt x="22798" y="13365"/>
                    <a:pt x="22182" y="13981"/>
                  </a:cubicBezTo>
                  <a:cubicBezTo>
                    <a:pt x="22145" y="14018"/>
                    <a:pt x="21369" y="14980"/>
                    <a:pt x="21258" y="15164"/>
                  </a:cubicBezTo>
                  <a:cubicBezTo>
                    <a:pt x="21258" y="15090"/>
                    <a:pt x="21295" y="15017"/>
                    <a:pt x="21295" y="14980"/>
                  </a:cubicBezTo>
                  <a:cubicBezTo>
                    <a:pt x="21628" y="13870"/>
                    <a:pt x="22071" y="12872"/>
                    <a:pt x="22552" y="11948"/>
                  </a:cubicBezTo>
                  <a:cubicBezTo>
                    <a:pt x="22848" y="11393"/>
                    <a:pt x="23144" y="10913"/>
                    <a:pt x="23439" y="10432"/>
                  </a:cubicBezTo>
                  <a:cubicBezTo>
                    <a:pt x="23772" y="10617"/>
                    <a:pt x="25362" y="11356"/>
                    <a:pt x="26212" y="11393"/>
                  </a:cubicBezTo>
                  <a:cubicBezTo>
                    <a:pt x="26274" y="11396"/>
                    <a:pt x="26337" y="11398"/>
                    <a:pt x="26402" y="11398"/>
                  </a:cubicBezTo>
                  <a:cubicBezTo>
                    <a:pt x="27150" y="11398"/>
                    <a:pt x="28068" y="11193"/>
                    <a:pt x="28578" y="10580"/>
                  </a:cubicBezTo>
                  <a:cubicBezTo>
                    <a:pt x="29096" y="9952"/>
                    <a:pt x="29059" y="8953"/>
                    <a:pt x="28319" y="8473"/>
                  </a:cubicBezTo>
                  <a:cubicBezTo>
                    <a:pt x="28057" y="8298"/>
                    <a:pt x="27723" y="8225"/>
                    <a:pt x="27357" y="8225"/>
                  </a:cubicBezTo>
                  <a:cubicBezTo>
                    <a:pt x="26333" y="8225"/>
                    <a:pt x="25064" y="8796"/>
                    <a:pt x="24438" y="9286"/>
                  </a:cubicBezTo>
                  <a:cubicBezTo>
                    <a:pt x="24401" y="9323"/>
                    <a:pt x="23957" y="9730"/>
                    <a:pt x="23661" y="10062"/>
                  </a:cubicBezTo>
                  <a:cubicBezTo>
                    <a:pt x="23809" y="9841"/>
                    <a:pt x="23957" y="9619"/>
                    <a:pt x="24068" y="9397"/>
                  </a:cubicBezTo>
                  <a:cubicBezTo>
                    <a:pt x="24585" y="8658"/>
                    <a:pt x="25103" y="7992"/>
                    <a:pt x="25547" y="7401"/>
                  </a:cubicBezTo>
                  <a:cubicBezTo>
                    <a:pt x="25805" y="7068"/>
                    <a:pt x="26064" y="6772"/>
                    <a:pt x="26286" y="6513"/>
                  </a:cubicBezTo>
                  <a:cubicBezTo>
                    <a:pt x="26730" y="6476"/>
                    <a:pt x="28430" y="6439"/>
                    <a:pt x="29170" y="6070"/>
                  </a:cubicBezTo>
                  <a:cubicBezTo>
                    <a:pt x="29909" y="5737"/>
                    <a:pt x="30760" y="5108"/>
                    <a:pt x="30907" y="4258"/>
                  </a:cubicBezTo>
                  <a:cubicBezTo>
                    <a:pt x="31092" y="3445"/>
                    <a:pt x="30575" y="2594"/>
                    <a:pt x="29724" y="2483"/>
                  </a:cubicBezTo>
                  <a:cubicBezTo>
                    <a:pt x="29685" y="2480"/>
                    <a:pt x="29646" y="2478"/>
                    <a:pt x="29607" y="2478"/>
                  </a:cubicBezTo>
                  <a:cubicBezTo>
                    <a:pt x="28415" y="2478"/>
                    <a:pt x="27085" y="4067"/>
                    <a:pt x="26656" y="4997"/>
                  </a:cubicBezTo>
                  <a:cubicBezTo>
                    <a:pt x="26619" y="5108"/>
                    <a:pt x="26175" y="6513"/>
                    <a:pt x="26175" y="6513"/>
                  </a:cubicBezTo>
                  <a:lnTo>
                    <a:pt x="26212" y="6513"/>
                  </a:lnTo>
                  <a:cubicBezTo>
                    <a:pt x="25990" y="6772"/>
                    <a:pt x="25732" y="7031"/>
                    <a:pt x="25473" y="7364"/>
                  </a:cubicBezTo>
                  <a:cubicBezTo>
                    <a:pt x="25029" y="7918"/>
                    <a:pt x="24511" y="8584"/>
                    <a:pt x="23957" y="9323"/>
                  </a:cubicBezTo>
                  <a:cubicBezTo>
                    <a:pt x="23439" y="10099"/>
                    <a:pt x="22885" y="10913"/>
                    <a:pt x="22404" y="11837"/>
                  </a:cubicBezTo>
                  <a:cubicBezTo>
                    <a:pt x="21887" y="12798"/>
                    <a:pt x="21406" y="13797"/>
                    <a:pt x="21036" y="14906"/>
                  </a:cubicBezTo>
                  <a:lnTo>
                    <a:pt x="21036" y="14943"/>
                  </a:lnTo>
                  <a:cubicBezTo>
                    <a:pt x="21036" y="14573"/>
                    <a:pt x="21036" y="13575"/>
                    <a:pt x="20999" y="13501"/>
                  </a:cubicBezTo>
                  <a:cubicBezTo>
                    <a:pt x="20888" y="12429"/>
                    <a:pt x="19964" y="10432"/>
                    <a:pt x="18781" y="10210"/>
                  </a:cubicBezTo>
                  <a:cubicBezTo>
                    <a:pt x="18701" y="10196"/>
                    <a:pt x="18622" y="10190"/>
                    <a:pt x="18544" y="10190"/>
                  </a:cubicBezTo>
                  <a:cubicBezTo>
                    <a:pt x="17797" y="10190"/>
                    <a:pt x="17184" y="10808"/>
                    <a:pt x="17117" y="11578"/>
                  </a:cubicBezTo>
                  <a:cubicBezTo>
                    <a:pt x="17043" y="12429"/>
                    <a:pt x="17672" y="13279"/>
                    <a:pt x="18263" y="13797"/>
                  </a:cubicBezTo>
                  <a:cubicBezTo>
                    <a:pt x="18966" y="14425"/>
                    <a:pt x="20851" y="15017"/>
                    <a:pt x="20999" y="15054"/>
                  </a:cubicBezTo>
                  <a:cubicBezTo>
                    <a:pt x="20667" y="16089"/>
                    <a:pt x="20408" y="17198"/>
                    <a:pt x="20186" y="18344"/>
                  </a:cubicBezTo>
                  <a:cubicBezTo>
                    <a:pt x="20075" y="19009"/>
                    <a:pt x="20001" y="19638"/>
                    <a:pt x="19890" y="20303"/>
                  </a:cubicBezTo>
                  <a:cubicBezTo>
                    <a:pt x="19890" y="20008"/>
                    <a:pt x="19890" y="19712"/>
                    <a:pt x="19890" y="19675"/>
                  </a:cubicBezTo>
                  <a:cubicBezTo>
                    <a:pt x="19742" y="18603"/>
                    <a:pt x="18855" y="16606"/>
                    <a:pt x="17672" y="16421"/>
                  </a:cubicBezTo>
                  <a:cubicBezTo>
                    <a:pt x="17571" y="16400"/>
                    <a:pt x="17472" y="16390"/>
                    <a:pt x="17377" y="16390"/>
                  </a:cubicBezTo>
                  <a:cubicBezTo>
                    <a:pt x="16633" y="16390"/>
                    <a:pt x="16074" y="16999"/>
                    <a:pt x="16008" y="17752"/>
                  </a:cubicBezTo>
                  <a:cubicBezTo>
                    <a:pt x="15934" y="18603"/>
                    <a:pt x="16563" y="19453"/>
                    <a:pt x="17154" y="20008"/>
                  </a:cubicBezTo>
                  <a:cubicBezTo>
                    <a:pt x="17746" y="20525"/>
                    <a:pt x="19373" y="21080"/>
                    <a:pt x="19779" y="21191"/>
                  </a:cubicBezTo>
                  <a:cubicBezTo>
                    <a:pt x="19742" y="21449"/>
                    <a:pt x="19705" y="21708"/>
                    <a:pt x="19705" y="21967"/>
                  </a:cubicBezTo>
                  <a:cubicBezTo>
                    <a:pt x="19557" y="23187"/>
                    <a:pt x="19410" y="24407"/>
                    <a:pt x="19225" y="25590"/>
                  </a:cubicBezTo>
                  <a:cubicBezTo>
                    <a:pt x="19188" y="25997"/>
                    <a:pt x="19077" y="26404"/>
                    <a:pt x="19003" y="26810"/>
                  </a:cubicBezTo>
                  <a:cubicBezTo>
                    <a:pt x="19003" y="26551"/>
                    <a:pt x="19003" y="26330"/>
                    <a:pt x="19003" y="26293"/>
                  </a:cubicBezTo>
                  <a:cubicBezTo>
                    <a:pt x="18855" y="25220"/>
                    <a:pt x="17968" y="23224"/>
                    <a:pt x="16785" y="23002"/>
                  </a:cubicBezTo>
                  <a:cubicBezTo>
                    <a:pt x="16704" y="22988"/>
                    <a:pt x="16625" y="22982"/>
                    <a:pt x="16547" y="22982"/>
                  </a:cubicBezTo>
                  <a:cubicBezTo>
                    <a:pt x="15800" y="22982"/>
                    <a:pt x="15188" y="23597"/>
                    <a:pt x="15121" y="24333"/>
                  </a:cubicBezTo>
                  <a:cubicBezTo>
                    <a:pt x="15047" y="25183"/>
                    <a:pt x="15676" y="26034"/>
                    <a:pt x="16267" y="26588"/>
                  </a:cubicBezTo>
                  <a:cubicBezTo>
                    <a:pt x="16859" y="27106"/>
                    <a:pt x="18337" y="27624"/>
                    <a:pt x="18818" y="27771"/>
                  </a:cubicBezTo>
                  <a:cubicBezTo>
                    <a:pt x="18744" y="28178"/>
                    <a:pt x="18670" y="28622"/>
                    <a:pt x="18559" y="29028"/>
                  </a:cubicBezTo>
                  <a:cubicBezTo>
                    <a:pt x="18485" y="29287"/>
                    <a:pt x="18411" y="29546"/>
                    <a:pt x="18337" y="29842"/>
                  </a:cubicBezTo>
                  <a:cubicBezTo>
                    <a:pt x="18226" y="30101"/>
                    <a:pt x="18153" y="30359"/>
                    <a:pt x="18079" y="30618"/>
                  </a:cubicBezTo>
                  <a:cubicBezTo>
                    <a:pt x="17894" y="31136"/>
                    <a:pt x="17709" y="31653"/>
                    <a:pt x="17524" y="32134"/>
                  </a:cubicBezTo>
                  <a:cubicBezTo>
                    <a:pt x="17376" y="32467"/>
                    <a:pt x="17265" y="32762"/>
                    <a:pt x="17117" y="33095"/>
                  </a:cubicBezTo>
                  <a:cubicBezTo>
                    <a:pt x="17191" y="32689"/>
                    <a:pt x="17302" y="31875"/>
                    <a:pt x="17302" y="31801"/>
                  </a:cubicBezTo>
                  <a:cubicBezTo>
                    <a:pt x="17302" y="31062"/>
                    <a:pt x="17080" y="29916"/>
                    <a:pt x="16563" y="29102"/>
                  </a:cubicBezTo>
                  <a:cubicBezTo>
                    <a:pt x="16563" y="28991"/>
                    <a:pt x="16563" y="28881"/>
                    <a:pt x="16526" y="28770"/>
                  </a:cubicBezTo>
                  <a:cubicBezTo>
                    <a:pt x="16430" y="28068"/>
                    <a:pt x="15840" y="27505"/>
                    <a:pt x="15134" y="27505"/>
                  </a:cubicBezTo>
                  <a:cubicBezTo>
                    <a:pt x="15021" y="27505"/>
                    <a:pt x="14905" y="27519"/>
                    <a:pt x="14788" y="27550"/>
                  </a:cubicBezTo>
                  <a:cubicBezTo>
                    <a:pt x="13605" y="27882"/>
                    <a:pt x="12866" y="29916"/>
                    <a:pt x="12829" y="30988"/>
                  </a:cubicBezTo>
                  <a:cubicBezTo>
                    <a:pt x="12829" y="31062"/>
                    <a:pt x="12866" y="31764"/>
                    <a:pt x="12903" y="32208"/>
                  </a:cubicBezTo>
                  <a:cubicBezTo>
                    <a:pt x="12829" y="31949"/>
                    <a:pt x="12792" y="31690"/>
                    <a:pt x="12718" y="31432"/>
                  </a:cubicBezTo>
                  <a:cubicBezTo>
                    <a:pt x="12607" y="30914"/>
                    <a:pt x="12459" y="30396"/>
                    <a:pt x="12311" y="29842"/>
                  </a:cubicBezTo>
                  <a:cubicBezTo>
                    <a:pt x="12237" y="29583"/>
                    <a:pt x="12126" y="29324"/>
                    <a:pt x="12052" y="29065"/>
                  </a:cubicBezTo>
                  <a:cubicBezTo>
                    <a:pt x="11978" y="28770"/>
                    <a:pt x="11868" y="28511"/>
                    <a:pt x="11794" y="28252"/>
                  </a:cubicBezTo>
                  <a:cubicBezTo>
                    <a:pt x="11535" y="27587"/>
                    <a:pt x="11276" y="26958"/>
                    <a:pt x="11017" y="26330"/>
                  </a:cubicBezTo>
                  <a:cubicBezTo>
                    <a:pt x="11461" y="26219"/>
                    <a:pt x="13051" y="25812"/>
                    <a:pt x="13716" y="25331"/>
                  </a:cubicBezTo>
                  <a:cubicBezTo>
                    <a:pt x="14345" y="24851"/>
                    <a:pt x="15010" y="24037"/>
                    <a:pt x="15010" y="23187"/>
                  </a:cubicBezTo>
                  <a:cubicBezTo>
                    <a:pt x="15010" y="22378"/>
                    <a:pt x="14408" y="21703"/>
                    <a:pt x="13585" y="21703"/>
                  </a:cubicBezTo>
                  <a:cubicBezTo>
                    <a:pt x="13543" y="21703"/>
                    <a:pt x="13500" y="21705"/>
                    <a:pt x="13457" y="21708"/>
                  </a:cubicBezTo>
                  <a:cubicBezTo>
                    <a:pt x="12274" y="21856"/>
                    <a:pt x="11202" y="23779"/>
                    <a:pt x="11017" y="24814"/>
                  </a:cubicBezTo>
                  <a:cubicBezTo>
                    <a:pt x="10980" y="24888"/>
                    <a:pt x="10906" y="25664"/>
                    <a:pt x="10869" y="26108"/>
                  </a:cubicBezTo>
                  <a:cubicBezTo>
                    <a:pt x="10721" y="25701"/>
                    <a:pt x="10537" y="25331"/>
                    <a:pt x="10352" y="24962"/>
                  </a:cubicBezTo>
                  <a:cubicBezTo>
                    <a:pt x="9834" y="23890"/>
                    <a:pt x="9243" y="22817"/>
                    <a:pt x="8651" y="21708"/>
                  </a:cubicBezTo>
                  <a:cubicBezTo>
                    <a:pt x="8503" y="21376"/>
                    <a:pt x="8318" y="21043"/>
                    <a:pt x="8134" y="20710"/>
                  </a:cubicBezTo>
                  <a:cubicBezTo>
                    <a:pt x="8318" y="20673"/>
                    <a:pt x="10241" y="20229"/>
                    <a:pt x="10943" y="19675"/>
                  </a:cubicBezTo>
                  <a:cubicBezTo>
                    <a:pt x="11572" y="19194"/>
                    <a:pt x="12274" y="18381"/>
                    <a:pt x="12274" y="17531"/>
                  </a:cubicBezTo>
                  <a:cubicBezTo>
                    <a:pt x="12274" y="16772"/>
                    <a:pt x="11663" y="16078"/>
                    <a:pt x="10891" y="16078"/>
                  </a:cubicBezTo>
                  <a:cubicBezTo>
                    <a:pt x="10835" y="16078"/>
                    <a:pt x="10779" y="16081"/>
                    <a:pt x="10721" y="16089"/>
                  </a:cubicBezTo>
                  <a:cubicBezTo>
                    <a:pt x="9501" y="16200"/>
                    <a:pt x="8466" y="18122"/>
                    <a:pt x="8244" y="19194"/>
                  </a:cubicBezTo>
                  <a:cubicBezTo>
                    <a:pt x="8244" y="19268"/>
                    <a:pt x="8134" y="20377"/>
                    <a:pt x="8134" y="20673"/>
                  </a:cubicBezTo>
                  <a:cubicBezTo>
                    <a:pt x="7727" y="19934"/>
                    <a:pt x="7357" y="19194"/>
                    <a:pt x="7024" y="18455"/>
                  </a:cubicBezTo>
                  <a:cubicBezTo>
                    <a:pt x="6581" y="17457"/>
                    <a:pt x="6174" y="16421"/>
                    <a:pt x="5841" y="15423"/>
                  </a:cubicBezTo>
                  <a:cubicBezTo>
                    <a:pt x="5915" y="15386"/>
                    <a:pt x="7912" y="14943"/>
                    <a:pt x="8651" y="14388"/>
                  </a:cubicBezTo>
                  <a:cubicBezTo>
                    <a:pt x="9317" y="13870"/>
                    <a:pt x="9982" y="13094"/>
                    <a:pt x="9982" y="12244"/>
                  </a:cubicBezTo>
                  <a:cubicBezTo>
                    <a:pt x="9982" y="11451"/>
                    <a:pt x="9403" y="10754"/>
                    <a:pt x="8605" y="10754"/>
                  </a:cubicBezTo>
                  <a:cubicBezTo>
                    <a:pt x="8548" y="10754"/>
                    <a:pt x="8489" y="10757"/>
                    <a:pt x="8429" y="10765"/>
                  </a:cubicBezTo>
                  <a:cubicBezTo>
                    <a:pt x="7209" y="10876"/>
                    <a:pt x="6174" y="12798"/>
                    <a:pt x="5952" y="13870"/>
                  </a:cubicBezTo>
                  <a:cubicBezTo>
                    <a:pt x="5952" y="13944"/>
                    <a:pt x="5841" y="15164"/>
                    <a:pt x="5841" y="15386"/>
                  </a:cubicBezTo>
                  <a:cubicBezTo>
                    <a:pt x="5804" y="15312"/>
                    <a:pt x="5804" y="15238"/>
                    <a:pt x="5767" y="15201"/>
                  </a:cubicBezTo>
                  <a:cubicBezTo>
                    <a:pt x="5435" y="14092"/>
                    <a:pt x="5287" y="13020"/>
                    <a:pt x="5176" y="11985"/>
                  </a:cubicBezTo>
                  <a:cubicBezTo>
                    <a:pt x="5102" y="11356"/>
                    <a:pt x="5065" y="10802"/>
                    <a:pt x="5028" y="10210"/>
                  </a:cubicBezTo>
                  <a:cubicBezTo>
                    <a:pt x="5435" y="10173"/>
                    <a:pt x="7172" y="9952"/>
                    <a:pt x="7875" y="9508"/>
                  </a:cubicBezTo>
                  <a:cubicBezTo>
                    <a:pt x="8577" y="9101"/>
                    <a:pt x="9354" y="8362"/>
                    <a:pt x="9427" y="7511"/>
                  </a:cubicBezTo>
                  <a:cubicBezTo>
                    <a:pt x="9501" y="6698"/>
                    <a:pt x="8910" y="5885"/>
                    <a:pt x="8060" y="5885"/>
                  </a:cubicBezTo>
                  <a:cubicBezTo>
                    <a:pt x="6840" y="5885"/>
                    <a:pt x="5583" y="7696"/>
                    <a:pt x="5250" y="8695"/>
                  </a:cubicBezTo>
                  <a:cubicBezTo>
                    <a:pt x="5250" y="8768"/>
                    <a:pt x="5102" y="9360"/>
                    <a:pt x="5028" y="9804"/>
                  </a:cubicBezTo>
                  <a:cubicBezTo>
                    <a:pt x="5028" y="9545"/>
                    <a:pt x="5028" y="9286"/>
                    <a:pt x="5028" y="9027"/>
                  </a:cubicBezTo>
                  <a:cubicBezTo>
                    <a:pt x="5028" y="8103"/>
                    <a:pt x="5102" y="7253"/>
                    <a:pt x="5139" y="6513"/>
                  </a:cubicBezTo>
                  <a:cubicBezTo>
                    <a:pt x="5176" y="6107"/>
                    <a:pt x="5213" y="5737"/>
                    <a:pt x="5250" y="5367"/>
                  </a:cubicBezTo>
                  <a:cubicBezTo>
                    <a:pt x="5620" y="5145"/>
                    <a:pt x="7024" y="4147"/>
                    <a:pt x="7431" y="3445"/>
                  </a:cubicBezTo>
                  <a:cubicBezTo>
                    <a:pt x="7875" y="2742"/>
                    <a:pt x="8207" y="1744"/>
                    <a:pt x="7912" y="968"/>
                  </a:cubicBezTo>
                  <a:cubicBezTo>
                    <a:pt x="7665" y="393"/>
                    <a:pt x="7115" y="0"/>
                    <a:pt x="65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51"/>
            <p:cNvSpPr/>
            <p:nvPr/>
          </p:nvSpPr>
          <p:spPr>
            <a:xfrm>
              <a:off x="1174425" y="3532200"/>
              <a:ext cx="91525" cy="134975"/>
            </a:xfrm>
            <a:custGeom>
              <a:avLst/>
              <a:gdLst/>
              <a:ahLst/>
              <a:cxnLst/>
              <a:rect l="l" t="t" r="r" b="b"/>
              <a:pathLst>
                <a:path w="3661" h="5399" extrusionOk="0">
                  <a:moveTo>
                    <a:pt x="1633" y="1"/>
                  </a:moveTo>
                  <a:cubicBezTo>
                    <a:pt x="1052" y="1"/>
                    <a:pt x="518" y="417"/>
                    <a:pt x="297" y="999"/>
                  </a:cubicBezTo>
                  <a:cubicBezTo>
                    <a:pt x="1" y="1812"/>
                    <a:pt x="371" y="2773"/>
                    <a:pt x="814" y="3476"/>
                  </a:cubicBezTo>
                  <a:cubicBezTo>
                    <a:pt x="1332" y="4252"/>
                    <a:pt x="3106" y="5398"/>
                    <a:pt x="3106" y="5398"/>
                  </a:cubicBezTo>
                  <a:cubicBezTo>
                    <a:pt x="3143" y="5398"/>
                    <a:pt x="3513" y="3993"/>
                    <a:pt x="3513" y="3883"/>
                  </a:cubicBezTo>
                  <a:cubicBezTo>
                    <a:pt x="3661" y="2810"/>
                    <a:pt x="3328" y="666"/>
                    <a:pt x="2219" y="149"/>
                  </a:cubicBezTo>
                  <a:cubicBezTo>
                    <a:pt x="2025" y="47"/>
                    <a:pt x="1826" y="1"/>
                    <a:pt x="16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51"/>
            <p:cNvSpPr/>
            <p:nvPr/>
          </p:nvSpPr>
          <p:spPr>
            <a:xfrm>
              <a:off x="41820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51" y="0"/>
                  </a:moveTo>
                  <a:lnTo>
                    <a:pt x="0" y="555"/>
                  </a:lnTo>
                  <a:lnTo>
                    <a:pt x="4769" y="34346"/>
                  </a:lnTo>
                  <a:cubicBezTo>
                    <a:pt x="4802" y="34635"/>
                    <a:pt x="5057" y="34841"/>
                    <a:pt x="5342" y="34841"/>
                  </a:cubicBezTo>
                  <a:cubicBezTo>
                    <a:pt x="5385" y="34841"/>
                    <a:pt x="5428" y="34836"/>
                    <a:pt x="5472" y="34827"/>
                  </a:cubicBezTo>
                  <a:cubicBezTo>
                    <a:pt x="5731" y="34790"/>
                    <a:pt x="5915" y="34531"/>
                    <a:pt x="5878" y="34235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51"/>
            <p:cNvSpPr/>
            <p:nvPr/>
          </p:nvSpPr>
          <p:spPr>
            <a:xfrm>
              <a:off x="41736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2588" y="703"/>
                  </a:moveTo>
                  <a:lnTo>
                    <a:pt x="5916" y="34568"/>
                  </a:lnTo>
                  <a:cubicBezTo>
                    <a:pt x="5916" y="34716"/>
                    <a:pt x="5842" y="34790"/>
                    <a:pt x="5731" y="34827"/>
                  </a:cubicBezTo>
                  <a:lnTo>
                    <a:pt x="5657" y="34827"/>
                  </a:lnTo>
                  <a:cubicBezTo>
                    <a:pt x="5546" y="34827"/>
                    <a:pt x="5398" y="34753"/>
                    <a:pt x="5398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8" y="703"/>
                  </a:lnTo>
                  <a:close/>
                  <a:moveTo>
                    <a:pt x="2810" y="0"/>
                  </a:moveTo>
                  <a:lnTo>
                    <a:pt x="259" y="555"/>
                  </a:lnTo>
                  <a:cubicBezTo>
                    <a:pt x="111" y="592"/>
                    <a:pt x="0" y="740"/>
                    <a:pt x="37" y="925"/>
                  </a:cubicBezTo>
                  <a:lnTo>
                    <a:pt x="4770" y="34716"/>
                  </a:lnTo>
                  <a:cubicBezTo>
                    <a:pt x="4844" y="35160"/>
                    <a:pt x="5213" y="35455"/>
                    <a:pt x="5657" y="35455"/>
                  </a:cubicBezTo>
                  <a:cubicBezTo>
                    <a:pt x="5731" y="35455"/>
                    <a:pt x="5805" y="35455"/>
                    <a:pt x="5842" y="35418"/>
                  </a:cubicBezTo>
                  <a:cubicBezTo>
                    <a:pt x="6248" y="35344"/>
                    <a:pt x="6544" y="34975"/>
                    <a:pt x="6544" y="34568"/>
                  </a:cubicBezTo>
                  <a:lnTo>
                    <a:pt x="6544" y="34494"/>
                  </a:lnTo>
                  <a:lnTo>
                    <a:pt x="3180" y="296"/>
                  </a:lnTo>
                  <a:cubicBezTo>
                    <a:pt x="3180" y="185"/>
                    <a:pt x="3143" y="111"/>
                    <a:pt x="3069" y="74"/>
                  </a:cubicBezTo>
                  <a:cubicBezTo>
                    <a:pt x="2995" y="0"/>
                    <a:pt x="2884" y="0"/>
                    <a:pt x="28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51"/>
            <p:cNvSpPr/>
            <p:nvPr/>
          </p:nvSpPr>
          <p:spPr>
            <a:xfrm>
              <a:off x="33557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51"/>
            <p:cNvSpPr/>
            <p:nvPr/>
          </p:nvSpPr>
          <p:spPr>
            <a:xfrm>
              <a:off x="3348300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4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51"/>
            <p:cNvSpPr/>
            <p:nvPr/>
          </p:nvSpPr>
          <p:spPr>
            <a:xfrm>
              <a:off x="3415775" y="3231825"/>
              <a:ext cx="889175" cy="1075875"/>
            </a:xfrm>
            <a:custGeom>
              <a:avLst/>
              <a:gdLst/>
              <a:ahLst/>
              <a:cxnLst/>
              <a:rect l="l" t="t" r="r" b="b"/>
              <a:pathLst>
                <a:path w="35567" h="43035" extrusionOk="0">
                  <a:moveTo>
                    <a:pt x="4178" y="0"/>
                  </a:moveTo>
                  <a:cubicBezTo>
                    <a:pt x="1849" y="0"/>
                    <a:pt x="1" y="1923"/>
                    <a:pt x="111" y="4215"/>
                  </a:cubicBezTo>
                  <a:lnTo>
                    <a:pt x="1738" y="43034"/>
                  </a:lnTo>
                  <a:lnTo>
                    <a:pt x="32387" y="43034"/>
                  </a:lnTo>
                  <a:lnTo>
                    <a:pt x="35381" y="4363"/>
                  </a:lnTo>
                  <a:cubicBezTo>
                    <a:pt x="35566" y="1997"/>
                    <a:pt x="33718" y="0"/>
                    <a:pt x="313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51"/>
            <p:cNvSpPr/>
            <p:nvPr/>
          </p:nvSpPr>
          <p:spPr>
            <a:xfrm>
              <a:off x="3410225" y="3223500"/>
              <a:ext cx="898425" cy="1091575"/>
            </a:xfrm>
            <a:custGeom>
              <a:avLst/>
              <a:gdLst/>
              <a:ahLst/>
              <a:cxnLst/>
              <a:rect l="l" t="t" r="r" b="b"/>
              <a:pathLst>
                <a:path w="35937" h="43663" extrusionOk="0">
                  <a:moveTo>
                    <a:pt x="31574" y="629"/>
                  </a:moveTo>
                  <a:cubicBezTo>
                    <a:pt x="32609" y="629"/>
                    <a:pt x="33533" y="1073"/>
                    <a:pt x="34235" y="1738"/>
                  </a:cubicBezTo>
                  <a:cubicBezTo>
                    <a:pt x="34901" y="2440"/>
                    <a:pt x="35308" y="3365"/>
                    <a:pt x="35308" y="4400"/>
                  </a:cubicBezTo>
                  <a:cubicBezTo>
                    <a:pt x="35308" y="4474"/>
                    <a:pt x="35308" y="4585"/>
                    <a:pt x="35308" y="4696"/>
                  </a:cubicBezTo>
                  <a:lnTo>
                    <a:pt x="32313" y="43034"/>
                  </a:lnTo>
                  <a:lnTo>
                    <a:pt x="2244" y="43034"/>
                  </a:lnTo>
                  <a:lnTo>
                    <a:pt x="629" y="4548"/>
                  </a:lnTo>
                  <a:cubicBezTo>
                    <a:pt x="629" y="4511"/>
                    <a:pt x="629" y="4437"/>
                    <a:pt x="629" y="4400"/>
                  </a:cubicBezTo>
                  <a:cubicBezTo>
                    <a:pt x="629" y="3365"/>
                    <a:pt x="1036" y="2404"/>
                    <a:pt x="1738" y="1738"/>
                  </a:cubicBezTo>
                  <a:cubicBezTo>
                    <a:pt x="2404" y="1073"/>
                    <a:pt x="3328" y="629"/>
                    <a:pt x="4400" y="629"/>
                  </a:cubicBezTo>
                  <a:close/>
                  <a:moveTo>
                    <a:pt x="4400" y="0"/>
                  </a:moveTo>
                  <a:cubicBezTo>
                    <a:pt x="1960" y="0"/>
                    <a:pt x="1" y="1997"/>
                    <a:pt x="1" y="4400"/>
                  </a:cubicBezTo>
                  <a:cubicBezTo>
                    <a:pt x="1" y="4437"/>
                    <a:pt x="1" y="4511"/>
                    <a:pt x="1" y="4585"/>
                  </a:cubicBezTo>
                  <a:lnTo>
                    <a:pt x="1627" y="43367"/>
                  </a:lnTo>
                  <a:cubicBezTo>
                    <a:pt x="1664" y="43552"/>
                    <a:pt x="1775" y="43663"/>
                    <a:pt x="1960" y="43663"/>
                  </a:cubicBezTo>
                  <a:lnTo>
                    <a:pt x="32609" y="43663"/>
                  </a:lnTo>
                  <a:cubicBezTo>
                    <a:pt x="32757" y="43663"/>
                    <a:pt x="32905" y="43552"/>
                    <a:pt x="32905" y="43367"/>
                  </a:cubicBezTo>
                  <a:lnTo>
                    <a:pt x="35936" y="4733"/>
                  </a:lnTo>
                  <a:cubicBezTo>
                    <a:pt x="35936" y="4622"/>
                    <a:pt x="35936" y="4511"/>
                    <a:pt x="35936" y="4400"/>
                  </a:cubicBezTo>
                  <a:cubicBezTo>
                    <a:pt x="35936" y="1997"/>
                    <a:pt x="34014" y="0"/>
                    <a:pt x="31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51"/>
            <p:cNvSpPr/>
            <p:nvPr/>
          </p:nvSpPr>
          <p:spPr>
            <a:xfrm>
              <a:off x="3388050" y="4095075"/>
              <a:ext cx="902100" cy="212625"/>
            </a:xfrm>
            <a:custGeom>
              <a:avLst/>
              <a:gdLst/>
              <a:ahLst/>
              <a:cxnLst/>
              <a:rect l="l" t="t" r="r" b="b"/>
              <a:pathLst>
                <a:path w="36084" h="8505" extrusionOk="0">
                  <a:moveTo>
                    <a:pt x="0" y="1"/>
                  </a:moveTo>
                  <a:lnTo>
                    <a:pt x="0" y="8504"/>
                  </a:lnTo>
                  <a:lnTo>
                    <a:pt x="36084" y="8504"/>
                  </a:lnTo>
                  <a:lnTo>
                    <a:pt x="3608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51"/>
            <p:cNvSpPr/>
            <p:nvPr/>
          </p:nvSpPr>
          <p:spPr>
            <a:xfrm>
              <a:off x="3380650" y="4086775"/>
              <a:ext cx="916900" cy="228300"/>
            </a:xfrm>
            <a:custGeom>
              <a:avLst/>
              <a:gdLst/>
              <a:ahLst/>
              <a:cxnLst/>
              <a:rect l="l" t="t" r="r" b="b"/>
              <a:pathLst>
                <a:path w="36676" h="9132" extrusionOk="0">
                  <a:moveTo>
                    <a:pt x="36047" y="629"/>
                  </a:moveTo>
                  <a:lnTo>
                    <a:pt x="36047" y="8503"/>
                  </a:lnTo>
                  <a:lnTo>
                    <a:pt x="592" y="8503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9" y="37"/>
                    <a:pt x="75" y="111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" y="8836"/>
                  </a:lnTo>
                  <a:cubicBezTo>
                    <a:pt x="1" y="8910"/>
                    <a:pt x="1" y="8984"/>
                    <a:pt x="75" y="9058"/>
                  </a:cubicBezTo>
                  <a:cubicBezTo>
                    <a:pt x="149" y="9095"/>
                    <a:pt x="222" y="9132"/>
                    <a:pt x="296" y="9132"/>
                  </a:cubicBezTo>
                  <a:lnTo>
                    <a:pt x="36380" y="9132"/>
                  </a:lnTo>
                  <a:cubicBezTo>
                    <a:pt x="36454" y="9132"/>
                    <a:pt x="36528" y="9095"/>
                    <a:pt x="36602" y="9058"/>
                  </a:cubicBezTo>
                  <a:cubicBezTo>
                    <a:pt x="36639" y="8984"/>
                    <a:pt x="36675" y="8910"/>
                    <a:pt x="36675" y="8836"/>
                  </a:cubicBezTo>
                  <a:lnTo>
                    <a:pt x="36675" y="333"/>
                  </a:lnTo>
                  <a:cubicBezTo>
                    <a:pt x="36675" y="259"/>
                    <a:pt x="36639" y="148"/>
                    <a:pt x="36602" y="111"/>
                  </a:cubicBezTo>
                  <a:cubicBezTo>
                    <a:pt x="36528" y="37"/>
                    <a:pt x="36454" y="0"/>
                    <a:pt x="36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4" name="Google Shape;2754;p51"/>
            <p:cNvSpPr/>
            <p:nvPr/>
          </p:nvSpPr>
          <p:spPr>
            <a:xfrm>
              <a:off x="3342750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923" y="18301"/>
                  </a:lnTo>
                  <a:lnTo>
                    <a:pt x="4659" y="18301"/>
                  </a:lnTo>
                  <a:lnTo>
                    <a:pt x="4659" y="2330"/>
                  </a:lnTo>
                  <a:cubicBezTo>
                    <a:pt x="4659" y="1036"/>
                    <a:pt x="3624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5" name="Google Shape;2755;p51"/>
            <p:cNvSpPr/>
            <p:nvPr/>
          </p:nvSpPr>
          <p:spPr>
            <a:xfrm>
              <a:off x="3335375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34" y="592"/>
                    <a:pt x="4621" y="1517"/>
                    <a:pt x="4621" y="2626"/>
                  </a:cubicBezTo>
                  <a:lnTo>
                    <a:pt x="4621" y="18264"/>
                  </a:lnTo>
                  <a:lnTo>
                    <a:pt x="2477" y="18264"/>
                  </a:lnTo>
                  <a:lnTo>
                    <a:pt x="593" y="2598"/>
                  </a:lnTo>
                  <a:lnTo>
                    <a:pt x="593" y="2598"/>
                  </a:lnTo>
                  <a:cubicBezTo>
                    <a:pt x="643" y="1501"/>
                    <a:pt x="1525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2663"/>
                  </a:lnTo>
                  <a:lnTo>
                    <a:pt x="1923" y="18634"/>
                  </a:lnTo>
                  <a:cubicBezTo>
                    <a:pt x="1923" y="18782"/>
                    <a:pt x="2070" y="18893"/>
                    <a:pt x="2218" y="18893"/>
                  </a:cubicBezTo>
                  <a:lnTo>
                    <a:pt x="4954" y="18893"/>
                  </a:lnTo>
                  <a:cubicBezTo>
                    <a:pt x="5028" y="18893"/>
                    <a:pt x="5102" y="18856"/>
                    <a:pt x="5176" y="18819"/>
                  </a:cubicBezTo>
                  <a:cubicBezTo>
                    <a:pt x="5213" y="18745"/>
                    <a:pt x="5250" y="18671"/>
                    <a:pt x="5250" y="18597"/>
                  </a:cubicBez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6" name="Google Shape;2756;p51"/>
            <p:cNvSpPr/>
            <p:nvPr/>
          </p:nvSpPr>
          <p:spPr>
            <a:xfrm>
              <a:off x="4225425" y="3850150"/>
              <a:ext cx="116500" cy="457550"/>
            </a:xfrm>
            <a:custGeom>
              <a:avLst/>
              <a:gdLst/>
              <a:ahLst/>
              <a:cxnLst/>
              <a:rect l="l" t="t" r="r" b="b"/>
              <a:pathLst>
                <a:path w="4660" h="18302" extrusionOk="0">
                  <a:moveTo>
                    <a:pt x="2330" y="1"/>
                  </a:moveTo>
                  <a:cubicBezTo>
                    <a:pt x="1036" y="1"/>
                    <a:pt x="1" y="1036"/>
                    <a:pt x="1" y="2330"/>
                  </a:cubicBezTo>
                  <a:lnTo>
                    <a:pt x="1" y="18301"/>
                  </a:lnTo>
                  <a:lnTo>
                    <a:pt x="2737" y="18301"/>
                  </a:lnTo>
                  <a:lnTo>
                    <a:pt x="4659" y="2330"/>
                  </a:lnTo>
                  <a:cubicBezTo>
                    <a:pt x="4659" y="1036"/>
                    <a:pt x="3587" y="1"/>
                    <a:pt x="23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7" name="Google Shape;2757;p51"/>
            <p:cNvSpPr/>
            <p:nvPr/>
          </p:nvSpPr>
          <p:spPr>
            <a:xfrm>
              <a:off x="4218050" y="3842750"/>
              <a:ext cx="131250" cy="472325"/>
            </a:xfrm>
            <a:custGeom>
              <a:avLst/>
              <a:gdLst/>
              <a:ahLst/>
              <a:cxnLst/>
              <a:rect l="l" t="t" r="r" b="b"/>
              <a:pathLst>
                <a:path w="5250" h="18893" extrusionOk="0">
                  <a:moveTo>
                    <a:pt x="2625" y="592"/>
                  </a:moveTo>
                  <a:cubicBezTo>
                    <a:pt x="3723" y="592"/>
                    <a:pt x="4603" y="1497"/>
                    <a:pt x="4621" y="2591"/>
                  </a:cubicBezTo>
                  <a:lnTo>
                    <a:pt x="4621" y="2591"/>
                  </a:lnTo>
                  <a:lnTo>
                    <a:pt x="2736" y="18264"/>
                  </a:lnTo>
                  <a:lnTo>
                    <a:pt x="592" y="18264"/>
                  </a:lnTo>
                  <a:lnTo>
                    <a:pt x="592" y="2626"/>
                  </a:lnTo>
                  <a:cubicBezTo>
                    <a:pt x="592" y="1517"/>
                    <a:pt x="1516" y="592"/>
                    <a:pt x="2625" y="592"/>
                  </a:cubicBezTo>
                  <a:close/>
                  <a:moveTo>
                    <a:pt x="2625" y="1"/>
                  </a:moveTo>
                  <a:cubicBezTo>
                    <a:pt x="1183" y="1"/>
                    <a:pt x="0" y="1147"/>
                    <a:pt x="0" y="2626"/>
                  </a:cubicBezTo>
                  <a:lnTo>
                    <a:pt x="0" y="18597"/>
                  </a:lnTo>
                  <a:cubicBezTo>
                    <a:pt x="0" y="18671"/>
                    <a:pt x="37" y="18745"/>
                    <a:pt x="74" y="18819"/>
                  </a:cubicBezTo>
                  <a:cubicBezTo>
                    <a:pt x="148" y="18856"/>
                    <a:pt x="222" y="18893"/>
                    <a:pt x="296" y="18893"/>
                  </a:cubicBezTo>
                  <a:lnTo>
                    <a:pt x="3032" y="18893"/>
                  </a:lnTo>
                  <a:cubicBezTo>
                    <a:pt x="3179" y="18893"/>
                    <a:pt x="3327" y="18782"/>
                    <a:pt x="3327" y="18634"/>
                  </a:cubicBezTo>
                  <a:lnTo>
                    <a:pt x="5250" y="2663"/>
                  </a:lnTo>
                  <a:lnTo>
                    <a:pt x="5250" y="2626"/>
                  </a:lnTo>
                  <a:cubicBezTo>
                    <a:pt x="5250" y="1147"/>
                    <a:pt x="4067" y="1"/>
                    <a:pt x="26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8" name="Google Shape;2758;p51"/>
            <p:cNvSpPr/>
            <p:nvPr/>
          </p:nvSpPr>
          <p:spPr>
            <a:xfrm>
              <a:off x="3548875" y="3556225"/>
              <a:ext cx="574000" cy="329075"/>
            </a:xfrm>
            <a:custGeom>
              <a:avLst/>
              <a:gdLst/>
              <a:ahLst/>
              <a:cxnLst/>
              <a:rect l="l" t="t" r="r" b="b"/>
              <a:pathLst>
                <a:path w="22960" h="13163" extrusionOk="0">
                  <a:moveTo>
                    <a:pt x="0" y="1"/>
                  </a:moveTo>
                  <a:lnTo>
                    <a:pt x="1294" y="13162"/>
                  </a:lnTo>
                  <a:lnTo>
                    <a:pt x="21665" y="13162"/>
                  </a:lnTo>
                  <a:lnTo>
                    <a:pt x="229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9" name="Google Shape;2759;p51"/>
            <p:cNvSpPr/>
            <p:nvPr/>
          </p:nvSpPr>
          <p:spPr>
            <a:xfrm>
              <a:off x="3541475" y="3548850"/>
              <a:ext cx="588775" cy="343850"/>
            </a:xfrm>
            <a:custGeom>
              <a:avLst/>
              <a:gdLst/>
              <a:ahLst/>
              <a:cxnLst/>
              <a:rect l="l" t="t" r="r" b="b"/>
              <a:pathLst>
                <a:path w="23551" h="13754" extrusionOk="0">
                  <a:moveTo>
                    <a:pt x="22885" y="592"/>
                  </a:moveTo>
                  <a:lnTo>
                    <a:pt x="21665" y="13125"/>
                  </a:lnTo>
                  <a:lnTo>
                    <a:pt x="1886" y="13125"/>
                  </a:lnTo>
                  <a:lnTo>
                    <a:pt x="626" y="592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1" y="148"/>
                    <a:pt x="1" y="259"/>
                    <a:pt x="1" y="333"/>
                  </a:cubicBezTo>
                  <a:lnTo>
                    <a:pt x="1295" y="13457"/>
                  </a:lnTo>
                  <a:cubicBezTo>
                    <a:pt x="1295" y="13642"/>
                    <a:pt x="1442" y="13753"/>
                    <a:pt x="1590" y="13753"/>
                  </a:cubicBezTo>
                  <a:lnTo>
                    <a:pt x="21961" y="13753"/>
                  </a:lnTo>
                  <a:cubicBezTo>
                    <a:pt x="22109" y="13753"/>
                    <a:pt x="22257" y="13642"/>
                    <a:pt x="22257" y="13457"/>
                  </a:cubicBezTo>
                  <a:lnTo>
                    <a:pt x="23551" y="333"/>
                  </a:lnTo>
                  <a:cubicBezTo>
                    <a:pt x="23551" y="259"/>
                    <a:pt x="23514" y="148"/>
                    <a:pt x="23477" y="74"/>
                  </a:cubicBezTo>
                  <a:cubicBezTo>
                    <a:pt x="23403" y="37"/>
                    <a:pt x="23329" y="0"/>
                    <a:pt x="23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0" name="Google Shape;2760;p51"/>
            <p:cNvSpPr/>
            <p:nvPr/>
          </p:nvSpPr>
          <p:spPr>
            <a:xfrm>
              <a:off x="3337225" y="3015525"/>
              <a:ext cx="1061075" cy="603575"/>
            </a:xfrm>
            <a:custGeom>
              <a:avLst/>
              <a:gdLst/>
              <a:ahLst/>
              <a:cxnLst/>
              <a:rect l="l" t="t" r="r" b="b"/>
              <a:pathLst>
                <a:path w="42443" h="24143" extrusionOk="0">
                  <a:moveTo>
                    <a:pt x="22552" y="1"/>
                  </a:moveTo>
                  <a:lnTo>
                    <a:pt x="16748" y="112"/>
                  </a:lnTo>
                  <a:lnTo>
                    <a:pt x="5878" y="6212"/>
                  </a:lnTo>
                  <a:lnTo>
                    <a:pt x="0" y="24143"/>
                  </a:lnTo>
                  <a:lnTo>
                    <a:pt x="42442" y="24143"/>
                  </a:lnTo>
                  <a:cubicBezTo>
                    <a:pt x="42442" y="24143"/>
                    <a:pt x="35640" y="6693"/>
                    <a:pt x="34309" y="5805"/>
                  </a:cubicBezTo>
                  <a:cubicBezTo>
                    <a:pt x="32978" y="4881"/>
                    <a:pt x="22552" y="1"/>
                    <a:pt x="2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51"/>
            <p:cNvSpPr/>
            <p:nvPr/>
          </p:nvSpPr>
          <p:spPr>
            <a:xfrm>
              <a:off x="3328900" y="3008150"/>
              <a:ext cx="1076800" cy="619275"/>
            </a:xfrm>
            <a:custGeom>
              <a:avLst/>
              <a:gdLst/>
              <a:ahLst/>
              <a:cxnLst/>
              <a:rect l="l" t="t" r="r" b="b"/>
              <a:pathLst>
                <a:path w="43072" h="24771" extrusionOk="0">
                  <a:moveTo>
                    <a:pt x="22743" y="594"/>
                  </a:moveTo>
                  <a:cubicBezTo>
                    <a:pt x="22812" y="625"/>
                    <a:pt x="23458" y="914"/>
                    <a:pt x="24401" y="1368"/>
                  </a:cubicBezTo>
                  <a:cubicBezTo>
                    <a:pt x="25880" y="2071"/>
                    <a:pt x="28172" y="3143"/>
                    <a:pt x="30205" y="4141"/>
                  </a:cubicBezTo>
                  <a:cubicBezTo>
                    <a:pt x="31203" y="4622"/>
                    <a:pt x="32165" y="5102"/>
                    <a:pt x="32941" y="5472"/>
                  </a:cubicBezTo>
                  <a:cubicBezTo>
                    <a:pt x="33681" y="5879"/>
                    <a:pt x="34235" y="6174"/>
                    <a:pt x="34457" y="6322"/>
                  </a:cubicBezTo>
                  <a:cubicBezTo>
                    <a:pt x="34494" y="6359"/>
                    <a:pt x="34605" y="6433"/>
                    <a:pt x="34716" y="6618"/>
                  </a:cubicBezTo>
                  <a:cubicBezTo>
                    <a:pt x="35122" y="7246"/>
                    <a:pt x="35862" y="8688"/>
                    <a:pt x="36675" y="10500"/>
                  </a:cubicBezTo>
                  <a:cubicBezTo>
                    <a:pt x="37895" y="13236"/>
                    <a:pt x="39337" y="16748"/>
                    <a:pt x="40483" y="19558"/>
                  </a:cubicBezTo>
                  <a:cubicBezTo>
                    <a:pt x="41075" y="21000"/>
                    <a:pt x="41555" y="22257"/>
                    <a:pt x="41925" y="23144"/>
                  </a:cubicBezTo>
                  <a:cubicBezTo>
                    <a:pt x="42082" y="23563"/>
                    <a:pt x="42215" y="23900"/>
                    <a:pt x="42311" y="24142"/>
                  </a:cubicBezTo>
                  <a:lnTo>
                    <a:pt x="777" y="24142"/>
                  </a:lnTo>
                  <a:lnTo>
                    <a:pt x="6470" y="6692"/>
                  </a:lnTo>
                  <a:lnTo>
                    <a:pt x="17166" y="701"/>
                  </a:lnTo>
                  <a:lnTo>
                    <a:pt x="17166" y="701"/>
                  </a:lnTo>
                  <a:lnTo>
                    <a:pt x="22743" y="594"/>
                  </a:lnTo>
                  <a:close/>
                  <a:moveTo>
                    <a:pt x="22848" y="0"/>
                  </a:moveTo>
                  <a:lnTo>
                    <a:pt x="17081" y="74"/>
                  </a:lnTo>
                  <a:lnTo>
                    <a:pt x="16933" y="148"/>
                  </a:lnTo>
                  <a:lnTo>
                    <a:pt x="6063" y="6211"/>
                  </a:lnTo>
                  <a:cubicBezTo>
                    <a:pt x="5990" y="6248"/>
                    <a:pt x="5953" y="6322"/>
                    <a:pt x="5916" y="6396"/>
                  </a:cubicBezTo>
                  <a:lnTo>
                    <a:pt x="37" y="24364"/>
                  </a:lnTo>
                  <a:cubicBezTo>
                    <a:pt x="0" y="24438"/>
                    <a:pt x="37" y="24549"/>
                    <a:pt x="74" y="24623"/>
                  </a:cubicBezTo>
                  <a:cubicBezTo>
                    <a:pt x="148" y="24734"/>
                    <a:pt x="222" y="24771"/>
                    <a:pt x="333" y="24771"/>
                  </a:cubicBezTo>
                  <a:lnTo>
                    <a:pt x="42775" y="24771"/>
                  </a:lnTo>
                  <a:cubicBezTo>
                    <a:pt x="42849" y="24771"/>
                    <a:pt x="42960" y="24697"/>
                    <a:pt x="43034" y="24623"/>
                  </a:cubicBezTo>
                  <a:cubicBezTo>
                    <a:pt x="43071" y="24549"/>
                    <a:pt x="43071" y="24438"/>
                    <a:pt x="43034" y="24327"/>
                  </a:cubicBezTo>
                  <a:cubicBezTo>
                    <a:pt x="43034" y="24327"/>
                    <a:pt x="41333" y="19964"/>
                    <a:pt x="39485" y="15491"/>
                  </a:cubicBezTo>
                  <a:cubicBezTo>
                    <a:pt x="38561" y="13236"/>
                    <a:pt x="37562" y="10981"/>
                    <a:pt x="36749" y="9206"/>
                  </a:cubicBezTo>
                  <a:cubicBezTo>
                    <a:pt x="36342" y="8319"/>
                    <a:pt x="35973" y="7579"/>
                    <a:pt x="35640" y="6988"/>
                  </a:cubicBezTo>
                  <a:cubicBezTo>
                    <a:pt x="35492" y="6692"/>
                    <a:pt x="35344" y="6470"/>
                    <a:pt x="35196" y="6285"/>
                  </a:cubicBezTo>
                  <a:cubicBezTo>
                    <a:pt x="35085" y="6063"/>
                    <a:pt x="34974" y="5953"/>
                    <a:pt x="34827" y="5842"/>
                  </a:cubicBezTo>
                  <a:cubicBezTo>
                    <a:pt x="34642" y="5694"/>
                    <a:pt x="34309" y="5509"/>
                    <a:pt x="33902" y="5287"/>
                  </a:cubicBezTo>
                  <a:cubicBezTo>
                    <a:pt x="31019" y="3734"/>
                    <a:pt x="22996" y="37"/>
                    <a:pt x="22996" y="37"/>
                  </a:cubicBezTo>
                  <a:lnTo>
                    <a:pt x="228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51"/>
            <p:cNvSpPr/>
            <p:nvPr/>
          </p:nvSpPr>
          <p:spPr>
            <a:xfrm>
              <a:off x="3938900" y="2856775"/>
              <a:ext cx="52725" cy="82300"/>
            </a:xfrm>
            <a:custGeom>
              <a:avLst/>
              <a:gdLst/>
              <a:ahLst/>
              <a:cxnLst/>
              <a:rect l="l" t="t" r="r" b="b"/>
              <a:pathLst>
                <a:path w="2109" h="3292" extrusionOk="0">
                  <a:moveTo>
                    <a:pt x="1480" y="0"/>
                  </a:moveTo>
                  <a:cubicBezTo>
                    <a:pt x="1085" y="0"/>
                    <a:pt x="592" y="362"/>
                    <a:pt x="592" y="362"/>
                  </a:cubicBezTo>
                  <a:lnTo>
                    <a:pt x="518" y="768"/>
                  </a:lnTo>
                  <a:lnTo>
                    <a:pt x="1" y="2913"/>
                  </a:lnTo>
                  <a:cubicBezTo>
                    <a:pt x="1" y="2913"/>
                    <a:pt x="332" y="3291"/>
                    <a:pt x="824" y="3291"/>
                  </a:cubicBezTo>
                  <a:cubicBezTo>
                    <a:pt x="947" y="3291"/>
                    <a:pt x="1080" y="3268"/>
                    <a:pt x="1221" y="3208"/>
                  </a:cubicBezTo>
                  <a:cubicBezTo>
                    <a:pt x="1923" y="2913"/>
                    <a:pt x="2108" y="1175"/>
                    <a:pt x="1923" y="362"/>
                  </a:cubicBezTo>
                  <a:cubicBezTo>
                    <a:pt x="1849" y="91"/>
                    <a:pt x="1677" y="0"/>
                    <a:pt x="148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51"/>
            <p:cNvSpPr/>
            <p:nvPr/>
          </p:nvSpPr>
          <p:spPr>
            <a:xfrm>
              <a:off x="393060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1886" y="629"/>
                  </a:moveTo>
                  <a:cubicBezTo>
                    <a:pt x="1923" y="629"/>
                    <a:pt x="1923" y="666"/>
                    <a:pt x="1960" y="740"/>
                  </a:cubicBezTo>
                  <a:cubicBezTo>
                    <a:pt x="1997" y="888"/>
                    <a:pt x="2034" y="1146"/>
                    <a:pt x="2034" y="1405"/>
                  </a:cubicBezTo>
                  <a:cubicBezTo>
                    <a:pt x="2034" y="1775"/>
                    <a:pt x="1960" y="2219"/>
                    <a:pt x="1849" y="2588"/>
                  </a:cubicBezTo>
                  <a:cubicBezTo>
                    <a:pt x="1738" y="2958"/>
                    <a:pt x="1553" y="3180"/>
                    <a:pt x="1405" y="3217"/>
                  </a:cubicBezTo>
                  <a:cubicBezTo>
                    <a:pt x="1331" y="3291"/>
                    <a:pt x="1220" y="3291"/>
                    <a:pt x="1146" y="3291"/>
                  </a:cubicBezTo>
                  <a:cubicBezTo>
                    <a:pt x="961" y="3291"/>
                    <a:pt x="850" y="3217"/>
                    <a:pt x="740" y="3143"/>
                  </a:cubicBezTo>
                  <a:lnTo>
                    <a:pt x="676" y="3095"/>
                  </a:lnTo>
                  <a:lnTo>
                    <a:pt x="676" y="3095"/>
                  </a:lnTo>
                  <a:lnTo>
                    <a:pt x="1146" y="1146"/>
                  </a:lnTo>
                  <a:lnTo>
                    <a:pt x="1194" y="886"/>
                  </a:lnTo>
                  <a:lnTo>
                    <a:pt x="1194" y="886"/>
                  </a:lnTo>
                  <a:cubicBezTo>
                    <a:pt x="1248" y="846"/>
                    <a:pt x="1335" y="793"/>
                    <a:pt x="1442" y="740"/>
                  </a:cubicBezTo>
                  <a:cubicBezTo>
                    <a:pt x="1553" y="666"/>
                    <a:pt x="1738" y="629"/>
                    <a:pt x="1812" y="629"/>
                  </a:cubicBezTo>
                  <a:close/>
                  <a:moveTo>
                    <a:pt x="1812" y="0"/>
                  </a:moveTo>
                  <a:cubicBezTo>
                    <a:pt x="1516" y="0"/>
                    <a:pt x="1294" y="111"/>
                    <a:pt x="1072" y="222"/>
                  </a:cubicBezTo>
                  <a:cubicBezTo>
                    <a:pt x="887" y="333"/>
                    <a:pt x="777" y="407"/>
                    <a:pt x="740" y="407"/>
                  </a:cubicBezTo>
                  <a:cubicBezTo>
                    <a:pt x="703" y="481"/>
                    <a:pt x="666" y="518"/>
                    <a:pt x="629" y="592"/>
                  </a:cubicBezTo>
                  <a:lnTo>
                    <a:pt x="518" y="998"/>
                  </a:lnTo>
                  <a:lnTo>
                    <a:pt x="37" y="3143"/>
                  </a:lnTo>
                  <a:cubicBezTo>
                    <a:pt x="0" y="3217"/>
                    <a:pt x="37" y="3328"/>
                    <a:pt x="74" y="3402"/>
                  </a:cubicBezTo>
                  <a:cubicBezTo>
                    <a:pt x="111" y="3402"/>
                    <a:pt x="185" y="3549"/>
                    <a:pt x="370" y="3660"/>
                  </a:cubicBezTo>
                  <a:cubicBezTo>
                    <a:pt x="555" y="3771"/>
                    <a:pt x="814" y="3919"/>
                    <a:pt x="1146" y="3919"/>
                  </a:cubicBezTo>
                  <a:cubicBezTo>
                    <a:pt x="1294" y="3919"/>
                    <a:pt x="1479" y="3882"/>
                    <a:pt x="1664" y="3808"/>
                  </a:cubicBezTo>
                  <a:cubicBezTo>
                    <a:pt x="2071" y="3623"/>
                    <a:pt x="2292" y="3217"/>
                    <a:pt x="2440" y="2773"/>
                  </a:cubicBezTo>
                  <a:cubicBezTo>
                    <a:pt x="2588" y="2329"/>
                    <a:pt x="2625" y="1849"/>
                    <a:pt x="2625" y="1405"/>
                  </a:cubicBezTo>
                  <a:cubicBezTo>
                    <a:pt x="2625" y="1109"/>
                    <a:pt x="2625" y="814"/>
                    <a:pt x="2551" y="592"/>
                  </a:cubicBezTo>
                  <a:cubicBezTo>
                    <a:pt x="2514" y="407"/>
                    <a:pt x="2403" y="259"/>
                    <a:pt x="2255" y="148"/>
                  </a:cubicBezTo>
                  <a:cubicBezTo>
                    <a:pt x="2144" y="37"/>
                    <a:pt x="1960" y="0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51"/>
            <p:cNvSpPr/>
            <p:nvPr/>
          </p:nvSpPr>
          <p:spPr>
            <a:xfrm>
              <a:off x="3667175" y="2856775"/>
              <a:ext cx="53625" cy="82300"/>
            </a:xfrm>
            <a:custGeom>
              <a:avLst/>
              <a:gdLst/>
              <a:ahLst/>
              <a:cxnLst/>
              <a:rect l="l" t="t" r="r" b="b"/>
              <a:pathLst>
                <a:path w="2145" h="3292" extrusionOk="0">
                  <a:moveTo>
                    <a:pt x="640" y="0"/>
                  </a:moveTo>
                  <a:cubicBezTo>
                    <a:pt x="448" y="0"/>
                    <a:pt x="284" y="91"/>
                    <a:pt x="222" y="362"/>
                  </a:cubicBezTo>
                  <a:cubicBezTo>
                    <a:pt x="1" y="1175"/>
                    <a:pt x="222" y="2913"/>
                    <a:pt x="925" y="3208"/>
                  </a:cubicBezTo>
                  <a:cubicBezTo>
                    <a:pt x="1065" y="3268"/>
                    <a:pt x="1198" y="3291"/>
                    <a:pt x="1321" y="3291"/>
                  </a:cubicBezTo>
                  <a:cubicBezTo>
                    <a:pt x="1814" y="3291"/>
                    <a:pt x="2145" y="2913"/>
                    <a:pt x="2145" y="2913"/>
                  </a:cubicBezTo>
                  <a:lnTo>
                    <a:pt x="1627" y="768"/>
                  </a:lnTo>
                  <a:lnTo>
                    <a:pt x="1516" y="362"/>
                  </a:lnTo>
                  <a:cubicBezTo>
                    <a:pt x="1516" y="362"/>
                    <a:pt x="1023" y="0"/>
                    <a:pt x="64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51"/>
            <p:cNvSpPr/>
            <p:nvPr/>
          </p:nvSpPr>
          <p:spPr>
            <a:xfrm>
              <a:off x="3662550" y="2849175"/>
              <a:ext cx="65650" cy="98000"/>
            </a:xfrm>
            <a:custGeom>
              <a:avLst/>
              <a:gdLst/>
              <a:ahLst/>
              <a:cxnLst/>
              <a:rect l="l" t="t" r="r" b="b"/>
              <a:pathLst>
                <a:path w="2626" h="3920" extrusionOk="0">
                  <a:moveTo>
                    <a:pt x="814" y="629"/>
                  </a:moveTo>
                  <a:cubicBezTo>
                    <a:pt x="925" y="629"/>
                    <a:pt x="1110" y="666"/>
                    <a:pt x="1258" y="777"/>
                  </a:cubicBezTo>
                  <a:cubicBezTo>
                    <a:pt x="1332" y="814"/>
                    <a:pt x="1406" y="851"/>
                    <a:pt x="1443" y="888"/>
                  </a:cubicBezTo>
                  <a:lnTo>
                    <a:pt x="1446" y="890"/>
                  </a:lnTo>
                  <a:lnTo>
                    <a:pt x="1516" y="1146"/>
                  </a:lnTo>
                  <a:lnTo>
                    <a:pt x="1987" y="3094"/>
                  </a:lnTo>
                  <a:lnTo>
                    <a:pt x="1987" y="3094"/>
                  </a:lnTo>
                  <a:cubicBezTo>
                    <a:pt x="1959" y="3113"/>
                    <a:pt x="1925" y="3130"/>
                    <a:pt x="1886" y="3143"/>
                  </a:cubicBezTo>
                  <a:cubicBezTo>
                    <a:pt x="1775" y="3217"/>
                    <a:pt x="1664" y="3291"/>
                    <a:pt x="1516" y="3291"/>
                  </a:cubicBezTo>
                  <a:cubicBezTo>
                    <a:pt x="1406" y="3291"/>
                    <a:pt x="1332" y="3291"/>
                    <a:pt x="1221" y="3217"/>
                  </a:cubicBezTo>
                  <a:cubicBezTo>
                    <a:pt x="1110" y="3180"/>
                    <a:pt x="925" y="2958"/>
                    <a:pt x="814" y="2588"/>
                  </a:cubicBezTo>
                  <a:cubicBezTo>
                    <a:pt x="666" y="2219"/>
                    <a:pt x="629" y="1775"/>
                    <a:pt x="629" y="1405"/>
                  </a:cubicBezTo>
                  <a:cubicBezTo>
                    <a:pt x="629" y="1146"/>
                    <a:pt x="629" y="925"/>
                    <a:pt x="703" y="740"/>
                  </a:cubicBezTo>
                  <a:cubicBezTo>
                    <a:pt x="703" y="666"/>
                    <a:pt x="740" y="629"/>
                    <a:pt x="740" y="629"/>
                  </a:cubicBezTo>
                  <a:close/>
                  <a:moveTo>
                    <a:pt x="814" y="0"/>
                  </a:moveTo>
                  <a:cubicBezTo>
                    <a:pt x="666" y="0"/>
                    <a:pt x="518" y="37"/>
                    <a:pt x="370" y="148"/>
                  </a:cubicBezTo>
                  <a:cubicBezTo>
                    <a:pt x="223" y="259"/>
                    <a:pt x="149" y="407"/>
                    <a:pt x="75" y="592"/>
                  </a:cubicBezTo>
                  <a:cubicBezTo>
                    <a:pt x="38" y="814"/>
                    <a:pt x="1" y="1109"/>
                    <a:pt x="1" y="1405"/>
                  </a:cubicBezTo>
                  <a:cubicBezTo>
                    <a:pt x="1" y="1849"/>
                    <a:pt x="75" y="2329"/>
                    <a:pt x="223" y="2773"/>
                  </a:cubicBezTo>
                  <a:cubicBezTo>
                    <a:pt x="370" y="3217"/>
                    <a:pt x="555" y="3623"/>
                    <a:pt x="962" y="3808"/>
                  </a:cubicBezTo>
                  <a:cubicBezTo>
                    <a:pt x="1147" y="3882"/>
                    <a:pt x="1332" y="3919"/>
                    <a:pt x="1516" y="3919"/>
                  </a:cubicBezTo>
                  <a:cubicBezTo>
                    <a:pt x="1812" y="3919"/>
                    <a:pt x="2108" y="3771"/>
                    <a:pt x="2256" y="3660"/>
                  </a:cubicBezTo>
                  <a:cubicBezTo>
                    <a:pt x="2441" y="3549"/>
                    <a:pt x="2552" y="3402"/>
                    <a:pt x="2552" y="3402"/>
                  </a:cubicBezTo>
                  <a:cubicBezTo>
                    <a:pt x="2626" y="3328"/>
                    <a:pt x="2626" y="3217"/>
                    <a:pt x="2626" y="3143"/>
                  </a:cubicBezTo>
                  <a:lnTo>
                    <a:pt x="2108" y="998"/>
                  </a:lnTo>
                  <a:lnTo>
                    <a:pt x="1997" y="592"/>
                  </a:lnTo>
                  <a:cubicBezTo>
                    <a:pt x="1997" y="518"/>
                    <a:pt x="1960" y="481"/>
                    <a:pt x="1886" y="407"/>
                  </a:cubicBezTo>
                  <a:cubicBezTo>
                    <a:pt x="1886" y="407"/>
                    <a:pt x="1738" y="333"/>
                    <a:pt x="1553" y="222"/>
                  </a:cubicBezTo>
                  <a:cubicBezTo>
                    <a:pt x="1369" y="111"/>
                    <a:pt x="1110" y="0"/>
                    <a:pt x="8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6" name="Google Shape;2766;p51"/>
            <p:cNvSpPr/>
            <p:nvPr/>
          </p:nvSpPr>
          <p:spPr>
            <a:xfrm>
              <a:off x="3694900" y="2954900"/>
              <a:ext cx="289325" cy="233500"/>
            </a:xfrm>
            <a:custGeom>
              <a:avLst/>
              <a:gdLst/>
              <a:ahLst/>
              <a:cxnLst/>
              <a:rect l="l" t="t" r="r" b="b"/>
              <a:pathLst>
                <a:path w="11573" h="9340" extrusionOk="0">
                  <a:moveTo>
                    <a:pt x="5371" y="0"/>
                  </a:moveTo>
                  <a:cubicBezTo>
                    <a:pt x="4082" y="0"/>
                    <a:pt x="2795" y="308"/>
                    <a:pt x="2034" y="1021"/>
                  </a:cubicBezTo>
                  <a:cubicBezTo>
                    <a:pt x="2034" y="1021"/>
                    <a:pt x="1110" y="1724"/>
                    <a:pt x="925" y="2426"/>
                  </a:cubicBezTo>
                  <a:cubicBezTo>
                    <a:pt x="703" y="3128"/>
                    <a:pt x="1" y="8933"/>
                    <a:pt x="1" y="8933"/>
                  </a:cubicBezTo>
                  <a:cubicBezTo>
                    <a:pt x="1" y="8933"/>
                    <a:pt x="3883" y="6382"/>
                    <a:pt x="4992" y="6197"/>
                  </a:cubicBezTo>
                  <a:cubicBezTo>
                    <a:pt x="5027" y="6190"/>
                    <a:pt x="5067" y="6187"/>
                    <a:pt x="5111" y="6187"/>
                  </a:cubicBezTo>
                  <a:cubicBezTo>
                    <a:pt x="6444" y="6187"/>
                    <a:pt x="11572" y="9340"/>
                    <a:pt x="11572" y="9340"/>
                  </a:cubicBezTo>
                  <a:cubicBezTo>
                    <a:pt x="11572" y="9340"/>
                    <a:pt x="10278" y="2722"/>
                    <a:pt x="9243" y="1317"/>
                  </a:cubicBezTo>
                  <a:cubicBezTo>
                    <a:pt x="8682" y="507"/>
                    <a:pt x="7025" y="0"/>
                    <a:pt x="53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7" name="Google Shape;2767;p51"/>
            <p:cNvSpPr/>
            <p:nvPr/>
          </p:nvSpPr>
          <p:spPr>
            <a:xfrm>
              <a:off x="3687500" y="2947150"/>
              <a:ext cx="305050" cy="249100"/>
            </a:xfrm>
            <a:custGeom>
              <a:avLst/>
              <a:gdLst/>
              <a:ahLst/>
              <a:cxnLst/>
              <a:rect l="l" t="t" r="r" b="b"/>
              <a:pathLst>
                <a:path w="12202" h="9964" extrusionOk="0">
                  <a:moveTo>
                    <a:pt x="2146" y="1074"/>
                  </a:moveTo>
                  <a:lnTo>
                    <a:pt x="2146" y="1074"/>
                  </a:lnTo>
                  <a:cubicBezTo>
                    <a:pt x="2146" y="1074"/>
                    <a:pt x="2146" y="1074"/>
                    <a:pt x="2146" y="1074"/>
                  </a:cubicBezTo>
                  <a:lnTo>
                    <a:pt x="2146" y="1074"/>
                  </a:lnTo>
                  <a:lnTo>
                    <a:pt x="2146" y="1074"/>
                  </a:lnTo>
                  <a:close/>
                  <a:moveTo>
                    <a:pt x="5620" y="629"/>
                  </a:moveTo>
                  <a:cubicBezTo>
                    <a:pt x="6434" y="629"/>
                    <a:pt x="7247" y="740"/>
                    <a:pt x="7913" y="961"/>
                  </a:cubicBezTo>
                  <a:cubicBezTo>
                    <a:pt x="8578" y="1183"/>
                    <a:pt x="9059" y="1479"/>
                    <a:pt x="9281" y="1812"/>
                  </a:cubicBezTo>
                  <a:cubicBezTo>
                    <a:pt x="9502" y="2107"/>
                    <a:pt x="9798" y="2773"/>
                    <a:pt x="10057" y="3586"/>
                  </a:cubicBezTo>
                  <a:cubicBezTo>
                    <a:pt x="10427" y="4769"/>
                    <a:pt x="10833" y="6322"/>
                    <a:pt x="11092" y="7542"/>
                  </a:cubicBezTo>
                  <a:cubicBezTo>
                    <a:pt x="11233" y="8141"/>
                    <a:pt x="11340" y="8639"/>
                    <a:pt x="11446" y="9037"/>
                  </a:cubicBezTo>
                  <a:lnTo>
                    <a:pt x="11446" y="9037"/>
                  </a:lnTo>
                  <a:cubicBezTo>
                    <a:pt x="10926" y="8727"/>
                    <a:pt x="10129" y="8258"/>
                    <a:pt x="9281" y="7801"/>
                  </a:cubicBezTo>
                  <a:cubicBezTo>
                    <a:pt x="8541" y="7394"/>
                    <a:pt x="7765" y="6988"/>
                    <a:pt x="7099" y="6692"/>
                  </a:cubicBezTo>
                  <a:cubicBezTo>
                    <a:pt x="6730" y="6544"/>
                    <a:pt x="6434" y="6433"/>
                    <a:pt x="6138" y="6322"/>
                  </a:cubicBezTo>
                  <a:cubicBezTo>
                    <a:pt x="5842" y="6248"/>
                    <a:pt x="5620" y="6174"/>
                    <a:pt x="5399" y="6174"/>
                  </a:cubicBezTo>
                  <a:lnTo>
                    <a:pt x="5214" y="6174"/>
                  </a:lnTo>
                  <a:cubicBezTo>
                    <a:pt x="4881" y="6248"/>
                    <a:pt x="4437" y="6470"/>
                    <a:pt x="3883" y="6729"/>
                  </a:cubicBezTo>
                  <a:cubicBezTo>
                    <a:pt x="2781" y="7293"/>
                    <a:pt x="1413" y="8158"/>
                    <a:pt x="676" y="8637"/>
                  </a:cubicBezTo>
                  <a:lnTo>
                    <a:pt x="676" y="8637"/>
                  </a:lnTo>
                  <a:cubicBezTo>
                    <a:pt x="751" y="8071"/>
                    <a:pt x="869" y="7197"/>
                    <a:pt x="999" y="6285"/>
                  </a:cubicBezTo>
                  <a:cubicBezTo>
                    <a:pt x="1110" y="5509"/>
                    <a:pt x="1184" y="4732"/>
                    <a:pt x="1295" y="4104"/>
                  </a:cubicBezTo>
                  <a:cubicBezTo>
                    <a:pt x="1332" y="3771"/>
                    <a:pt x="1369" y="3512"/>
                    <a:pt x="1406" y="3291"/>
                  </a:cubicBezTo>
                  <a:cubicBezTo>
                    <a:pt x="1480" y="3069"/>
                    <a:pt x="1480" y="2884"/>
                    <a:pt x="1517" y="2810"/>
                  </a:cubicBezTo>
                  <a:cubicBezTo>
                    <a:pt x="1591" y="2551"/>
                    <a:pt x="1849" y="2218"/>
                    <a:pt x="2071" y="1960"/>
                  </a:cubicBezTo>
                  <a:cubicBezTo>
                    <a:pt x="2182" y="1849"/>
                    <a:pt x="2293" y="1738"/>
                    <a:pt x="2404" y="1664"/>
                  </a:cubicBezTo>
                  <a:lnTo>
                    <a:pt x="2478" y="1590"/>
                  </a:lnTo>
                  <a:lnTo>
                    <a:pt x="2515" y="1553"/>
                  </a:lnTo>
                  <a:lnTo>
                    <a:pt x="2552" y="1553"/>
                  </a:lnTo>
                  <a:cubicBezTo>
                    <a:pt x="3180" y="924"/>
                    <a:pt x="4400" y="629"/>
                    <a:pt x="5620" y="629"/>
                  </a:cubicBezTo>
                  <a:close/>
                  <a:moveTo>
                    <a:pt x="5620" y="0"/>
                  </a:moveTo>
                  <a:cubicBezTo>
                    <a:pt x="4309" y="0"/>
                    <a:pt x="2998" y="287"/>
                    <a:pt x="2146" y="1074"/>
                  </a:cubicBezTo>
                  <a:lnTo>
                    <a:pt x="2145" y="1072"/>
                  </a:lnTo>
                  <a:cubicBezTo>
                    <a:pt x="2145" y="1072"/>
                    <a:pt x="1886" y="1257"/>
                    <a:pt x="1628" y="1553"/>
                  </a:cubicBezTo>
                  <a:cubicBezTo>
                    <a:pt x="1369" y="1849"/>
                    <a:pt x="1036" y="2218"/>
                    <a:pt x="925" y="2662"/>
                  </a:cubicBezTo>
                  <a:cubicBezTo>
                    <a:pt x="888" y="2773"/>
                    <a:pt x="851" y="2921"/>
                    <a:pt x="814" y="3180"/>
                  </a:cubicBezTo>
                  <a:cubicBezTo>
                    <a:pt x="555" y="4769"/>
                    <a:pt x="1" y="9206"/>
                    <a:pt x="1" y="9206"/>
                  </a:cubicBezTo>
                  <a:cubicBezTo>
                    <a:pt x="1" y="9317"/>
                    <a:pt x="38" y="9428"/>
                    <a:pt x="149" y="9502"/>
                  </a:cubicBezTo>
                  <a:cubicBezTo>
                    <a:pt x="204" y="9539"/>
                    <a:pt x="260" y="9557"/>
                    <a:pt x="315" y="9557"/>
                  </a:cubicBezTo>
                  <a:cubicBezTo>
                    <a:pt x="371" y="9557"/>
                    <a:pt x="426" y="9539"/>
                    <a:pt x="482" y="9502"/>
                  </a:cubicBezTo>
                  <a:cubicBezTo>
                    <a:pt x="482" y="9502"/>
                    <a:pt x="703" y="9317"/>
                    <a:pt x="1073" y="9095"/>
                  </a:cubicBezTo>
                  <a:cubicBezTo>
                    <a:pt x="1665" y="8725"/>
                    <a:pt x="2515" y="8208"/>
                    <a:pt x="3365" y="7727"/>
                  </a:cubicBezTo>
                  <a:cubicBezTo>
                    <a:pt x="3772" y="7468"/>
                    <a:pt x="4179" y="7283"/>
                    <a:pt x="4548" y="7099"/>
                  </a:cubicBezTo>
                  <a:cubicBezTo>
                    <a:pt x="4881" y="6951"/>
                    <a:pt x="5177" y="6840"/>
                    <a:pt x="5325" y="6803"/>
                  </a:cubicBezTo>
                  <a:lnTo>
                    <a:pt x="5399" y="6803"/>
                  </a:lnTo>
                  <a:cubicBezTo>
                    <a:pt x="5510" y="6803"/>
                    <a:pt x="5694" y="6840"/>
                    <a:pt x="5953" y="6914"/>
                  </a:cubicBezTo>
                  <a:cubicBezTo>
                    <a:pt x="6840" y="7209"/>
                    <a:pt x="8319" y="7949"/>
                    <a:pt x="9502" y="8614"/>
                  </a:cubicBezTo>
                  <a:cubicBezTo>
                    <a:pt x="10131" y="8947"/>
                    <a:pt x="10685" y="9280"/>
                    <a:pt x="11055" y="9502"/>
                  </a:cubicBezTo>
                  <a:cubicBezTo>
                    <a:pt x="11462" y="9760"/>
                    <a:pt x="11721" y="9908"/>
                    <a:pt x="11721" y="9908"/>
                  </a:cubicBezTo>
                  <a:cubicBezTo>
                    <a:pt x="11776" y="9945"/>
                    <a:pt x="11831" y="9964"/>
                    <a:pt x="11887" y="9964"/>
                  </a:cubicBezTo>
                  <a:cubicBezTo>
                    <a:pt x="11942" y="9964"/>
                    <a:pt x="11998" y="9945"/>
                    <a:pt x="12053" y="9908"/>
                  </a:cubicBezTo>
                  <a:cubicBezTo>
                    <a:pt x="12164" y="9834"/>
                    <a:pt x="12201" y="9686"/>
                    <a:pt x="12164" y="9576"/>
                  </a:cubicBezTo>
                  <a:cubicBezTo>
                    <a:pt x="12164" y="9576"/>
                    <a:pt x="11831" y="7912"/>
                    <a:pt x="11388" y="6100"/>
                  </a:cubicBezTo>
                  <a:cubicBezTo>
                    <a:pt x="11166" y="5176"/>
                    <a:pt x="10907" y="4215"/>
                    <a:pt x="10611" y="3364"/>
                  </a:cubicBezTo>
                  <a:cubicBezTo>
                    <a:pt x="10353" y="2551"/>
                    <a:pt x="10094" y="1849"/>
                    <a:pt x="9798" y="1442"/>
                  </a:cubicBezTo>
                  <a:cubicBezTo>
                    <a:pt x="9428" y="961"/>
                    <a:pt x="8837" y="629"/>
                    <a:pt x="8097" y="370"/>
                  </a:cubicBezTo>
                  <a:cubicBezTo>
                    <a:pt x="7358" y="148"/>
                    <a:pt x="6508" y="0"/>
                    <a:pt x="5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8" name="Google Shape;2768;p51"/>
            <p:cNvSpPr/>
            <p:nvPr/>
          </p:nvSpPr>
          <p:spPr>
            <a:xfrm>
              <a:off x="3761450" y="3038650"/>
              <a:ext cx="139600" cy="207225"/>
            </a:xfrm>
            <a:custGeom>
              <a:avLst/>
              <a:gdLst/>
              <a:ahLst/>
              <a:cxnLst/>
              <a:rect l="l" t="t" r="r" b="b"/>
              <a:pathLst>
                <a:path w="5584" h="8289" extrusionOk="0">
                  <a:moveTo>
                    <a:pt x="1" y="0"/>
                  </a:moveTo>
                  <a:cubicBezTo>
                    <a:pt x="1" y="1"/>
                    <a:pt x="2454" y="8289"/>
                    <a:pt x="2871" y="8289"/>
                  </a:cubicBezTo>
                  <a:cubicBezTo>
                    <a:pt x="2894" y="8289"/>
                    <a:pt x="2911" y="8263"/>
                    <a:pt x="2921" y="8208"/>
                  </a:cubicBezTo>
                  <a:cubicBezTo>
                    <a:pt x="3143" y="7210"/>
                    <a:pt x="5583" y="296"/>
                    <a:pt x="5583" y="296"/>
                  </a:cubicBezTo>
                  <a:lnTo>
                    <a:pt x="5583" y="296"/>
                  </a:lnTo>
                  <a:cubicBezTo>
                    <a:pt x="5583" y="296"/>
                    <a:pt x="4263" y="413"/>
                    <a:pt x="2886" y="413"/>
                  </a:cubicBezTo>
                  <a:cubicBezTo>
                    <a:pt x="1696" y="413"/>
                    <a:pt x="463" y="326"/>
                    <a:pt x="1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51"/>
            <p:cNvSpPr/>
            <p:nvPr/>
          </p:nvSpPr>
          <p:spPr>
            <a:xfrm>
              <a:off x="3753125" y="3030800"/>
              <a:ext cx="155300" cy="223225"/>
            </a:xfrm>
            <a:custGeom>
              <a:avLst/>
              <a:gdLst/>
              <a:ahLst/>
              <a:cxnLst/>
              <a:rect l="l" t="t" r="r" b="b"/>
              <a:pathLst>
                <a:path w="6212" h="8929" extrusionOk="0">
                  <a:moveTo>
                    <a:pt x="793" y="828"/>
                  </a:moveTo>
                  <a:cubicBezTo>
                    <a:pt x="999" y="876"/>
                    <a:pt x="1228" y="909"/>
                    <a:pt x="1480" y="943"/>
                  </a:cubicBezTo>
                  <a:cubicBezTo>
                    <a:pt x="1997" y="1017"/>
                    <a:pt x="2626" y="1017"/>
                    <a:pt x="3217" y="1017"/>
                  </a:cubicBezTo>
                  <a:cubicBezTo>
                    <a:pt x="4113" y="1017"/>
                    <a:pt x="4963" y="972"/>
                    <a:pt x="5462" y="939"/>
                  </a:cubicBezTo>
                  <a:lnTo>
                    <a:pt x="5462" y="939"/>
                  </a:lnTo>
                  <a:cubicBezTo>
                    <a:pt x="5236" y="1571"/>
                    <a:pt x="4800" y="2801"/>
                    <a:pt x="4363" y="4085"/>
                  </a:cubicBezTo>
                  <a:cubicBezTo>
                    <a:pt x="4031" y="5010"/>
                    <a:pt x="3735" y="5971"/>
                    <a:pt x="3476" y="6784"/>
                  </a:cubicBezTo>
                  <a:cubicBezTo>
                    <a:pt x="3336" y="7205"/>
                    <a:pt x="3217" y="7583"/>
                    <a:pt x="3126" y="7888"/>
                  </a:cubicBezTo>
                  <a:lnTo>
                    <a:pt x="3126" y="7888"/>
                  </a:lnTo>
                  <a:cubicBezTo>
                    <a:pt x="3107" y="7843"/>
                    <a:pt x="3088" y="7796"/>
                    <a:pt x="3069" y="7745"/>
                  </a:cubicBezTo>
                  <a:cubicBezTo>
                    <a:pt x="2663" y="6747"/>
                    <a:pt x="2034" y="4862"/>
                    <a:pt x="1517" y="3235"/>
                  </a:cubicBezTo>
                  <a:cubicBezTo>
                    <a:pt x="1295" y="2422"/>
                    <a:pt x="1036" y="1645"/>
                    <a:pt x="888" y="1128"/>
                  </a:cubicBezTo>
                  <a:cubicBezTo>
                    <a:pt x="852" y="1020"/>
                    <a:pt x="821" y="920"/>
                    <a:pt x="793" y="828"/>
                  </a:cubicBezTo>
                  <a:close/>
                  <a:moveTo>
                    <a:pt x="315" y="0"/>
                  </a:moveTo>
                  <a:cubicBezTo>
                    <a:pt x="260" y="0"/>
                    <a:pt x="204" y="18"/>
                    <a:pt x="149" y="55"/>
                  </a:cubicBezTo>
                  <a:cubicBezTo>
                    <a:pt x="38" y="129"/>
                    <a:pt x="1" y="277"/>
                    <a:pt x="38" y="388"/>
                  </a:cubicBezTo>
                  <a:cubicBezTo>
                    <a:pt x="38" y="388"/>
                    <a:pt x="629" y="2459"/>
                    <a:pt x="1295" y="4566"/>
                  </a:cubicBezTo>
                  <a:cubicBezTo>
                    <a:pt x="1628" y="5601"/>
                    <a:pt x="1997" y="6636"/>
                    <a:pt x="2293" y="7413"/>
                  </a:cubicBezTo>
                  <a:cubicBezTo>
                    <a:pt x="2441" y="7819"/>
                    <a:pt x="2552" y="8152"/>
                    <a:pt x="2700" y="8374"/>
                  </a:cubicBezTo>
                  <a:cubicBezTo>
                    <a:pt x="2737" y="8522"/>
                    <a:pt x="2811" y="8596"/>
                    <a:pt x="2848" y="8670"/>
                  </a:cubicBezTo>
                  <a:lnTo>
                    <a:pt x="2958" y="8818"/>
                  </a:lnTo>
                  <a:cubicBezTo>
                    <a:pt x="2995" y="8854"/>
                    <a:pt x="3069" y="8891"/>
                    <a:pt x="3217" y="8928"/>
                  </a:cubicBezTo>
                  <a:cubicBezTo>
                    <a:pt x="3254" y="8928"/>
                    <a:pt x="3328" y="8891"/>
                    <a:pt x="3402" y="8854"/>
                  </a:cubicBezTo>
                  <a:cubicBezTo>
                    <a:pt x="3476" y="8818"/>
                    <a:pt x="3513" y="8744"/>
                    <a:pt x="3513" y="8707"/>
                  </a:cubicBezTo>
                  <a:lnTo>
                    <a:pt x="3550" y="8596"/>
                  </a:lnTo>
                  <a:cubicBezTo>
                    <a:pt x="3624" y="8374"/>
                    <a:pt x="3809" y="7745"/>
                    <a:pt x="4068" y="6969"/>
                  </a:cubicBezTo>
                  <a:cubicBezTo>
                    <a:pt x="4437" y="5786"/>
                    <a:pt x="4955" y="4233"/>
                    <a:pt x="5399" y="2939"/>
                  </a:cubicBezTo>
                  <a:cubicBezTo>
                    <a:pt x="5842" y="1682"/>
                    <a:pt x="6175" y="721"/>
                    <a:pt x="6175" y="721"/>
                  </a:cubicBezTo>
                  <a:cubicBezTo>
                    <a:pt x="6212" y="610"/>
                    <a:pt x="6212" y="499"/>
                    <a:pt x="6138" y="425"/>
                  </a:cubicBezTo>
                  <a:cubicBezTo>
                    <a:pt x="6078" y="365"/>
                    <a:pt x="6017" y="304"/>
                    <a:pt x="5937" y="304"/>
                  </a:cubicBezTo>
                  <a:cubicBezTo>
                    <a:pt x="5919" y="304"/>
                    <a:pt x="5899" y="307"/>
                    <a:pt x="5879" y="314"/>
                  </a:cubicBezTo>
                  <a:cubicBezTo>
                    <a:pt x="5879" y="314"/>
                    <a:pt x="5546" y="314"/>
                    <a:pt x="5066" y="351"/>
                  </a:cubicBezTo>
                  <a:cubicBezTo>
                    <a:pt x="4585" y="388"/>
                    <a:pt x="3920" y="425"/>
                    <a:pt x="3217" y="425"/>
                  </a:cubicBezTo>
                  <a:cubicBezTo>
                    <a:pt x="2663" y="425"/>
                    <a:pt x="2034" y="388"/>
                    <a:pt x="1554" y="351"/>
                  </a:cubicBezTo>
                  <a:cubicBezTo>
                    <a:pt x="1036" y="277"/>
                    <a:pt x="629" y="166"/>
                    <a:pt x="481" y="55"/>
                  </a:cubicBezTo>
                  <a:cubicBezTo>
                    <a:pt x="426" y="18"/>
                    <a:pt x="37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51"/>
            <p:cNvSpPr/>
            <p:nvPr/>
          </p:nvSpPr>
          <p:spPr>
            <a:xfrm>
              <a:off x="3715250" y="2777775"/>
              <a:ext cx="241250" cy="327075"/>
            </a:xfrm>
            <a:custGeom>
              <a:avLst/>
              <a:gdLst/>
              <a:ahLst/>
              <a:cxnLst/>
              <a:rect l="l" t="t" r="r" b="b"/>
              <a:pathLst>
                <a:path w="9650" h="13083" extrusionOk="0">
                  <a:moveTo>
                    <a:pt x="7210" y="0"/>
                  </a:moveTo>
                  <a:cubicBezTo>
                    <a:pt x="6721" y="0"/>
                    <a:pt x="6145" y="80"/>
                    <a:pt x="5472" y="268"/>
                  </a:cubicBezTo>
                  <a:cubicBezTo>
                    <a:pt x="2329" y="1193"/>
                    <a:pt x="111" y="2597"/>
                    <a:pt x="0" y="4631"/>
                  </a:cubicBezTo>
                  <a:cubicBezTo>
                    <a:pt x="0" y="4631"/>
                    <a:pt x="629" y="7995"/>
                    <a:pt x="1109" y="9326"/>
                  </a:cubicBezTo>
                  <a:cubicBezTo>
                    <a:pt x="1600" y="10555"/>
                    <a:pt x="3291" y="13082"/>
                    <a:pt x="4663" y="13082"/>
                  </a:cubicBezTo>
                  <a:cubicBezTo>
                    <a:pt x="4737" y="13082"/>
                    <a:pt x="4809" y="13075"/>
                    <a:pt x="4880" y="13060"/>
                  </a:cubicBezTo>
                  <a:cubicBezTo>
                    <a:pt x="6285" y="12764"/>
                    <a:pt x="8651" y="9807"/>
                    <a:pt x="8947" y="8698"/>
                  </a:cubicBezTo>
                  <a:cubicBezTo>
                    <a:pt x="9243" y="7589"/>
                    <a:pt x="9649" y="2930"/>
                    <a:pt x="9649" y="1895"/>
                  </a:cubicBezTo>
                  <a:cubicBezTo>
                    <a:pt x="9649" y="1108"/>
                    <a:pt x="9029" y="0"/>
                    <a:pt x="7210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51"/>
            <p:cNvSpPr/>
            <p:nvPr/>
          </p:nvSpPr>
          <p:spPr>
            <a:xfrm>
              <a:off x="3707850" y="2769675"/>
              <a:ext cx="256050" cy="342925"/>
            </a:xfrm>
            <a:custGeom>
              <a:avLst/>
              <a:gdLst/>
              <a:ahLst/>
              <a:cxnLst/>
              <a:rect l="l" t="t" r="r" b="b"/>
              <a:pathLst>
                <a:path w="10242" h="13717" extrusionOk="0">
                  <a:moveTo>
                    <a:pt x="7542" y="629"/>
                  </a:moveTo>
                  <a:cubicBezTo>
                    <a:pt x="8356" y="629"/>
                    <a:pt x="8873" y="888"/>
                    <a:pt x="9206" y="1184"/>
                  </a:cubicBezTo>
                  <a:cubicBezTo>
                    <a:pt x="9502" y="1517"/>
                    <a:pt x="9650" y="1923"/>
                    <a:pt x="9650" y="2219"/>
                  </a:cubicBezTo>
                  <a:cubicBezTo>
                    <a:pt x="9650" y="2700"/>
                    <a:pt x="9539" y="4142"/>
                    <a:pt x="9391" y="5546"/>
                  </a:cubicBezTo>
                  <a:cubicBezTo>
                    <a:pt x="9317" y="6286"/>
                    <a:pt x="9243" y="6988"/>
                    <a:pt x="9169" y="7580"/>
                  </a:cubicBezTo>
                  <a:cubicBezTo>
                    <a:pt x="9095" y="8208"/>
                    <a:pt x="9021" y="8689"/>
                    <a:pt x="8947" y="8948"/>
                  </a:cubicBezTo>
                  <a:cubicBezTo>
                    <a:pt x="8873" y="9170"/>
                    <a:pt x="8688" y="9539"/>
                    <a:pt x="8430" y="9983"/>
                  </a:cubicBezTo>
                  <a:cubicBezTo>
                    <a:pt x="7986" y="10611"/>
                    <a:pt x="7394" y="11351"/>
                    <a:pt x="6803" y="11942"/>
                  </a:cubicBezTo>
                  <a:cubicBezTo>
                    <a:pt x="6174" y="12571"/>
                    <a:pt x="5509" y="13014"/>
                    <a:pt x="5102" y="13088"/>
                  </a:cubicBezTo>
                  <a:lnTo>
                    <a:pt x="4954" y="13088"/>
                  </a:lnTo>
                  <a:cubicBezTo>
                    <a:pt x="4928" y="13092"/>
                    <a:pt x="4901" y="13094"/>
                    <a:pt x="4873" y="13094"/>
                  </a:cubicBezTo>
                  <a:cubicBezTo>
                    <a:pt x="4634" y="13094"/>
                    <a:pt x="4365" y="12955"/>
                    <a:pt x="4067" y="12756"/>
                  </a:cubicBezTo>
                  <a:cubicBezTo>
                    <a:pt x="3586" y="12386"/>
                    <a:pt x="3069" y="11831"/>
                    <a:pt x="2625" y="11203"/>
                  </a:cubicBezTo>
                  <a:cubicBezTo>
                    <a:pt x="2218" y="10611"/>
                    <a:pt x="1886" y="9946"/>
                    <a:pt x="1701" y="9539"/>
                  </a:cubicBezTo>
                  <a:cubicBezTo>
                    <a:pt x="1479" y="8911"/>
                    <a:pt x="1183" y="7728"/>
                    <a:pt x="961" y="6729"/>
                  </a:cubicBezTo>
                  <a:cubicBezTo>
                    <a:pt x="851" y="6249"/>
                    <a:pt x="777" y="5768"/>
                    <a:pt x="703" y="5435"/>
                  </a:cubicBezTo>
                  <a:cubicBezTo>
                    <a:pt x="656" y="5224"/>
                    <a:pt x="624" y="5072"/>
                    <a:pt x="606" y="4989"/>
                  </a:cubicBezTo>
                  <a:lnTo>
                    <a:pt x="606" y="4989"/>
                  </a:lnTo>
                  <a:lnTo>
                    <a:pt x="629" y="4992"/>
                  </a:lnTo>
                  <a:cubicBezTo>
                    <a:pt x="666" y="4068"/>
                    <a:pt x="1183" y="3291"/>
                    <a:pt x="2071" y="2626"/>
                  </a:cubicBezTo>
                  <a:cubicBezTo>
                    <a:pt x="2995" y="1923"/>
                    <a:pt x="4326" y="1332"/>
                    <a:pt x="5879" y="888"/>
                  </a:cubicBezTo>
                  <a:cubicBezTo>
                    <a:pt x="6507" y="703"/>
                    <a:pt x="7062" y="629"/>
                    <a:pt x="7542" y="629"/>
                  </a:cubicBezTo>
                  <a:close/>
                  <a:moveTo>
                    <a:pt x="7542" y="1"/>
                  </a:moveTo>
                  <a:cubicBezTo>
                    <a:pt x="6988" y="1"/>
                    <a:pt x="6396" y="112"/>
                    <a:pt x="5694" y="297"/>
                  </a:cubicBezTo>
                  <a:cubicBezTo>
                    <a:pt x="4104" y="777"/>
                    <a:pt x="2736" y="1369"/>
                    <a:pt x="1701" y="2108"/>
                  </a:cubicBezTo>
                  <a:cubicBezTo>
                    <a:pt x="703" y="2885"/>
                    <a:pt x="37" y="3809"/>
                    <a:pt x="0" y="4955"/>
                  </a:cubicBezTo>
                  <a:lnTo>
                    <a:pt x="0" y="5029"/>
                  </a:lnTo>
                  <a:cubicBezTo>
                    <a:pt x="0" y="5029"/>
                    <a:pt x="148" y="5879"/>
                    <a:pt x="370" y="6877"/>
                  </a:cubicBezTo>
                  <a:cubicBezTo>
                    <a:pt x="592" y="7876"/>
                    <a:pt x="851" y="9059"/>
                    <a:pt x="1146" y="9761"/>
                  </a:cubicBezTo>
                  <a:cubicBezTo>
                    <a:pt x="1405" y="10427"/>
                    <a:pt x="1923" y="11388"/>
                    <a:pt x="2625" y="12201"/>
                  </a:cubicBezTo>
                  <a:cubicBezTo>
                    <a:pt x="2958" y="12608"/>
                    <a:pt x="3328" y="12978"/>
                    <a:pt x="3697" y="13236"/>
                  </a:cubicBezTo>
                  <a:cubicBezTo>
                    <a:pt x="4104" y="13532"/>
                    <a:pt x="4511" y="13717"/>
                    <a:pt x="4954" y="13717"/>
                  </a:cubicBezTo>
                  <a:cubicBezTo>
                    <a:pt x="5028" y="13717"/>
                    <a:pt x="5139" y="13717"/>
                    <a:pt x="5250" y="13680"/>
                  </a:cubicBezTo>
                  <a:cubicBezTo>
                    <a:pt x="5694" y="13606"/>
                    <a:pt x="6100" y="13347"/>
                    <a:pt x="6544" y="12978"/>
                  </a:cubicBezTo>
                  <a:cubicBezTo>
                    <a:pt x="7210" y="12460"/>
                    <a:pt x="7875" y="11721"/>
                    <a:pt x="8430" y="11018"/>
                  </a:cubicBezTo>
                  <a:cubicBezTo>
                    <a:pt x="8984" y="10279"/>
                    <a:pt x="9391" y="9613"/>
                    <a:pt x="9539" y="9096"/>
                  </a:cubicBezTo>
                  <a:cubicBezTo>
                    <a:pt x="9613" y="8800"/>
                    <a:pt x="9687" y="8282"/>
                    <a:pt x="9797" y="7691"/>
                  </a:cubicBezTo>
                  <a:cubicBezTo>
                    <a:pt x="10019" y="5842"/>
                    <a:pt x="10241" y="3032"/>
                    <a:pt x="10241" y="2219"/>
                  </a:cubicBezTo>
                  <a:cubicBezTo>
                    <a:pt x="10241" y="1738"/>
                    <a:pt x="10056" y="1184"/>
                    <a:pt x="9613" y="740"/>
                  </a:cubicBezTo>
                  <a:cubicBezTo>
                    <a:pt x="9169" y="297"/>
                    <a:pt x="8503" y="1"/>
                    <a:pt x="7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2" name="Google Shape;2772;p51"/>
            <p:cNvSpPr/>
            <p:nvPr/>
          </p:nvSpPr>
          <p:spPr>
            <a:xfrm>
              <a:off x="3659775" y="2613900"/>
              <a:ext cx="321675" cy="302000"/>
            </a:xfrm>
            <a:custGeom>
              <a:avLst/>
              <a:gdLst/>
              <a:ahLst/>
              <a:cxnLst/>
              <a:rect l="l" t="t" r="r" b="b"/>
              <a:pathLst>
                <a:path w="12867" h="12080" extrusionOk="0">
                  <a:moveTo>
                    <a:pt x="8223" y="1"/>
                  </a:moveTo>
                  <a:cubicBezTo>
                    <a:pt x="6105" y="1"/>
                    <a:pt x="3346" y="637"/>
                    <a:pt x="1923" y="1758"/>
                  </a:cubicBezTo>
                  <a:cubicBezTo>
                    <a:pt x="1" y="3274"/>
                    <a:pt x="407" y="7119"/>
                    <a:pt x="592" y="8857"/>
                  </a:cubicBezTo>
                  <a:cubicBezTo>
                    <a:pt x="758" y="10153"/>
                    <a:pt x="1294" y="10318"/>
                    <a:pt x="1555" y="10318"/>
                  </a:cubicBezTo>
                  <a:cubicBezTo>
                    <a:pt x="1644" y="10318"/>
                    <a:pt x="1701" y="10299"/>
                    <a:pt x="1701" y="10299"/>
                  </a:cubicBezTo>
                  <a:lnTo>
                    <a:pt x="1701" y="10299"/>
                  </a:lnTo>
                  <a:cubicBezTo>
                    <a:pt x="1701" y="10299"/>
                    <a:pt x="1295" y="11001"/>
                    <a:pt x="1221" y="11519"/>
                  </a:cubicBezTo>
                  <a:cubicBezTo>
                    <a:pt x="1163" y="11769"/>
                    <a:pt x="1737" y="12079"/>
                    <a:pt x="2660" y="12079"/>
                  </a:cubicBezTo>
                  <a:cubicBezTo>
                    <a:pt x="3510" y="12079"/>
                    <a:pt x="4656" y="11816"/>
                    <a:pt x="5879" y="11001"/>
                  </a:cubicBezTo>
                  <a:cubicBezTo>
                    <a:pt x="8430" y="9263"/>
                    <a:pt x="9946" y="7858"/>
                    <a:pt x="9946" y="7858"/>
                  </a:cubicBezTo>
                  <a:cubicBezTo>
                    <a:pt x="9946" y="7858"/>
                    <a:pt x="10242" y="8265"/>
                    <a:pt x="10057" y="9152"/>
                  </a:cubicBezTo>
                  <a:cubicBezTo>
                    <a:pt x="9895" y="9825"/>
                    <a:pt x="10282" y="10282"/>
                    <a:pt x="10931" y="10282"/>
                  </a:cubicBezTo>
                  <a:cubicBezTo>
                    <a:pt x="11175" y="10282"/>
                    <a:pt x="11455" y="10218"/>
                    <a:pt x="11757" y="10077"/>
                  </a:cubicBezTo>
                  <a:cubicBezTo>
                    <a:pt x="12867" y="9559"/>
                    <a:pt x="12460" y="8968"/>
                    <a:pt x="12460" y="8968"/>
                  </a:cubicBezTo>
                  <a:cubicBezTo>
                    <a:pt x="12460" y="8968"/>
                    <a:pt x="12867" y="6343"/>
                    <a:pt x="12867" y="5012"/>
                  </a:cubicBezTo>
                  <a:cubicBezTo>
                    <a:pt x="12867" y="3681"/>
                    <a:pt x="12053" y="834"/>
                    <a:pt x="10131" y="243"/>
                  </a:cubicBezTo>
                  <a:cubicBezTo>
                    <a:pt x="9631" y="79"/>
                    <a:pt x="8966" y="1"/>
                    <a:pt x="82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3" name="Google Shape;2773;p51"/>
            <p:cNvSpPr/>
            <p:nvPr/>
          </p:nvSpPr>
          <p:spPr>
            <a:xfrm>
              <a:off x="3662550" y="2606075"/>
              <a:ext cx="327225" cy="317975"/>
            </a:xfrm>
            <a:custGeom>
              <a:avLst/>
              <a:gdLst/>
              <a:ahLst/>
              <a:cxnLst/>
              <a:rect l="l" t="t" r="r" b="b"/>
              <a:pathLst>
                <a:path w="13089" h="12719" extrusionOk="0">
                  <a:moveTo>
                    <a:pt x="8134" y="629"/>
                  </a:moveTo>
                  <a:cubicBezTo>
                    <a:pt x="8837" y="629"/>
                    <a:pt x="9502" y="703"/>
                    <a:pt x="9946" y="851"/>
                  </a:cubicBezTo>
                  <a:cubicBezTo>
                    <a:pt x="10796" y="1110"/>
                    <a:pt x="11425" y="1886"/>
                    <a:pt x="11831" y="2811"/>
                  </a:cubicBezTo>
                  <a:cubicBezTo>
                    <a:pt x="12275" y="3698"/>
                    <a:pt x="12460" y="4733"/>
                    <a:pt x="12460" y="5325"/>
                  </a:cubicBezTo>
                  <a:cubicBezTo>
                    <a:pt x="12460" y="5953"/>
                    <a:pt x="12349" y="6951"/>
                    <a:pt x="12275" y="7765"/>
                  </a:cubicBezTo>
                  <a:cubicBezTo>
                    <a:pt x="12164" y="8578"/>
                    <a:pt x="12053" y="9244"/>
                    <a:pt x="12053" y="9244"/>
                  </a:cubicBezTo>
                  <a:cubicBezTo>
                    <a:pt x="12053" y="9305"/>
                    <a:pt x="12053" y="9366"/>
                    <a:pt x="12095" y="9427"/>
                  </a:cubicBezTo>
                  <a:lnTo>
                    <a:pt x="12095" y="9427"/>
                  </a:lnTo>
                  <a:lnTo>
                    <a:pt x="12090" y="9429"/>
                  </a:lnTo>
                  <a:lnTo>
                    <a:pt x="12127" y="9539"/>
                  </a:lnTo>
                  <a:cubicBezTo>
                    <a:pt x="12127" y="9613"/>
                    <a:pt x="12127" y="9650"/>
                    <a:pt x="12053" y="9761"/>
                  </a:cubicBezTo>
                  <a:cubicBezTo>
                    <a:pt x="11979" y="9835"/>
                    <a:pt x="11831" y="9983"/>
                    <a:pt x="11536" y="10131"/>
                  </a:cubicBezTo>
                  <a:cubicBezTo>
                    <a:pt x="11240" y="10242"/>
                    <a:pt x="11018" y="10279"/>
                    <a:pt x="10833" y="10279"/>
                  </a:cubicBezTo>
                  <a:cubicBezTo>
                    <a:pt x="10611" y="10279"/>
                    <a:pt x="10463" y="10205"/>
                    <a:pt x="10352" y="10131"/>
                  </a:cubicBezTo>
                  <a:cubicBezTo>
                    <a:pt x="10279" y="10057"/>
                    <a:pt x="10205" y="9946"/>
                    <a:pt x="10205" y="9761"/>
                  </a:cubicBezTo>
                  <a:cubicBezTo>
                    <a:pt x="10205" y="9687"/>
                    <a:pt x="10205" y="9613"/>
                    <a:pt x="10242" y="9539"/>
                  </a:cubicBezTo>
                  <a:cubicBezTo>
                    <a:pt x="10279" y="9281"/>
                    <a:pt x="10315" y="9096"/>
                    <a:pt x="10315" y="8874"/>
                  </a:cubicBezTo>
                  <a:cubicBezTo>
                    <a:pt x="10315" y="8319"/>
                    <a:pt x="10094" y="8024"/>
                    <a:pt x="10057" y="7987"/>
                  </a:cubicBezTo>
                  <a:cubicBezTo>
                    <a:pt x="10020" y="7913"/>
                    <a:pt x="9946" y="7876"/>
                    <a:pt x="9872" y="7839"/>
                  </a:cubicBezTo>
                  <a:cubicBezTo>
                    <a:pt x="9761" y="7839"/>
                    <a:pt x="9687" y="7876"/>
                    <a:pt x="9613" y="7950"/>
                  </a:cubicBezTo>
                  <a:lnTo>
                    <a:pt x="9539" y="7987"/>
                  </a:lnTo>
                  <a:cubicBezTo>
                    <a:pt x="9243" y="8282"/>
                    <a:pt x="7801" y="9539"/>
                    <a:pt x="5583" y="11055"/>
                  </a:cubicBezTo>
                  <a:cubicBezTo>
                    <a:pt x="4437" y="11832"/>
                    <a:pt x="3365" y="12090"/>
                    <a:pt x="2552" y="12090"/>
                  </a:cubicBezTo>
                  <a:cubicBezTo>
                    <a:pt x="2145" y="12090"/>
                    <a:pt x="1812" y="12016"/>
                    <a:pt x="1627" y="11943"/>
                  </a:cubicBezTo>
                  <a:cubicBezTo>
                    <a:pt x="1524" y="11908"/>
                    <a:pt x="1452" y="11841"/>
                    <a:pt x="1413" y="11833"/>
                  </a:cubicBezTo>
                  <a:lnTo>
                    <a:pt x="1413" y="11833"/>
                  </a:lnTo>
                  <a:cubicBezTo>
                    <a:pt x="1456" y="11647"/>
                    <a:pt x="1560" y="11372"/>
                    <a:pt x="1664" y="11129"/>
                  </a:cubicBezTo>
                  <a:cubicBezTo>
                    <a:pt x="1738" y="11018"/>
                    <a:pt x="1775" y="10944"/>
                    <a:pt x="1812" y="10870"/>
                  </a:cubicBezTo>
                  <a:cubicBezTo>
                    <a:pt x="1849" y="10796"/>
                    <a:pt x="1886" y="10759"/>
                    <a:pt x="1886" y="10759"/>
                  </a:cubicBezTo>
                  <a:cubicBezTo>
                    <a:pt x="1923" y="10649"/>
                    <a:pt x="1923" y="10501"/>
                    <a:pt x="1849" y="10390"/>
                  </a:cubicBezTo>
                  <a:cubicBezTo>
                    <a:pt x="1795" y="10336"/>
                    <a:pt x="1701" y="10301"/>
                    <a:pt x="1611" y="10301"/>
                  </a:cubicBezTo>
                  <a:cubicBezTo>
                    <a:pt x="1579" y="10301"/>
                    <a:pt x="1546" y="10306"/>
                    <a:pt x="1516" y="10316"/>
                  </a:cubicBezTo>
                  <a:lnTo>
                    <a:pt x="1443" y="10316"/>
                  </a:lnTo>
                  <a:cubicBezTo>
                    <a:pt x="1369" y="10316"/>
                    <a:pt x="1258" y="10279"/>
                    <a:pt x="1147" y="10168"/>
                  </a:cubicBezTo>
                  <a:cubicBezTo>
                    <a:pt x="1036" y="10020"/>
                    <a:pt x="851" y="9724"/>
                    <a:pt x="814" y="9133"/>
                  </a:cubicBezTo>
                  <a:cubicBezTo>
                    <a:pt x="703" y="8504"/>
                    <a:pt x="629" y="7580"/>
                    <a:pt x="629" y="6582"/>
                  </a:cubicBezTo>
                  <a:cubicBezTo>
                    <a:pt x="629" y="5768"/>
                    <a:pt x="703" y="4881"/>
                    <a:pt x="888" y="4142"/>
                  </a:cubicBezTo>
                  <a:cubicBezTo>
                    <a:pt x="1110" y="3365"/>
                    <a:pt x="1480" y="2737"/>
                    <a:pt x="1997" y="2330"/>
                  </a:cubicBezTo>
                  <a:cubicBezTo>
                    <a:pt x="2663" y="1776"/>
                    <a:pt x="3698" y="1369"/>
                    <a:pt x="4807" y="1073"/>
                  </a:cubicBezTo>
                  <a:cubicBezTo>
                    <a:pt x="5916" y="777"/>
                    <a:pt x="7099" y="629"/>
                    <a:pt x="8134" y="629"/>
                  </a:cubicBezTo>
                  <a:close/>
                  <a:moveTo>
                    <a:pt x="8134" y="1"/>
                  </a:moveTo>
                  <a:cubicBezTo>
                    <a:pt x="7025" y="1"/>
                    <a:pt x="5805" y="149"/>
                    <a:pt x="4622" y="482"/>
                  </a:cubicBezTo>
                  <a:cubicBezTo>
                    <a:pt x="3476" y="777"/>
                    <a:pt x="2404" y="1221"/>
                    <a:pt x="1627" y="1813"/>
                  </a:cubicBezTo>
                  <a:cubicBezTo>
                    <a:pt x="962" y="2367"/>
                    <a:pt x="555" y="3143"/>
                    <a:pt x="296" y="3957"/>
                  </a:cubicBezTo>
                  <a:cubicBezTo>
                    <a:pt x="75" y="4807"/>
                    <a:pt x="1" y="5731"/>
                    <a:pt x="1" y="6582"/>
                  </a:cubicBezTo>
                  <a:cubicBezTo>
                    <a:pt x="1" y="7617"/>
                    <a:pt x="112" y="8578"/>
                    <a:pt x="186" y="9207"/>
                  </a:cubicBezTo>
                  <a:cubicBezTo>
                    <a:pt x="259" y="9872"/>
                    <a:pt x="444" y="10316"/>
                    <a:pt x="703" y="10575"/>
                  </a:cubicBezTo>
                  <a:cubicBezTo>
                    <a:pt x="836" y="10726"/>
                    <a:pt x="978" y="10819"/>
                    <a:pt x="1110" y="10869"/>
                  </a:cubicBezTo>
                  <a:lnTo>
                    <a:pt x="1110" y="10869"/>
                  </a:lnTo>
                  <a:cubicBezTo>
                    <a:pt x="1110" y="10870"/>
                    <a:pt x="1110" y="10870"/>
                    <a:pt x="1110" y="10870"/>
                  </a:cubicBezTo>
                  <a:cubicBezTo>
                    <a:pt x="1003" y="11119"/>
                    <a:pt x="863" y="11436"/>
                    <a:pt x="819" y="11723"/>
                  </a:cubicBezTo>
                  <a:lnTo>
                    <a:pt x="819" y="11723"/>
                  </a:lnTo>
                  <a:lnTo>
                    <a:pt x="814" y="11721"/>
                  </a:lnTo>
                  <a:lnTo>
                    <a:pt x="777" y="11832"/>
                  </a:lnTo>
                  <a:cubicBezTo>
                    <a:pt x="777" y="12016"/>
                    <a:pt x="888" y="12164"/>
                    <a:pt x="999" y="12275"/>
                  </a:cubicBezTo>
                  <a:cubicBezTo>
                    <a:pt x="1147" y="12423"/>
                    <a:pt x="1369" y="12497"/>
                    <a:pt x="1627" y="12608"/>
                  </a:cubicBezTo>
                  <a:cubicBezTo>
                    <a:pt x="1886" y="12682"/>
                    <a:pt x="2182" y="12719"/>
                    <a:pt x="2552" y="12719"/>
                  </a:cubicBezTo>
                  <a:cubicBezTo>
                    <a:pt x="3476" y="12719"/>
                    <a:pt x="4696" y="12423"/>
                    <a:pt x="5953" y="11573"/>
                  </a:cubicBezTo>
                  <a:cubicBezTo>
                    <a:pt x="7781" y="10327"/>
                    <a:pt x="9078" y="9234"/>
                    <a:pt x="9679" y="8714"/>
                  </a:cubicBezTo>
                  <a:lnTo>
                    <a:pt x="9679" y="8714"/>
                  </a:lnTo>
                  <a:cubicBezTo>
                    <a:pt x="9684" y="8762"/>
                    <a:pt x="9687" y="8815"/>
                    <a:pt x="9687" y="8874"/>
                  </a:cubicBezTo>
                  <a:cubicBezTo>
                    <a:pt x="9687" y="9014"/>
                    <a:pt x="9687" y="9187"/>
                    <a:pt x="9624" y="9394"/>
                  </a:cubicBezTo>
                  <a:lnTo>
                    <a:pt x="9624" y="9394"/>
                  </a:lnTo>
                  <a:lnTo>
                    <a:pt x="9613" y="9392"/>
                  </a:lnTo>
                  <a:cubicBezTo>
                    <a:pt x="9613" y="9539"/>
                    <a:pt x="9576" y="9650"/>
                    <a:pt x="9576" y="9761"/>
                  </a:cubicBezTo>
                  <a:cubicBezTo>
                    <a:pt x="9576" y="10094"/>
                    <a:pt x="9724" y="10390"/>
                    <a:pt x="9946" y="10575"/>
                  </a:cubicBezTo>
                  <a:cubicBezTo>
                    <a:pt x="10168" y="10796"/>
                    <a:pt x="10500" y="10907"/>
                    <a:pt x="10833" y="10907"/>
                  </a:cubicBezTo>
                  <a:cubicBezTo>
                    <a:pt x="11129" y="10907"/>
                    <a:pt x="11462" y="10833"/>
                    <a:pt x="11794" y="10686"/>
                  </a:cubicBezTo>
                  <a:cubicBezTo>
                    <a:pt x="12127" y="10501"/>
                    <a:pt x="12386" y="10316"/>
                    <a:pt x="12534" y="10131"/>
                  </a:cubicBezTo>
                  <a:cubicBezTo>
                    <a:pt x="12682" y="9946"/>
                    <a:pt x="12756" y="9724"/>
                    <a:pt x="12756" y="9539"/>
                  </a:cubicBezTo>
                  <a:cubicBezTo>
                    <a:pt x="12756" y="9409"/>
                    <a:pt x="12727" y="9306"/>
                    <a:pt x="12695" y="9232"/>
                  </a:cubicBezTo>
                  <a:lnTo>
                    <a:pt x="12695" y="9232"/>
                  </a:lnTo>
                  <a:cubicBezTo>
                    <a:pt x="12764" y="8771"/>
                    <a:pt x="13088" y="6546"/>
                    <a:pt x="13088" y="5325"/>
                  </a:cubicBezTo>
                  <a:cubicBezTo>
                    <a:pt x="13088" y="4585"/>
                    <a:pt x="12866" y="3550"/>
                    <a:pt x="12423" y="2552"/>
                  </a:cubicBezTo>
                  <a:cubicBezTo>
                    <a:pt x="11942" y="1554"/>
                    <a:pt x="11203" y="593"/>
                    <a:pt x="10131" y="260"/>
                  </a:cubicBezTo>
                  <a:cubicBezTo>
                    <a:pt x="9576" y="75"/>
                    <a:pt x="8911" y="1"/>
                    <a:pt x="81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51"/>
            <p:cNvSpPr/>
            <p:nvPr/>
          </p:nvSpPr>
          <p:spPr>
            <a:xfrm>
              <a:off x="3314100" y="3493950"/>
              <a:ext cx="431675" cy="128850"/>
            </a:xfrm>
            <a:custGeom>
              <a:avLst/>
              <a:gdLst/>
              <a:ahLst/>
              <a:cxnLst/>
              <a:rect l="l" t="t" r="r" b="b"/>
              <a:pathLst>
                <a:path w="17267" h="5154" extrusionOk="0">
                  <a:moveTo>
                    <a:pt x="3848" y="0"/>
                  </a:moveTo>
                  <a:cubicBezTo>
                    <a:pt x="3145" y="0"/>
                    <a:pt x="2774" y="163"/>
                    <a:pt x="2774" y="163"/>
                  </a:cubicBezTo>
                  <a:cubicBezTo>
                    <a:pt x="334" y="1789"/>
                    <a:pt x="1" y="4710"/>
                    <a:pt x="925" y="5006"/>
                  </a:cubicBezTo>
                  <a:cubicBezTo>
                    <a:pt x="1233" y="5117"/>
                    <a:pt x="3152" y="5154"/>
                    <a:pt x="5572" y="5154"/>
                  </a:cubicBezTo>
                  <a:cubicBezTo>
                    <a:pt x="10414" y="5154"/>
                    <a:pt x="17266" y="5006"/>
                    <a:pt x="17266" y="5006"/>
                  </a:cubicBezTo>
                  <a:lnTo>
                    <a:pt x="17155" y="2788"/>
                  </a:lnTo>
                  <a:cubicBezTo>
                    <a:pt x="17155" y="2788"/>
                    <a:pt x="13717" y="2492"/>
                    <a:pt x="13125" y="2492"/>
                  </a:cubicBezTo>
                  <a:cubicBezTo>
                    <a:pt x="12497" y="2492"/>
                    <a:pt x="8245" y="1272"/>
                    <a:pt x="6101" y="458"/>
                  </a:cubicBezTo>
                  <a:cubicBezTo>
                    <a:pt x="5157" y="101"/>
                    <a:pt x="4400" y="0"/>
                    <a:pt x="3848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51"/>
            <p:cNvSpPr/>
            <p:nvPr/>
          </p:nvSpPr>
          <p:spPr>
            <a:xfrm>
              <a:off x="3317800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3698" y="629"/>
                  </a:moveTo>
                  <a:cubicBezTo>
                    <a:pt x="4215" y="629"/>
                    <a:pt x="4918" y="703"/>
                    <a:pt x="5842" y="1072"/>
                  </a:cubicBezTo>
                  <a:cubicBezTo>
                    <a:pt x="6914" y="1479"/>
                    <a:pt x="8541" y="1997"/>
                    <a:pt x="9946" y="2403"/>
                  </a:cubicBezTo>
                  <a:cubicBezTo>
                    <a:pt x="10648" y="2588"/>
                    <a:pt x="11314" y="2773"/>
                    <a:pt x="11831" y="2884"/>
                  </a:cubicBezTo>
                  <a:cubicBezTo>
                    <a:pt x="12090" y="2958"/>
                    <a:pt x="12312" y="3032"/>
                    <a:pt x="12497" y="3069"/>
                  </a:cubicBezTo>
                  <a:cubicBezTo>
                    <a:pt x="12719" y="3106"/>
                    <a:pt x="12829" y="3106"/>
                    <a:pt x="12977" y="3106"/>
                  </a:cubicBezTo>
                  <a:cubicBezTo>
                    <a:pt x="13236" y="3106"/>
                    <a:pt x="14271" y="3180"/>
                    <a:pt x="15196" y="3254"/>
                  </a:cubicBezTo>
                  <a:cubicBezTo>
                    <a:pt x="15801" y="3302"/>
                    <a:pt x="16390" y="3350"/>
                    <a:pt x="16725" y="3378"/>
                  </a:cubicBezTo>
                  <a:lnTo>
                    <a:pt x="16725" y="3378"/>
                  </a:lnTo>
                  <a:lnTo>
                    <a:pt x="16806" y="5033"/>
                  </a:lnTo>
                  <a:lnTo>
                    <a:pt x="16806" y="5033"/>
                  </a:lnTo>
                  <a:cubicBezTo>
                    <a:pt x="16608" y="5037"/>
                    <a:pt x="16322" y="5047"/>
                    <a:pt x="15972" y="5065"/>
                  </a:cubicBezTo>
                  <a:cubicBezTo>
                    <a:pt x="13828" y="5102"/>
                    <a:pt x="9058" y="5176"/>
                    <a:pt x="5435" y="5176"/>
                  </a:cubicBezTo>
                  <a:cubicBezTo>
                    <a:pt x="4215" y="5176"/>
                    <a:pt x="3143" y="5176"/>
                    <a:pt x="2330" y="5139"/>
                  </a:cubicBezTo>
                  <a:cubicBezTo>
                    <a:pt x="1923" y="5139"/>
                    <a:pt x="1553" y="5102"/>
                    <a:pt x="1332" y="5102"/>
                  </a:cubicBezTo>
                  <a:cubicBezTo>
                    <a:pt x="1184" y="5102"/>
                    <a:pt x="1073" y="5065"/>
                    <a:pt x="999" y="5065"/>
                  </a:cubicBezTo>
                  <a:lnTo>
                    <a:pt x="888" y="5065"/>
                  </a:lnTo>
                  <a:cubicBezTo>
                    <a:pt x="814" y="5028"/>
                    <a:pt x="777" y="4991"/>
                    <a:pt x="703" y="4843"/>
                  </a:cubicBezTo>
                  <a:cubicBezTo>
                    <a:pt x="666" y="4732"/>
                    <a:pt x="629" y="4547"/>
                    <a:pt x="629" y="4289"/>
                  </a:cubicBezTo>
                  <a:cubicBezTo>
                    <a:pt x="629" y="3808"/>
                    <a:pt x="777" y="3180"/>
                    <a:pt x="1110" y="2551"/>
                  </a:cubicBezTo>
                  <a:cubicBezTo>
                    <a:pt x="1479" y="1886"/>
                    <a:pt x="1997" y="1220"/>
                    <a:pt x="2773" y="740"/>
                  </a:cubicBezTo>
                  <a:lnTo>
                    <a:pt x="2768" y="730"/>
                  </a:lnTo>
                  <a:lnTo>
                    <a:pt x="2768" y="730"/>
                  </a:lnTo>
                  <a:cubicBezTo>
                    <a:pt x="2865" y="703"/>
                    <a:pt x="3181" y="629"/>
                    <a:pt x="3698" y="629"/>
                  </a:cubicBezTo>
                  <a:close/>
                  <a:moveTo>
                    <a:pt x="3698" y="0"/>
                  </a:moveTo>
                  <a:cubicBezTo>
                    <a:pt x="2921" y="0"/>
                    <a:pt x="2515" y="185"/>
                    <a:pt x="2478" y="185"/>
                  </a:cubicBezTo>
                  <a:lnTo>
                    <a:pt x="2441" y="222"/>
                  </a:lnTo>
                  <a:cubicBezTo>
                    <a:pt x="1590" y="776"/>
                    <a:pt x="962" y="1516"/>
                    <a:pt x="592" y="2255"/>
                  </a:cubicBezTo>
                  <a:cubicBezTo>
                    <a:pt x="186" y="2958"/>
                    <a:pt x="1" y="3697"/>
                    <a:pt x="1" y="4289"/>
                  </a:cubicBezTo>
                  <a:cubicBezTo>
                    <a:pt x="1" y="4621"/>
                    <a:pt x="38" y="4880"/>
                    <a:pt x="149" y="5102"/>
                  </a:cubicBezTo>
                  <a:cubicBezTo>
                    <a:pt x="259" y="5361"/>
                    <a:pt x="444" y="5546"/>
                    <a:pt x="666" y="5620"/>
                  </a:cubicBezTo>
                  <a:cubicBezTo>
                    <a:pt x="777" y="5657"/>
                    <a:pt x="851" y="5657"/>
                    <a:pt x="925" y="5694"/>
                  </a:cubicBezTo>
                  <a:cubicBezTo>
                    <a:pt x="1258" y="5731"/>
                    <a:pt x="1849" y="5731"/>
                    <a:pt x="2626" y="5768"/>
                  </a:cubicBezTo>
                  <a:lnTo>
                    <a:pt x="5435" y="5768"/>
                  </a:lnTo>
                  <a:cubicBezTo>
                    <a:pt x="10278" y="5768"/>
                    <a:pt x="17118" y="5657"/>
                    <a:pt x="17118" y="5657"/>
                  </a:cubicBezTo>
                  <a:cubicBezTo>
                    <a:pt x="17229" y="5657"/>
                    <a:pt x="17303" y="5620"/>
                    <a:pt x="17340" y="5546"/>
                  </a:cubicBezTo>
                  <a:cubicBezTo>
                    <a:pt x="17414" y="5509"/>
                    <a:pt x="17451" y="5398"/>
                    <a:pt x="17414" y="5324"/>
                  </a:cubicBezTo>
                  <a:lnTo>
                    <a:pt x="17340" y="3106"/>
                  </a:lnTo>
                  <a:cubicBezTo>
                    <a:pt x="17340" y="2958"/>
                    <a:pt x="17192" y="2810"/>
                    <a:pt x="17044" y="2810"/>
                  </a:cubicBezTo>
                  <a:cubicBezTo>
                    <a:pt x="17044" y="2810"/>
                    <a:pt x="16194" y="2736"/>
                    <a:pt x="15233" y="2662"/>
                  </a:cubicBezTo>
                  <a:cubicBezTo>
                    <a:pt x="14308" y="2588"/>
                    <a:pt x="13310" y="2514"/>
                    <a:pt x="12977" y="2514"/>
                  </a:cubicBezTo>
                  <a:cubicBezTo>
                    <a:pt x="12940" y="2514"/>
                    <a:pt x="12792" y="2477"/>
                    <a:pt x="12645" y="2440"/>
                  </a:cubicBezTo>
                  <a:cubicBezTo>
                    <a:pt x="11425" y="2218"/>
                    <a:pt x="7912" y="1183"/>
                    <a:pt x="6064" y="481"/>
                  </a:cubicBezTo>
                  <a:cubicBezTo>
                    <a:pt x="5103" y="111"/>
                    <a:pt x="4289" y="0"/>
                    <a:pt x="36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51"/>
            <p:cNvSpPr/>
            <p:nvPr/>
          </p:nvSpPr>
          <p:spPr>
            <a:xfrm>
              <a:off x="3642225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4177" y="1"/>
                  </a:moveTo>
                  <a:cubicBezTo>
                    <a:pt x="4110" y="1"/>
                    <a:pt x="4049" y="16"/>
                    <a:pt x="3993" y="50"/>
                  </a:cubicBezTo>
                  <a:cubicBezTo>
                    <a:pt x="3180" y="605"/>
                    <a:pt x="481" y="2934"/>
                    <a:pt x="481" y="2934"/>
                  </a:cubicBezTo>
                  <a:lnTo>
                    <a:pt x="0" y="3821"/>
                  </a:lnTo>
                  <a:lnTo>
                    <a:pt x="2736" y="3821"/>
                  </a:lnTo>
                  <a:cubicBezTo>
                    <a:pt x="3610" y="3821"/>
                    <a:pt x="3995" y="3516"/>
                    <a:pt x="4336" y="3516"/>
                  </a:cubicBezTo>
                  <a:cubicBezTo>
                    <a:pt x="4370" y="3516"/>
                    <a:pt x="4403" y="3519"/>
                    <a:pt x="4437" y="3525"/>
                  </a:cubicBezTo>
                  <a:cubicBezTo>
                    <a:pt x="4843" y="3599"/>
                    <a:pt x="6618" y="3969"/>
                    <a:pt x="6618" y="3969"/>
                  </a:cubicBezTo>
                  <a:cubicBezTo>
                    <a:pt x="6618" y="3969"/>
                    <a:pt x="7321" y="3821"/>
                    <a:pt x="7247" y="3525"/>
                  </a:cubicBezTo>
                  <a:cubicBezTo>
                    <a:pt x="7177" y="3249"/>
                    <a:pt x="5138" y="1"/>
                    <a:pt x="4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51"/>
            <p:cNvSpPr/>
            <p:nvPr/>
          </p:nvSpPr>
          <p:spPr>
            <a:xfrm>
              <a:off x="3634825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4474" y="0"/>
                  </a:moveTo>
                  <a:cubicBezTo>
                    <a:pt x="4363" y="0"/>
                    <a:pt x="4252" y="0"/>
                    <a:pt x="4141" y="74"/>
                  </a:cubicBezTo>
                  <a:cubicBezTo>
                    <a:pt x="3698" y="370"/>
                    <a:pt x="2810" y="1073"/>
                    <a:pt x="2034" y="1738"/>
                  </a:cubicBezTo>
                  <a:cubicBezTo>
                    <a:pt x="1258" y="2403"/>
                    <a:pt x="555" y="2958"/>
                    <a:pt x="555" y="2958"/>
                  </a:cubicBezTo>
                  <a:cubicBezTo>
                    <a:pt x="444" y="3069"/>
                    <a:pt x="407" y="3291"/>
                    <a:pt x="518" y="3402"/>
                  </a:cubicBezTo>
                  <a:cubicBezTo>
                    <a:pt x="578" y="3481"/>
                    <a:pt x="669" y="3518"/>
                    <a:pt x="758" y="3518"/>
                  </a:cubicBezTo>
                  <a:cubicBezTo>
                    <a:pt x="835" y="3518"/>
                    <a:pt x="910" y="3490"/>
                    <a:pt x="962" y="3439"/>
                  </a:cubicBezTo>
                  <a:cubicBezTo>
                    <a:pt x="962" y="3439"/>
                    <a:pt x="1147" y="3291"/>
                    <a:pt x="1405" y="3069"/>
                  </a:cubicBezTo>
                  <a:cubicBezTo>
                    <a:pt x="1812" y="2736"/>
                    <a:pt x="2404" y="2219"/>
                    <a:pt x="2995" y="1701"/>
                  </a:cubicBezTo>
                  <a:cubicBezTo>
                    <a:pt x="3587" y="1220"/>
                    <a:pt x="4178" y="777"/>
                    <a:pt x="4474" y="592"/>
                  </a:cubicBezTo>
                  <a:cubicBezTo>
                    <a:pt x="4511" y="592"/>
                    <a:pt x="4585" y="629"/>
                    <a:pt x="4733" y="703"/>
                  </a:cubicBezTo>
                  <a:cubicBezTo>
                    <a:pt x="4918" y="814"/>
                    <a:pt x="5213" y="1073"/>
                    <a:pt x="5472" y="1405"/>
                  </a:cubicBezTo>
                  <a:cubicBezTo>
                    <a:pt x="5916" y="1849"/>
                    <a:pt x="6360" y="2477"/>
                    <a:pt x="6692" y="2958"/>
                  </a:cubicBezTo>
                  <a:cubicBezTo>
                    <a:pt x="6840" y="3217"/>
                    <a:pt x="6988" y="3439"/>
                    <a:pt x="7099" y="3624"/>
                  </a:cubicBezTo>
                  <a:cubicBezTo>
                    <a:pt x="7136" y="3697"/>
                    <a:pt x="7173" y="3771"/>
                    <a:pt x="7210" y="3808"/>
                  </a:cubicBezTo>
                  <a:lnTo>
                    <a:pt x="7214" y="3817"/>
                  </a:lnTo>
                  <a:lnTo>
                    <a:pt x="7214" y="3817"/>
                  </a:lnTo>
                  <a:cubicBezTo>
                    <a:pt x="7176" y="3850"/>
                    <a:pt x="7111" y="3882"/>
                    <a:pt x="7062" y="3882"/>
                  </a:cubicBezTo>
                  <a:lnTo>
                    <a:pt x="6936" y="3946"/>
                  </a:lnTo>
                  <a:lnTo>
                    <a:pt x="6936" y="3946"/>
                  </a:lnTo>
                  <a:cubicBezTo>
                    <a:pt x="6635" y="3884"/>
                    <a:pt x="5139" y="3579"/>
                    <a:pt x="4807" y="3513"/>
                  </a:cubicBezTo>
                  <a:lnTo>
                    <a:pt x="4659" y="3476"/>
                  </a:lnTo>
                  <a:cubicBezTo>
                    <a:pt x="4363" y="3476"/>
                    <a:pt x="4178" y="3587"/>
                    <a:pt x="3956" y="3660"/>
                  </a:cubicBezTo>
                  <a:cubicBezTo>
                    <a:pt x="3698" y="3734"/>
                    <a:pt x="3439" y="3808"/>
                    <a:pt x="3032" y="3808"/>
                  </a:cubicBezTo>
                  <a:lnTo>
                    <a:pt x="296" y="3808"/>
                  </a:lnTo>
                  <a:cubicBezTo>
                    <a:pt x="148" y="3808"/>
                    <a:pt x="1" y="3919"/>
                    <a:pt x="1" y="4104"/>
                  </a:cubicBezTo>
                  <a:cubicBezTo>
                    <a:pt x="1" y="4289"/>
                    <a:pt x="148" y="4400"/>
                    <a:pt x="296" y="4400"/>
                  </a:cubicBezTo>
                  <a:lnTo>
                    <a:pt x="3032" y="4400"/>
                  </a:lnTo>
                  <a:cubicBezTo>
                    <a:pt x="3513" y="4400"/>
                    <a:pt x="3846" y="4326"/>
                    <a:pt x="4141" y="4252"/>
                  </a:cubicBezTo>
                  <a:cubicBezTo>
                    <a:pt x="4400" y="4141"/>
                    <a:pt x="4585" y="4104"/>
                    <a:pt x="4659" y="4104"/>
                  </a:cubicBezTo>
                  <a:lnTo>
                    <a:pt x="4696" y="4104"/>
                  </a:lnTo>
                  <a:cubicBezTo>
                    <a:pt x="5066" y="4178"/>
                    <a:pt x="6877" y="4548"/>
                    <a:pt x="6877" y="4548"/>
                  </a:cubicBezTo>
                  <a:lnTo>
                    <a:pt x="6988" y="4548"/>
                  </a:lnTo>
                  <a:cubicBezTo>
                    <a:pt x="7025" y="4548"/>
                    <a:pt x="7173" y="4511"/>
                    <a:pt x="7358" y="4437"/>
                  </a:cubicBezTo>
                  <a:cubicBezTo>
                    <a:pt x="7469" y="4400"/>
                    <a:pt x="7543" y="4326"/>
                    <a:pt x="7653" y="4252"/>
                  </a:cubicBezTo>
                  <a:cubicBezTo>
                    <a:pt x="7727" y="4178"/>
                    <a:pt x="7838" y="4030"/>
                    <a:pt x="7838" y="3845"/>
                  </a:cubicBezTo>
                  <a:lnTo>
                    <a:pt x="7838" y="3734"/>
                  </a:lnTo>
                  <a:cubicBezTo>
                    <a:pt x="7801" y="3660"/>
                    <a:pt x="7801" y="3624"/>
                    <a:pt x="7764" y="3587"/>
                  </a:cubicBezTo>
                  <a:cubicBezTo>
                    <a:pt x="7690" y="3402"/>
                    <a:pt x="7506" y="3143"/>
                    <a:pt x="7284" y="2773"/>
                  </a:cubicBezTo>
                  <a:cubicBezTo>
                    <a:pt x="6951" y="2219"/>
                    <a:pt x="6470" y="1553"/>
                    <a:pt x="5990" y="1036"/>
                  </a:cubicBezTo>
                  <a:cubicBezTo>
                    <a:pt x="5731" y="740"/>
                    <a:pt x="5509" y="518"/>
                    <a:pt x="5250" y="296"/>
                  </a:cubicBezTo>
                  <a:cubicBezTo>
                    <a:pt x="4992" y="148"/>
                    <a:pt x="4770" y="0"/>
                    <a:pt x="44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51"/>
            <p:cNvSpPr/>
            <p:nvPr/>
          </p:nvSpPr>
          <p:spPr>
            <a:xfrm>
              <a:off x="4000825" y="3493950"/>
              <a:ext cx="430750" cy="128850"/>
            </a:xfrm>
            <a:custGeom>
              <a:avLst/>
              <a:gdLst/>
              <a:ahLst/>
              <a:cxnLst/>
              <a:rect l="l" t="t" r="r" b="b"/>
              <a:pathLst>
                <a:path w="17230" h="5154" extrusionOk="0">
                  <a:moveTo>
                    <a:pt x="13404" y="0"/>
                  </a:moveTo>
                  <a:cubicBezTo>
                    <a:pt x="12849" y="0"/>
                    <a:pt x="12093" y="101"/>
                    <a:pt x="11166" y="458"/>
                  </a:cubicBezTo>
                  <a:cubicBezTo>
                    <a:pt x="9022" y="1272"/>
                    <a:pt x="4770" y="2492"/>
                    <a:pt x="4142" y="2492"/>
                  </a:cubicBezTo>
                  <a:cubicBezTo>
                    <a:pt x="3550" y="2492"/>
                    <a:pt x="75" y="2788"/>
                    <a:pt x="75" y="2788"/>
                  </a:cubicBezTo>
                  <a:lnTo>
                    <a:pt x="1" y="5006"/>
                  </a:lnTo>
                  <a:cubicBezTo>
                    <a:pt x="1" y="5006"/>
                    <a:pt x="6853" y="5154"/>
                    <a:pt x="11695" y="5154"/>
                  </a:cubicBezTo>
                  <a:cubicBezTo>
                    <a:pt x="14115" y="5154"/>
                    <a:pt x="16034" y="5117"/>
                    <a:pt x="16342" y="5006"/>
                  </a:cubicBezTo>
                  <a:cubicBezTo>
                    <a:pt x="17229" y="4710"/>
                    <a:pt x="16933" y="1789"/>
                    <a:pt x="14493" y="163"/>
                  </a:cubicBezTo>
                  <a:cubicBezTo>
                    <a:pt x="14493" y="163"/>
                    <a:pt x="14111" y="0"/>
                    <a:pt x="13404" y="0"/>
                  </a:cubicBezTo>
                  <a:close/>
                </a:path>
              </a:pathLst>
            </a:custGeom>
            <a:solidFill>
              <a:srgbClr val="7070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9" name="Google Shape;2779;p51"/>
            <p:cNvSpPr/>
            <p:nvPr/>
          </p:nvSpPr>
          <p:spPr>
            <a:xfrm>
              <a:off x="3992525" y="3486000"/>
              <a:ext cx="436275" cy="144200"/>
            </a:xfrm>
            <a:custGeom>
              <a:avLst/>
              <a:gdLst/>
              <a:ahLst/>
              <a:cxnLst/>
              <a:rect l="l" t="t" r="r" b="b"/>
              <a:pathLst>
                <a:path w="17451" h="5768" extrusionOk="0">
                  <a:moveTo>
                    <a:pt x="13753" y="629"/>
                  </a:moveTo>
                  <a:cubicBezTo>
                    <a:pt x="14086" y="629"/>
                    <a:pt x="14345" y="666"/>
                    <a:pt x="14493" y="703"/>
                  </a:cubicBezTo>
                  <a:cubicBezTo>
                    <a:pt x="14567" y="703"/>
                    <a:pt x="14641" y="740"/>
                    <a:pt x="14678" y="740"/>
                  </a:cubicBezTo>
                  <a:cubicBezTo>
                    <a:pt x="15417" y="1220"/>
                    <a:pt x="15971" y="1886"/>
                    <a:pt x="16304" y="2551"/>
                  </a:cubicBezTo>
                  <a:cubicBezTo>
                    <a:pt x="16674" y="3180"/>
                    <a:pt x="16822" y="3808"/>
                    <a:pt x="16822" y="4289"/>
                  </a:cubicBezTo>
                  <a:cubicBezTo>
                    <a:pt x="16822" y="4547"/>
                    <a:pt x="16785" y="4732"/>
                    <a:pt x="16711" y="4880"/>
                  </a:cubicBezTo>
                  <a:cubicBezTo>
                    <a:pt x="16674" y="4991"/>
                    <a:pt x="16600" y="5028"/>
                    <a:pt x="16563" y="5065"/>
                  </a:cubicBezTo>
                  <a:lnTo>
                    <a:pt x="16415" y="5065"/>
                  </a:lnTo>
                  <a:cubicBezTo>
                    <a:pt x="16156" y="5102"/>
                    <a:pt x="15565" y="5139"/>
                    <a:pt x="14788" y="5139"/>
                  </a:cubicBezTo>
                  <a:cubicBezTo>
                    <a:pt x="14049" y="5176"/>
                    <a:pt x="13088" y="5176"/>
                    <a:pt x="12016" y="5176"/>
                  </a:cubicBezTo>
                  <a:cubicBezTo>
                    <a:pt x="9613" y="5176"/>
                    <a:pt x="6692" y="5139"/>
                    <a:pt x="4363" y="5102"/>
                  </a:cubicBezTo>
                  <a:cubicBezTo>
                    <a:pt x="3180" y="5102"/>
                    <a:pt x="2181" y="5065"/>
                    <a:pt x="1479" y="5065"/>
                  </a:cubicBezTo>
                  <a:cubicBezTo>
                    <a:pt x="1119" y="5047"/>
                    <a:pt x="839" y="5038"/>
                    <a:pt x="645" y="5033"/>
                  </a:cubicBezTo>
                  <a:lnTo>
                    <a:pt x="645" y="5033"/>
                  </a:lnTo>
                  <a:lnTo>
                    <a:pt x="726" y="3377"/>
                  </a:lnTo>
                  <a:lnTo>
                    <a:pt x="726" y="3377"/>
                  </a:lnTo>
                  <a:cubicBezTo>
                    <a:pt x="1055" y="3349"/>
                    <a:pt x="1632" y="3301"/>
                    <a:pt x="2255" y="3254"/>
                  </a:cubicBezTo>
                  <a:cubicBezTo>
                    <a:pt x="3180" y="3180"/>
                    <a:pt x="4215" y="3106"/>
                    <a:pt x="4474" y="3106"/>
                  </a:cubicBezTo>
                  <a:cubicBezTo>
                    <a:pt x="4585" y="3106"/>
                    <a:pt x="4732" y="3106"/>
                    <a:pt x="4917" y="3069"/>
                  </a:cubicBezTo>
                  <a:cubicBezTo>
                    <a:pt x="6211" y="2810"/>
                    <a:pt x="9686" y="1775"/>
                    <a:pt x="11609" y="1072"/>
                  </a:cubicBezTo>
                  <a:cubicBezTo>
                    <a:pt x="12496" y="703"/>
                    <a:pt x="13236" y="629"/>
                    <a:pt x="13753" y="629"/>
                  </a:cubicBezTo>
                  <a:close/>
                  <a:moveTo>
                    <a:pt x="13753" y="0"/>
                  </a:moveTo>
                  <a:cubicBezTo>
                    <a:pt x="13162" y="0"/>
                    <a:pt x="12348" y="111"/>
                    <a:pt x="11387" y="481"/>
                  </a:cubicBezTo>
                  <a:cubicBezTo>
                    <a:pt x="10315" y="887"/>
                    <a:pt x="8725" y="1405"/>
                    <a:pt x="7320" y="1812"/>
                  </a:cubicBezTo>
                  <a:cubicBezTo>
                    <a:pt x="6618" y="1997"/>
                    <a:pt x="5952" y="2181"/>
                    <a:pt x="5472" y="2292"/>
                  </a:cubicBezTo>
                  <a:cubicBezTo>
                    <a:pt x="5213" y="2366"/>
                    <a:pt x="4991" y="2403"/>
                    <a:pt x="4806" y="2440"/>
                  </a:cubicBezTo>
                  <a:cubicBezTo>
                    <a:pt x="4622" y="2477"/>
                    <a:pt x="4511" y="2514"/>
                    <a:pt x="4474" y="2514"/>
                  </a:cubicBezTo>
                  <a:cubicBezTo>
                    <a:pt x="4141" y="2514"/>
                    <a:pt x="3143" y="2588"/>
                    <a:pt x="2181" y="2662"/>
                  </a:cubicBezTo>
                  <a:cubicBezTo>
                    <a:pt x="1257" y="2736"/>
                    <a:pt x="407" y="2810"/>
                    <a:pt x="407" y="2810"/>
                  </a:cubicBezTo>
                  <a:cubicBezTo>
                    <a:pt x="222" y="2810"/>
                    <a:pt x="111" y="2958"/>
                    <a:pt x="111" y="3106"/>
                  </a:cubicBezTo>
                  <a:lnTo>
                    <a:pt x="0" y="5324"/>
                  </a:lnTo>
                  <a:cubicBezTo>
                    <a:pt x="0" y="5398"/>
                    <a:pt x="37" y="5509"/>
                    <a:pt x="74" y="5546"/>
                  </a:cubicBezTo>
                  <a:cubicBezTo>
                    <a:pt x="148" y="5620"/>
                    <a:pt x="222" y="5657"/>
                    <a:pt x="296" y="5657"/>
                  </a:cubicBezTo>
                  <a:cubicBezTo>
                    <a:pt x="296" y="5657"/>
                    <a:pt x="7172" y="5768"/>
                    <a:pt x="12016" y="5768"/>
                  </a:cubicBezTo>
                  <a:lnTo>
                    <a:pt x="15121" y="5768"/>
                  </a:lnTo>
                  <a:cubicBezTo>
                    <a:pt x="15565" y="5731"/>
                    <a:pt x="15898" y="5731"/>
                    <a:pt x="16156" y="5731"/>
                  </a:cubicBezTo>
                  <a:cubicBezTo>
                    <a:pt x="16304" y="5694"/>
                    <a:pt x="16415" y="5694"/>
                    <a:pt x="16526" y="5694"/>
                  </a:cubicBezTo>
                  <a:cubicBezTo>
                    <a:pt x="16600" y="5657"/>
                    <a:pt x="16674" y="5657"/>
                    <a:pt x="16748" y="5620"/>
                  </a:cubicBezTo>
                  <a:cubicBezTo>
                    <a:pt x="17007" y="5546"/>
                    <a:pt x="17192" y="5361"/>
                    <a:pt x="17302" y="5102"/>
                  </a:cubicBezTo>
                  <a:cubicBezTo>
                    <a:pt x="17376" y="4880"/>
                    <a:pt x="17450" y="4621"/>
                    <a:pt x="17450" y="4289"/>
                  </a:cubicBezTo>
                  <a:cubicBezTo>
                    <a:pt x="17450" y="3697"/>
                    <a:pt x="17265" y="2958"/>
                    <a:pt x="16859" y="2255"/>
                  </a:cubicBezTo>
                  <a:cubicBezTo>
                    <a:pt x="16452" y="1516"/>
                    <a:pt x="15861" y="776"/>
                    <a:pt x="15010" y="222"/>
                  </a:cubicBezTo>
                  <a:lnTo>
                    <a:pt x="14936" y="185"/>
                  </a:lnTo>
                  <a:cubicBezTo>
                    <a:pt x="14936" y="185"/>
                    <a:pt x="14493" y="0"/>
                    <a:pt x="13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0" name="Google Shape;2780;p51"/>
            <p:cNvSpPr/>
            <p:nvPr/>
          </p:nvSpPr>
          <p:spPr>
            <a:xfrm>
              <a:off x="3898250" y="3515250"/>
              <a:ext cx="183025" cy="99250"/>
            </a:xfrm>
            <a:custGeom>
              <a:avLst/>
              <a:gdLst/>
              <a:ahLst/>
              <a:cxnLst/>
              <a:rect l="l" t="t" r="r" b="b"/>
              <a:pathLst>
                <a:path w="7321" h="3970" extrusionOk="0">
                  <a:moveTo>
                    <a:pt x="3143" y="1"/>
                  </a:moveTo>
                  <a:cubicBezTo>
                    <a:pt x="2183" y="1"/>
                    <a:pt x="143" y="3249"/>
                    <a:pt x="74" y="3525"/>
                  </a:cubicBezTo>
                  <a:cubicBezTo>
                    <a:pt x="0" y="3821"/>
                    <a:pt x="703" y="3969"/>
                    <a:pt x="703" y="3969"/>
                  </a:cubicBezTo>
                  <a:cubicBezTo>
                    <a:pt x="703" y="3969"/>
                    <a:pt x="2477" y="3599"/>
                    <a:pt x="2884" y="3525"/>
                  </a:cubicBezTo>
                  <a:cubicBezTo>
                    <a:pt x="2918" y="3519"/>
                    <a:pt x="2951" y="3516"/>
                    <a:pt x="2985" y="3516"/>
                  </a:cubicBezTo>
                  <a:cubicBezTo>
                    <a:pt x="3326" y="3516"/>
                    <a:pt x="3711" y="3821"/>
                    <a:pt x="4585" y="3821"/>
                  </a:cubicBezTo>
                  <a:lnTo>
                    <a:pt x="7320" y="3821"/>
                  </a:lnTo>
                  <a:lnTo>
                    <a:pt x="6840" y="2934"/>
                  </a:lnTo>
                  <a:cubicBezTo>
                    <a:pt x="6840" y="2934"/>
                    <a:pt x="4141" y="605"/>
                    <a:pt x="3328" y="50"/>
                  </a:cubicBezTo>
                  <a:cubicBezTo>
                    <a:pt x="3272" y="16"/>
                    <a:pt x="3210" y="1"/>
                    <a:pt x="31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1" name="Google Shape;2781;p51"/>
            <p:cNvSpPr/>
            <p:nvPr/>
          </p:nvSpPr>
          <p:spPr>
            <a:xfrm>
              <a:off x="3892700" y="3508175"/>
              <a:ext cx="195975" cy="113700"/>
            </a:xfrm>
            <a:custGeom>
              <a:avLst/>
              <a:gdLst/>
              <a:ahLst/>
              <a:cxnLst/>
              <a:rect l="l" t="t" r="r" b="b"/>
              <a:pathLst>
                <a:path w="7839" h="4548" extrusionOk="0">
                  <a:moveTo>
                    <a:pt x="3365" y="0"/>
                  </a:moveTo>
                  <a:cubicBezTo>
                    <a:pt x="3143" y="0"/>
                    <a:pt x="2958" y="74"/>
                    <a:pt x="2810" y="185"/>
                  </a:cubicBezTo>
                  <a:cubicBezTo>
                    <a:pt x="2477" y="370"/>
                    <a:pt x="2182" y="629"/>
                    <a:pt x="1886" y="999"/>
                  </a:cubicBezTo>
                  <a:cubicBezTo>
                    <a:pt x="1442" y="1479"/>
                    <a:pt x="999" y="2108"/>
                    <a:pt x="629" y="2625"/>
                  </a:cubicBezTo>
                  <a:cubicBezTo>
                    <a:pt x="481" y="2884"/>
                    <a:pt x="333" y="3106"/>
                    <a:pt x="222" y="3291"/>
                  </a:cubicBezTo>
                  <a:cubicBezTo>
                    <a:pt x="185" y="3402"/>
                    <a:pt x="111" y="3476"/>
                    <a:pt x="74" y="3550"/>
                  </a:cubicBezTo>
                  <a:cubicBezTo>
                    <a:pt x="37" y="3624"/>
                    <a:pt x="37" y="3660"/>
                    <a:pt x="0" y="3734"/>
                  </a:cubicBezTo>
                  <a:lnTo>
                    <a:pt x="0" y="3845"/>
                  </a:lnTo>
                  <a:cubicBezTo>
                    <a:pt x="0" y="4030"/>
                    <a:pt x="111" y="4178"/>
                    <a:pt x="185" y="4252"/>
                  </a:cubicBezTo>
                  <a:cubicBezTo>
                    <a:pt x="333" y="4400"/>
                    <a:pt x="481" y="4437"/>
                    <a:pt x="629" y="4474"/>
                  </a:cubicBezTo>
                  <a:cubicBezTo>
                    <a:pt x="740" y="4548"/>
                    <a:pt x="851" y="4548"/>
                    <a:pt x="851" y="4548"/>
                  </a:cubicBezTo>
                  <a:lnTo>
                    <a:pt x="962" y="4548"/>
                  </a:lnTo>
                  <a:cubicBezTo>
                    <a:pt x="962" y="4548"/>
                    <a:pt x="2773" y="4178"/>
                    <a:pt x="3143" y="4104"/>
                  </a:cubicBezTo>
                  <a:lnTo>
                    <a:pt x="3180" y="4104"/>
                  </a:lnTo>
                  <a:cubicBezTo>
                    <a:pt x="3254" y="4104"/>
                    <a:pt x="3439" y="4141"/>
                    <a:pt x="3697" y="4252"/>
                  </a:cubicBezTo>
                  <a:cubicBezTo>
                    <a:pt x="3993" y="4326"/>
                    <a:pt x="4326" y="4400"/>
                    <a:pt x="4807" y="4400"/>
                  </a:cubicBezTo>
                  <a:lnTo>
                    <a:pt x="7542" y="4400"/>
                  </a:lnTo>
                  <a:cubicBezTo>
                    <a:pt x="7690" y="4400"/>
                    <a:pt x="7838" y="4289"/>
                    <a:pt x="7838" y="4104"/>
                  </a:cubicBezTo>
                  <a:cubicBezTo>
                    <a:pt x="7838" y="3919"/>
                    <a:pt x="7690" y="3808"/>
                    <a:pt x="7542" y="3808"/>
                  </a:cubicBezTo>
                  <a:lnTo>
                    <a:pt x="4807" y="3808"/>
                  </a:lnTo>
                  <a:cubicBezTo>
                    <a:pt x="4400" y="3808"/>
                    <a:pt x="4141" y="3734"/>
                    <a:pt x="3882" y="3660"/>
                  </a:cubicBezTo>
                  <a:cubicBezTo>
                    <a:pt x="3660" y="3587"/>
                    <a:pt x="3476" y="3476"/>
                    <a:pt x="3180" y="3476"/>
                  </a:cubicBezTo>
                  <a:lnTo>
                    <a:pt x="3032" y="3513"/>
                  </a:lnTo>
                  <a:cubicBezTo>
                    <a:pt x="2699" y="3579"/>
                    <a:pt x="1198" y="3885"/>
                    <a:pt x="902" y="3946"/>
                  </a:cubicBezTo>
                  <a:lnTo>
                    <a:pt x="902" y="3946"/>
                  </a:lnTo>
                  <a:cubicBezTo>
                    <a:pt x="841" y="3930"/>
                    <a:pt x="754" y="3897"/>
                    <a:pt x="703" y="3845"/>
                  </a:cubicBezTo>
                  <a:lnTo>
                    <a:pt x="626" y="3820"/>
                  </a:lnTo>
                  <a:lnTo>
                    <a:pt x="626" y="3820"/>
                  </a:lnTo>
                  <a:cubicBezTo>
                    <a:pt x="645" y="3788"/>
                    <a:pt x="670" y="3747"/>
                    <a:pt x="703" y="3697"/>
                  </a:cubicBezTo>
                  <a:cubicBezTo>
                    <a:pt x="925" y="3291"/>
                    <a:pt x="1442" y="2477"/>
                    <a:pt x="1997" y="1775"/>
                  </a:cubicBezTo>
                  <a:cubicBezTo>
                    <a:pt x="2293" y="1442"/>
                    <a:pt x="2588" y="1146"/>
                    <a:pt x="2810" y="925"/>
                  </a:cubicBezTo>
                  <a:cubicBezTo>
                    <a:pt x="2958" y="814"/>
                    <a:pt x="3069" y="703"/>
                    <a:pt x="3180" y="666"/>
                  </a:cubicBezTo>
                  <a:cubicBezTo>
                    <a:pt x="3254" y="629"/>
                    <a:pt x="3328" y="592"/>
                    <a:pt x="3365" y="592"/>
                  </a:cubicBezTo>
                  <a:cubicBezTo>
                    <a:pt x="3771" y="851"/>
                    <a:pt x="4659" y="1553"/>
                    <a:pt x="5435" y="2219"/>
                  </a:cubicBezTo>
                  <a:cubicBezTo>
                    <a:pt x="5805" y="2514"/>
                    <a:pt x="6174" y="2847"/>
                    <a:pt x="6433" y="3069"/>
                  </a:cubicBezTo>
                  <a:cubicBezTo>
                    <a:pt x="6692" y="3291"/>
                    <a:pt x="6877" y="3439"/>
                    <a:pt x="6877" y="3439"/>
                  </a:cubicBezTo>
                  <a:cubicBezTo>
                    <a:pt x="6928" y="3490"/>
                    <a:pt x="7004" y="3518"/>
                    <a:pt x="7081" y="3518"/>
                  </a:cubicBezTo>
                  <a:cubicBezTo>
                    <a:pt x="7170" y="3518"/>
                    <a:pt x="7261" y="3481"/>
                    <a:pt x="7321" y="3402"/>
                  </a:cubicBezTo>
                  <a:cubicBezTo>
                    <a:pt x="7431" y="3291"/>
                    <a:pt x="7394" y="3069"/>
                    <a:pt x="7284" y="2958"/>
                  </a:cubicBezTo>
                  <a:cubicBezTo>
                    <a:pt x="7284" y="2958"/>
                    <a:pt x="6581" y="2403"/>
                    <a:pt x="5805" y="1738"/>
                  </a:cubicBezTo>
                  <a:cubicBezTo>
                    <a:pt x="5028" y="1073"/>
                    <a:pt x="4141" y="370"/>
                    <a:pt x="3697" y="74"/>
                  </a:cubicBezTo>
                  <a:cubicBezTo>
                    <a:pt x="3587" y="0"/>
                    <a:pt x="3476" y="0"/>
                    <a:pt x="3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2" name="Google Shape;2782;p51"/>
            <p:cNvSpPr/>
            <p:nvPr/>
          </p:nvSpPr>
          <p:spPr>
            <a:xfrm>
              <a:off x="3581225" y="3885275"/>
              <a:ext cx="489875" cy="212600"/>
            </a:xfrm>
            <a:custGeom>
              <a:avLst/>
              <a:gdLst/>
              <a:ahLst/>
              <a:cxnLst/>
              <a:rect l="l" t="t" r="r" b="b"/>
              <a:pathLst>
                <a:path w="19595" h="8504" extrusionOk="0">
                  <a:moveTo>
                    <a:pt x="0" y="0"/>
                  </a:moveTo>
                  <a:lnTo>
                    <a:pt x="0" y="8504"/>
                  </a:lnTo>
                  <a:lnTo>
                    <a:pt x="19595" y="8504"/>
                  </a:lnTo>
                  <a:lnTo>
                    <a:pt x="195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3" name="Google Shape;2783;p51"/>
            <p:cNvSpPr/>
            <p:nvPr/>
          </p:nvSpPr>
          <p:spPr>
            <a:xfrm>
              <a:off x="3573825" y="3876950"/>
              <a:ext cx="504675" cy="228325"/>
            </a:xfrm>
            <a:custGeom>
              <a:avLst/>
              <a:gdLst/>
              <a:ahLst/>
              <a:cxnLst/>
              <a:rect l="l" t="t" r="r" b="b"/>
              <a:pathLst>
                <a:path w="20187" h="9133" extrusionOk="0">
                  <a:moveTo>
                    <a:pt x="19558" y="629"/>
                  </a:moveTo>
                  <a:lnTo>
                    <a:pt x="19558" y="8504"/>
                  </a:lnTo>
                  <a:lnTo>
                    <a:pt x="592" y="8504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37" y="149"/>
                    <a:pt x="1" y="223"/>
                    <a:pt x="1" y="333"/>
                  </a:cubicBezTo>
                  <a:lnTo>
                    <a:pt x="1" y="8837"/>
                  </a:lnTo>
                  <a:cubicBezTo>
                    <a:pt x="1" y="8911"/>
                    <a:pt x="37" y="8985"/>
                    <a:pt x="74" y="9022"/>
                  </a:cubicBezTo>
                  <a:cubicBezTo>
                    <a:pt x="148" y="9095"/>
                    <a:pt x="222" y="9132"/>
                    <a:pt x="296" y="9132"/>
                  </a:cubicBezTo>
                  <a:lnTo>
                    <a:pt x="19891" y="9132"/>
                  </a:lnTo>
                  <a:cubicBezTo>
                    <a:pt x="19965" y="9132"/>
                    <a:pt x="20039" y="9095"/>
                    <a:pt x="20113" y="9022"/>
                  </a:cubicBezTo>
                  <a:cubicBezTo>
                    <a:pt x="20149" y="8985"/>
                    <a:pt x="20186" y="8911"/>
                    <a:pt x="20186" y="8837"/>
                  </a:cubicBezTo>
                  <a:lnTo>
                    <a:pt x="20186" y="333"/>
                  </a:lnTo>
                  <a:cubicBezTo>
                    <a:pt x="20186" y="223"/>
                    <a:pt x="20149" y="149"/>
                    <a:pt x="20113" y="112"/>
                  </a:cubicBezTo>
                  <a:cubicBezTo>
                    <a:pt x="20039" y="38"/>
                    <a:pt x="19965" y="1"/>
                    <a:pt x="19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4" name="Google Shape;2784;p51"/>
            <p:cNvSpPr/>
            <p:nvPr/>
          </p:nvSpPr>
          <p:spPr>
            <a:xfrm>
              <a:off x="3618200" y="3864350"/>
              <a:ext cx="183950" cy="157000"/>
            </a:xfrm>
            <a:custGeom>
              <a:avLst/>
              <a:gdLst/>
              <a:ahLst/>
              <a:cxnLst/>
              <a:rect l="l" t="t" r="r" b="b"/>
              <a:pathLst>
                <a:path w="7358" h="6280" extrusionOk="0">
                  <a:moveTo>
                    <a:pt x="306" y="1"/>
                  </a:moveTo>
                  <a:cubicBezTo>
                    <a:pt x="185" y="1"/>
                    <a:pt x="66" y="93"/>
                    <a:pt x="37" y="209"/>
                  </a:cubicBezTo>
                  <a:cubicBezTo>
                    <a:pt x="0" y="394"/>
                    <a:pt x="74" y="542"/>
                    <a:pt x="259" y="616"/>
                  </a:cubicBezTo>
                  <a:lnTo>
                    <a:pt x="296" y="616"/>
                  </a:lnTo>
                  <a:cubicBezTo>
                    <a:pt x="592" y="690"/>
                    <a:pt x="1997" y="1133"/>
                    <a:pt x="3401" y="2021"/>
                  </a:cubicBezTo>
                  <a:cubicBezTo>
                    <a:pt x="4843" y="2908"/>
                    <a:pt x="6285" y="4239"/>
                    <a:pt x="6729" y="6050"/>
                  </a:cubicBezTo>
                  <a:cubicBezTo>
                    <a:pt x="6761" y="6179"/>
                    <a:pt x="6905" y="6279"/>
                    <a:pt x="7039" y="6279"/>
                  </a:cubicBezTo>
                  <a:cubicBezTo>
                    <a:pt x="7059" y="6279"/>
                    <a:pt x="7079" y="6277"/>
                    <a:pt x="7098" y="6272"/>
                  </a:cubicBezTo>
                  <a:cubicBezTo>
                    <a:pt x="7283" y="6235"/>
                    <a:pt x="7357" y="6050"/>
                    <a:pt x="7320" y="5902"/>
                  </a:cubicBezTo>
                  <a:cubicBezTo>
                    <a:pt x="6766" y="3721"/>
                    <a:pt x="5028" y="2242"/>
                    <a:pt x="3438" y="1318"/>
                  </a:cubicBezTo>
                  <a:cubicBezTo>
                    <a:pt x="1849" y="394"/>
                    <a:pt x="407" y="24"/>
                    <a:pt x="407" y="24"/>
                  </a:cubicBezTo>
                  <a:cubicBezTo>
                    <a:pt x="374" y="8"/>
                    <a:pt x="340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5" name="Google Shape;2785;p51"/>
            <p:cNvSpPr/>
            <p:nvPr/>
          </p:nvSpPr>
          <p:spPr>
            <a:xfrm>
              <a:off x="3875125" y="3876950"/>
              <a:ext cx="171025" cy="137975"/>
            </a:xfrm>
            <a:custGeom>
              <a:avLst/>
              <a:gdLst/>
              <a:ahLst/>
              <a:cxnLst/>
              <a:rect l="l" t="t" r="r" b="b"/>
              <a:pathLst>
                <a:path w="6841" h="5519" extrusionOk="0">
                  <a:moveTo>
                    <a:pt x="6434" y="1"/>
                  </a:moveTo>
                  <a:cubicBezTo>
                    <a:pt x="6064" y="1"/>
                    <a:pt x="4844" y="75"/>
                    <a:pt x="3513" y="740"/>
                  </a:cubicBezTo>
                  <a:cubicBezTo>
                    <a:pt x="2182" y="1406"/>
                    <a:pt x="777" y="2700"/>
                    <a:pt x="75" y="5140"/>
                  </a:cubicBezTo>
                  <a:cubicBezTo>
                    <a:pt x="1" y="5288"/>
                    <a:pt x="112" y="5472"/>
                    <a:pt x="260" y="5509"/>
                  </a:cubicBezTo>
                  <a:cubicBezTo>
                    <a:pt x="291" y="5516"/>
                    <a:pt x="320" y="5519"/>
                    <a:pt x="349" y="5519"/>
                  </a:cubicBezTo>
                  <a:cubicBezTo>
                    <a:pt x="492" y="5519"/>
                    <a:pt x="605" y="5442"/>
                    <a:pt x="666" y="5288"/>
                  </a:cubicBezTo>
                  <a:cubicBezTo>
                    <a:pt x="1332" y="3032"/>
                    <a:pt x="2589" y="1886"/>
                    <a:pt x="3809" y="1295"/>
                  </a:cubicBezTo>
                  <a:cubicBezTo>
                    <a:pt x="4992" y="666"/>
                    <a:pt x="6101" y="629"/>
                    <a:pt x="6434" y="629"/>
                  </a:cubicBezTo>
                  <a:lnTo>
                    <a:pt x="6508" y="629"/>
                  </a:lnTo>
                  <a:cubicBezTo>
                    <a:pt x="6693" y="629"/>
                    <a:pt x="6840" y="518"/>
                    <a:pt x="6840" y="333"/>
                  </a:cubicBezTo>
                  <a:cubicBezTo>
                    <a:pt x="6840" y="149"/>
                    <a:pt x="6730" y="1"/>
                    <a:pt x="6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6" name="Google Shape;2786;p51"/>
            <p:cNvSpPr/>
            <p:nvPr/>
          </p:nvSpPr>
          <p:spPr>
            <a:xfrm>
              <a:off x="3388050" y="3841775"/>
              <a:ext cx="297625" cy="1110125"/>
            </a:xfrm>
            <a:custGeom>
              <a:avLst/>
              <a:gdLst/>
              <a:ahLst/>
              <a:cxnLst/>
              <a:rect l="l" t="t" r="r" b="b"/>
              <a:pathLst>
                <a:path w="11905" h="44405" extrusionOk="0">
                  <a:moveTo>
                    <a:pt x="5814" y="0"/>
                  </a:moveTo>
                  <a:cubicBezTo>
                    <a:pt x="5175" y="0"/>
                    <a:pt x="4518" y="122"/>
                    <a:pt x="3845" y="446"/>
                  </a:cubicBezTo>
                  <a:cubicBezTo>
                    <a:pt x="0" y="2221"/>
                    <a:pt x="3771" y="44405"/>
                    <a:pt x="3771" y="44405"/>
                  </a:cubicBezTo>
                  <a:lnTo>
                    <a:pt x="6877" y="44405"/>
                  </a:lnTo>
                  <a:cubicBezTo>
                    <a:pt x="6877" y="44405"/>
                    <a:pt x="10907" y="19486"/>
                    <a:pt x="11720" y="6621"/>
                  </a:cubicBezTo>
                  <a:cubicBezTo>
                    <a:pt x="11905" y="3478"/>
                    <a:pt x="9835" y="594"/>
                    <a:pt x="6729" y="77"/>
                  </a:cubicBezTo>
                  <a:cubicBezTo>
                    <a:pt x="6428" y="29"/>
                    <a:pt x="6123" y="0"/>
                    <a:pt x="58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51"/>
            <p:cNvSpPr/>
            <p:nvPr/>
          </p:nvSpPr>
          <p:spPr>
            <a:xfrm>
              <a:off x="3433325" y="3834450"/>
              <a:ext cx="256050" cy="1124850"/>
            </a:xfrm>
            <a:custGeom>
              <a:avLst/>
              <a:gdLst/>
              <a:ahLst/>
              <a:cxnLst/>
              <a:rect l="l" t="t" r="r" b="b"/>
              <a:pathLst>
                <a:path w="10242" h="44994" extrusionOk="0">
                  <a:moveTo>
                    <a:pt x="4031" y="592"/>
                  </a:moveTo>
                  <a:cubicBezTo>
                    <a:pt x="4327" y="592"/>
                    <a:pt x="4585" y="629"/>
                    <a:pt x="4881" y="666"/>
                  </a:cubicBezTo>
                  <a:cubicBezTo>
                    <a:pt x="7654" y="1146"/>
                    <a:pt x="9613" y="3697"/>
                    <a:pt x="9613" y="6507"/>
                  </a:cubicBezTo>
                  <a:cubicBezTo>
                    <a:pt x="9613" y="6618"/>
                    <a:pt x="9613" y="6766"/>
                    <a:pt x="9613" y="6877"/>
                  </a:cubicBezTo>
                  <a:cubicBezTo>
                    <a:pt x="9207" y="13310"/>
                    <a:pt x="7987" y="22737"/>
                    <a:pt x="6878" y="30575"/>
                  </a:cubicBezTo>
                  <a:cubicBezTo>
                    <a:pt x="6323" y="34494"/>
                    <a:pt x="5768" y="38006"/>
                    <a:pt x="5399" y="40557"/>
                  </a:cubicBezTo>
                  <a:cubicBezTo>
                    <a:pt x="5214" y="41814"/>
                    <a:pt x="5029" y="42849"/>
                    <a:pt x="4918" y="43552"/>
                  </a:cubicBezTo>
                  <a:cubicBezTo>
                    <a:pt x="4859" y="43923"/>
                    <a:pt x="4811" y="44212"/>
                    <a:pt x="4779" y="44402"/>
                  </a:cubicBezTo>
                  <a:lnTo>
                    <a:pt x="2244" y="44402"/>
                  </a:lnTo>
                  <a:cubicBezTo>
                    <a:pt x="2234" y="44266"/>
                    <a:pt x="2215" y="44079"/>
                    <a:pt x="2182" y="43847"/>
                  </a:cubicBezTo>
                  <a:cubicBezTo>
                    <a:pt x="1886" y="40150"/>
                    <a:pt x="629" y="24623"/>
                    <a:pt x="629" y="13236"/>
                  </a:cubicBezTo>
                  <a:cubicBezTo>
                    <a:pt x="629" y="9908"/>
                    <a:pt x="740" y="6951"/>
                    <a:pt x="999" y="4769"/>
                  </a:cubicBezTo>
                  <a:cubicBezTo>
                    <a:pt x="1147" y="3660"/>
                    <a:pt x="1295" y="2736"/>
                    <a:pt x="1517" y="2107"/>
                  </a:cubicBezTo>
                  <a:cubicBezTo>
                    <a:pt x="1628" y="1775"/>
                    <a:pt x="1739" y="1516"/>
                    <a:pt x="1850" y="1331"/>
                  </a:cubicBezTo>
                  <a:cubicBezTo>
                    <a:pt x="1960" y="1146"/>
                    <a:pt x="2108" y="1035"/>
                    <a:pt x="2182" y="998"/>
                  </a:cubicBezTo>
                  <a:cubicBezTo>
                    <a:pt x="2811" y="702"/>
                    <a:pt x="3402" y="592"/>
                    <a:pt x="4031" y="592"/>
                  </a:cubicBezTo>
                  <a:close/>
                  <a:moveTo>
                    <a:pt x="4031" y="0"/>
                  </a:moveTo>
                  <a:cubicBezTo>
                    <a:pt x="3328" y="0"/>
                    <a:pt x="2626" y="111"/>
                    <a:pt x="1923" y="444"/>
                  </a:cubicBezTo>
                  <a:cubicBezTo>
                    <a:pt x="1702" y="555"/>
                    <a:pt x="1517" y="739"/>
                    <a:pt x="1332" y="998"/>
                  </a:cubicBezTo>
                  <a:cubicBezTo>
                    <a:pt x="1073" y="1442"/>
                    <a:pt x="851" y="2033"/>
                    <a:pt x="703" y="2810"/>
                  </a:cubicBezTo>
                  <a:cubicBezTo>
                    <a:pt x="186" y="5102"/>
                    <a:pt x="1" y="8873"/>
                    <a:pt x="1" y="13236"/>
                  </a:cubicBezTo>
                  <a:cubicBezTo>
                    <a:pt x="1" y="26286"/>
                    <a:pt x="1665" y="44735"/>
                    <a:pt x="1665" y="44735"/>
                  </a:cubicBezTo>
                  <a:cubicBezTo>
                    <a:pt x="1665" y="44882"/>
                    <a:pt x="1813" y="44993"/>
                    <a:pt x="1960" y="44993"/>
                  </a:cubicBezTo>
                  <a:lnTo>
                    <a:pt x="5066" y="44993"/>
                  </a:lnTo>
                  <a:cubicBezTo>
                    <a:pt x="5214" y="44993"/>
                    <a:pt x="5325" y="44882"/>
                    <a:pt x="5362" y="44735"/>
                  </a:cubicBezTo>
                  <a:cubicBezTo>
                    <a:pt x="5362" y="44735"/>
                    <a:pt x="9392" y="19816"/>
                    <a:pt x="10205" y="6914"/>
                  </a:cubicBezTo>
                  <a:cubicBezTo>
                    <a:pt x="10242" y="6766"/>
                    <a:pt x="10242" y="6655"/>
                    <a:pt x="10242" y="6507"/>
                  </a:cubicBezTo>
                  <a:cubicBezTo>
                    <a:pt x="10242" y="3401"/>
                    <a:pt x="8098" y="592"/>
                    <a:pt x="4992" y="74"/>
                  </a:cubicBezTo>
                  <a:cubicBezTo>
                    <a:pt x="4659" y="0"/>
                    <a:pt x="4364" y="0"/>
                    <a:pt x="4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51"/>
            <p:cNvSpPr/>
            <p:nvPr/>
          </p:nvSpPr>
          <p:spPr>
            <a:xfrm>
              <a:off x="3374175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3994" y="1"/>
                  </a:moveTo>
                  <a:lnTo>
                    <a:pt x="3069" y="3920"/>
                  </a:lnTo>
                  <a:lnTo>
                    <a:pt x="1" y="5879"/>
                  </a:lnTo>
                  <a:lnTo>
                    <a:pt x="7839" y="5879"/>
                  </a:lnTo>
                  <a:lnTo>
                    <a:pt x="7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51"/>
            <p:cNvSpPr/>
            <p:nvPr/>
          </p:nvSpPr>
          <p:spPr>
            <a:xfrm>
              <a:off x="336587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7986" y="592"/>
                  </a:moveTo>
                  <a:lnTo>
                    <a:pt x="7875" y="5842"/>
                  </a:lnTo>
                  <a:lnTo>
                    <a:pt x="1405" y="5842"/>
                  </a:lnTo>
                  <a:lnTo>
                    <a:pt x="3586" y="4474"/>
                  </a:lnTo>
                  <a:cubicBezTo>
                    <a:pt x="3623" y="4437"/>
                    <a:pt x="3697" y="4363"/>
                    <a:pt x="3697" y="4289"/>
                  </a:cubicBezTo>
                  <a:lnTo>
                    <a:pt x="4569" y="592"/>
                  </a:lnTo>
                  <a:close/>
                  <a:moveTo>
                    <a:pt x="4326" y="1"/>
                  </a:moveTo>
                  <a:cubicBezTo>
                    <a:pt x="4178" y="1"/>
                    <a:pt x="4067" y="75"/>
                    <a:pt x="4030" y="223"/>
                  </a:cubicBezTo>
                  <a:lnTo>
                    <a:pt x="3143" y="4031"/>
                  </a:lnTo>
                  <a:lnTo>
                    <a:pt x="148" y="5916"/>
                  </a:lnTo>
                  <a:cubicBezTo>
                    <a:pt x="37" y="5990"/>
                    <a:pt x="0" y="6138"/>
                    <a:pt x="37" y="6249"/>
                  </a:cubicBezTo>
                  <a:cubicBezTo>
                    <a:pt x="74" y="6397"/>
                    <a:pt x="185" y="6471"/>
                    <a:pt x="333" y="6471"/>
                  </a:cubicBezTo>
                  <a:lnTo>
                    <a:pt x="8171" y="6471"/>
                  </a:lnTo>
                  <a:cubicBezTo>
                    <a:pt x="8319" y="6471"/>
                    <a:pt x="8466" y="6323"/>
                    <a:pt x="8466" y="6175"/>
                  </a:cubicBezTo>
                  <a:lnTo>
                    <a:pt x="8614" y="297"/>
                  </a:lnTo>
                  <a:cubicBezTo>
                    <a:pt x="8614" y="223"/>
                    <a:pt x="8577" y="149"/>
                    <a:pt x="8503" y="75"/>
                  </a:cubicBezTo>
                  <a:cubicBezTo>
                    <a:pt x="8466" y="38"/>
                    <a:pt x="8355" y="1"/>
                    <a:pt x="8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51"/>
            <p:cNvSpPr/>
            <p:nvPr/>
          </p:nvSpPr>
          <p:spPr>
            <a:xfrm>
              <a:off x="345090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868" y="1"/>
                  </a:moveTo>
                  <a:cubicBezTo>
                    <a:pt x="871" y="1"/>
                    <a:pt x="0" y="560"/>
                    <a:pt x="0" y="560"/>
                  </a:cubicBezTo>
                  <a:lnTo>
                    <a:pt x="3365" y="560"/>
                  </a:lnTo>
                  <a:cubicBezTo>
                    <a:pt x="2896" y="141"/>
                    <a:pt x="2367" y="1"/>
                    <a:pt x="18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51"/>
            <p:cNvSpPr/>
            <p:nvPr/>
          </p:nvSpPr>
          <p:spPr>
            <a:xfrm>
              <a:off x="344257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2219" y="0"/>
                  </a:moveTo>
                  <a:cubicBezTo>
                    <a:pt x="1110" y="37"/>
                    <a:pt x="186" y="629"/>
                    <a:pt x="186" y="629"/>
                  </a:cubicBezTo>
                  <a:cubicBezTo>
                    <a:pt x="38" y="703"/>
                    <a:pt x="1" y="888"/>
                    <a:pt x="75" y="1035"/>
                  </a:cubicBezTo>
                  <a:cubicBezTo>
                    <a:pt x="149" y="1134"/>
                    <a:pt x="255" y="1183"/>
                    <a:pt x="362" y="1183"/>
                  </a:cubicBezTo>
                  <a:cubicBezTo>
                    <a:pt x="416" y="1183"/>
                    <a:pt x="469" y="1171"/>
                    <a:pt x="518" y="1146"/>
                  </a:cubicBezTo>
                  <a:cubicBezTo>
                    <a:pt x="592" y="1072"/>
                    <a:pt x="1369" y="629"/>
                    <a:pt x="2219" y="629"/>
                  </a:cubicBezTo>
                  <a:cubicBezTo>
                    <a:pt x="2626" y="629"/>
                    <a:pt x="3069" y="740"/>
                    <a:pt x="3476" y="1109"/>
                  </a:cubicBezTo>
                  <a:cubicBezTo>
                    <a:pt x="3545" y="1161"/>
                    <a:pt x="3621" y="1188"/>
                    <a:pt x="3695" y="1188"/>
                  </a:cubicBezTo>
                  <a:cubicBezTo>
                    <a:pt x="3779" y="1188"/>
                    <a:pt x="3860" y="1152"/>
                    <a:pt x="3920" y="1072"/>
                  </a:cubicBezTo>
                  <a:cubicBezTo>
                    <a:pt x="4030" y="961"/>
                    <a:pt x="4030" y="777"/>
                    <a:pt x="3883" y="666"/>
                  </a:cubicBezTo>
                  <a:cubicBezTo>
                    <a:pt x="3365" y="185"/>
                    <a:pt x="2737" y="0"/>
                    <a:pt x="22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2" name="Google Shape;2792;p51"/>
            <p:cNvSpPr/>
            <p:nvPr/>
          </p:nvSpPr>
          <p:spPr>
            <a:xfrm>
              <a:off x="3998975" y="3841775"/>
              <a:ext cx="297650" cy="1110125"/>
            </a:xfrm>
            <a:custGeom>
              <a:avLst/>
              <a:gdLst/>
              <a:ahLst/>
              <a:cxnLst/>
              <a:rect l="l" t="t" r="r" b="b"/>
              <a:pathLst>
                <a:path w="11906" h="44405" extrusionOk="0">
                  <a:moveTo>
                    <a:pt x="6079" y="0"/>
                  </a:moveTo>
                  <a:cubicBezTo>
                    <a:pt x="5766" y="0"/>
                    <a:pt x="5453" y="29"/>
                    <a:pt x="5140" y="77"/>
                  </a:cubicBezTo>
                  <a:cubicBezTo>
                    <a:pt x="2071" y="594"/>
                    <a:pt x="1" y="3478"/>
                    <a:pt x="186" y="6621"/>
                  </a:cubicBezTo>
                  <a:cubicBezTo>
                    <a:pt x="999" y="19486"/>
                    <a:pt x="5029" y="44405"/>
                    <a:pt x="5029" y="44405"/>
                  </a:cubicBezTo>
                  <a:lnTo>
                    <a:pt x="8135" y="44405"/>
                  </a:lnTo>
                  <a:cubicBezTo>
                    <a:pt x="8135" y="44405"/>
                    <a:pt x="11906" y="2221"/>
                    <a:pt x="8024" y="446"/>
                  </a:cubicBezTo>
                  <a:cubicBezTo>
                    <a:pt x="7375" y="122"/>
                    <a:pt x="6727" y="0"/>
                    <a:pt x="607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3" name="Google Shape;2793;p51"/>
            <p:cNvSpPr/>
            <p:nvPr/>
          </p:nvSpPr>
          <p:spPr>
            <a:xfrm>
              <a:off x="3995300" y="3834450"/>
              <a:ext cx="256025" cy="1124850"/>
            </a:xfrm>
            <a:custGeom>
              <a:avLst/>
              <a:gdLst/>
              <a:ahLst/>
              <a:cxnLst/>
              <a:rect l="l" t="t" r="r" b="b"/>
              <a:pathLst>
                <a:path w="10241" h="44994" extrusionOk="0">
                  <a:moveTo>
                    <a:pt x="6211" y="592"/>
                  </a:moveTo>
                  <a:cubicBezTo>
                    <a:pt x="6803" y="592"/>
                    <a:pt x="7431" y="702"/>
                    <a:pt x="8060" y="998"/>
                  </a:cubicBezTo>
                  <a:cubicBezTo>
                    <a:pt x="8134" y="1035"/>
                    <a:pt x="8245" y="1146"/>
                    <a:pt x="8355" y="1331"/>
                  </a:cubicBezTo>
                  <a:cubicBezTo>
                    <a:pt x="8577" y="1664"/>
                    <a:pt x="8762" y="2218"/>
                    <a:pt x="8947" y="2921"/>
                  </a:cubicBezTo>
                  <a:cubicBezTo>
                    <a:pt x="9428" y="5139"/>
                    <a:pt x="9612" y="8873"/>
                    <a:pt x="9612" y="13236"/>
                  </a:cubicBezTo>
                  <a:cubicBezTo>
                    <a:pt x="9612" y="19742"/>
                    <a:pt x="9206" y="27580"/>
                    <a:pt x="8799" y="33828"/>
                  </a:cubicBezTo>
                  <a:cubicBezTo>
                    <a:pt x="8577" y="36934"/>
                    <a:pt x="8392" y="39670"/>
                    <a:pt x="8208" y="41592"/>
                  </a:cubicBezTo>
                  <a:cubicBezTo>
                    <a:pt x="8134" y="42553"/>
                    <a:pt x="8097" y="43330"/>
                    <a:pt x="8023" y="43847"/>
                  </a:cubicBezTo>
                  <a:cubicBezTo>
                    <a:pt x="8006" y="44079"/>
                    <a:pt x="7990" y="44266"/>
                    <a:pt x="7976" y="44402"/>
                  </a:cubicBezTo>
                  <a:lnTo>
                    <a:pt x="5443" y="44402"/>
                  </a:lnTo>
                  <a:cubicBezTo>
                    <a:pt x="5421" y="44212"/>
                    <a:pt x="5383" y="43923"/>
                    <a:pt x="5324" y="43552"/>
                  </a:cubicBezTo>
                  <a:cubicBezTo>
                    <a:pt x="4511" y="38597"/>
                    <a:pt x="1331" y="18116"/>
                    <a:pt x="629" y="6877"/>
                  </a:cubicBezTo>
                  <a:cubicBezTo>
                    <a:pt x="629" y="6766"/>
                    <a:pt x="629" y="6618"/>
                    <a:pt x="629" y="6507"/>
                  </a:cubicBezTo>
                  <a:cubicBezTo>
                    <a:pt x="629" y="3697"/>
                    <a:pt x="2588" y="1146"/>
                    <a:pt x="5361" y="666"/>
                  </a:cubicBezTo>
                  <a:cubicBezTo>
                    <a:pt x="5620" y="629"/>
                    <a:pt x="5915" y="592"/>
                    <a:pt x="6211" y="592"/>
                  </a:cubicBezTo>
                  <a:close/>
                  <a:moveTo>
                    <a:pt x="6211" y="0"/>
                  </a:moveTo>
                  <a:cubicBezTo>
                    <a:pt x="5878" y="0"/>
                    <a:pt x="5546" y="0"/>
                    <a:pt x="5250" y="74"/>
                  </a:cubicBezTo>
                  <a:cubicBezTo>
                    <a:pt x="2144" y="592"/>
                    <a:pt x="0" y="3401"/>
                    <a:pt x="0" y="6507"/>
                  </a:cubicBezTo>
                  <a:cubicBezTo>
                    <a:pt x="0" y="6655"/>
                    <a:pt x="0" y="6766"/>
                    <a:pt x="37" y="6914"/>
                  </a:cubicBezTo>
                  <a:cubicBezTo>
                    <a:pt x="813" y="19816"/>
                    <a:pt x="4880" y="44735"/>
                    <a:pt x="4880" y="44735"/>
                  </a:cubicBezTo>
                  <a:cubicBezTo>
                    <a:pt x="4917" y="44882"/>
                    <a:pt x="5028" y="44993"/>
                    <a:pt x="5176" y="44993"/>
                  </a:cubicBezTo>
                  <a:lnTo>
                    <a:pt x="8282" y="44993"/>
                  </a:lnTo>
                  <a:cubicBezTo>
                    <a:pt x="8429" y="44993"/>
                    <a:pt x="8577" y="44882"/>
                    <a:pt x="8577" y="44735"/>
                  </a:cubicBezTo>
                  <a:cubicBezTo>
                    <a:pt x="8577" y="44735"/>
                    <a:pt x="10241" y="26286"/>
                    <a:pt x="10241" y="13236"/>
                  </a:cubicBezTo>
                  <a:cubicBezTo>
                    <a:pt x="10241" y="9908"/>
                    <a:pt x="10130" y="6914"/>
                    <a:pt x="9834" y="4695"/>
                  </a:cubicBezTo>
                  <a:cubicBezTo>
                    <a:pt x="9723" y="3549"/>
                    <a:pt x="9539" y="2625"/>
                    <a:pt x="9317" y="1923"/>
                  </a:cubicBezTo>
                  <a:cubicBezTo>
                    <a:pt x="9169" y="1553"/>
                    <a:pt x="9058" y="1257"/>
                    <a:pt x="8910" y="998"/>
                  </a:cubicBezTo>
                  <a:cubicBezTo>
                    <a:pt x="8725" y="739"/>
                    <a:pt x="8540" y="555"/>
                    <a:pt x="8318" y="444"/>
                  </a:cubicBezTo>
                  <a:cubicBezTo>
                    <a:pt x="7616" y="111"/>
                    <a:pt x="6877" y="0"/>
                    <a:pt x="62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4" name="Google Shape;2794;p51"/>
            <p:cNvSpPr/>
            <p:nvPr/>
          </p:nvSpPr>
          <p:spPr>
            <a:xfrm>
              <a:off x="4111750" y="4889025"/>
              <a:ext cx="198750" cy="146975"/>
            </a:xfrm>
            <a:custGeom>
              <a:avLst/>
              <a:gdLst/>
              <a:ahLst/>
              <a:cxnLst/>
              <a:rect l="l" t="t" r="r" b="b"/>
              <a:pathLst>
                <a:path w="7950" h="5879" extrusionOk="0">
                  <a:moveTo>
                    <a:pt x="0" y="1"/>
                  </a:moveTo>
                  <a:lnTo>
                    <a:pt x="111" y="5879"/>
                  </a:lnTo>
                  <a:lnTo>
                    <a:pt x="7949" y="5879"/>
                  </a:lnTo>
                  <a:lnTo>
                    <a:pt x="4881" y="3920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5" name="Google Shape;2795;p51"/>
            <p:cNvSpPr/>
            <p:nvPr/>
          </p:nvSpPr>
          <p:spPr>
            <a:xfrm>
              <a:off x="4103425" y="4881625"/>
              <a:ext cx="215375" cy="161775"/>
            </a:xfrm>
            <a:custGeom>
              <a:avLst/>
              <a:gdLst/>
              <a:ahLst/>
              <a:cxnLst/>
              <a:rect l="l" t="t" r="r" b="b"/>
              <a:pathLst>
                <a:path w="8615" h="6471" extrusionOk="0">
                  <a:moveTo>
                    <a:pt x="4046" y="592"/>
                  </a:moveTo>
                  <a:lnTo>
                    <a:pt x="4918" y="4289"/>
                  </a:lnTo>
                  <a:cubicBezTo>
                    <a:pt x="4918" y="4363"/>
                    <a:pt x="4955" y="4437"/>
                    <a:pt x="5029" y="4474"/>
                  </a:cubicBezTo>
                  <a:lnTo>
                    <a:pt x="7210" y="5842"/>
                  </a:lnTo>
                  <a:lnTo>
                    <a:pt x="740" y="5842"/>
                  </a:lnTo>
                  <a:lnTo>
                    <a:pt x="629" y="592"/>
                  </a:lnTo>
                  <a:close/>
                  <a:moveTo>
                    <a:pt x="333" y="1"/>
                  </a:moveTo>
                  <a:cubicBezTo>
                    <a:pt x="222" y="1"/>
                    <a:pt x="149" y="38"/>
                    <a:pt x="112" y="75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49" y="6175"/>
                  </a:lnTo>
                  <a:cubicBezTo>
                    <a:pt x="149" y="6323"/>
                    <a:pt x="296" y="6471"/>
                    <a:pt x="444" y="6471"/>
                  </a:cubicBezTo>
                  <a:lnTo>
                    <a:pt x="8282" y="6471"/>
                  </a:lnTo>
                  <a:cubicBezTo>
                    <a:pt x="8430" y="6471"/>
                    <a:pt x="8541" y="6397"/>
                    <a:pt x="8578" y="6249"/>
                  </a:cubicBezTo>
                  <a:cubicBezTo>
                    <a:pt x="8615" y="6138"/>
                    <a:pt x="8541" y="5990"/>
                    <a:pt x="8430" y="5916"/>
                  </a:cubicBezTo>
                  <a:lnTo>
                    <a:pt x="5472" y="4031"/>
                  </a:lnTo>
                  <a:lnTo>
                    <a:pt x="4585" y="223"/>
                  </a:lnTo>
                  <a:cubicBezTo>
                    <a:pt x="4548" y="75"/>
                    <a:pt x="4437" y="1"/>
                    <a:pt x="42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6" name="Google Shape;2796;p51"/>
            <p:cNvSpPr/>
            <p:nvPr/>
          </p:nvSpPr>
          <p:spPr>
            <a:xfrm>
              <a:off x="4149650" y="4973025"/>
              <a:ext cx="84125" cy="14000"/>
            </a:xfrm>
            <a:custGeom>
              <a:avLst/>
              <a:gdLst/>
              <a:ahLst/>
              <a:cxnLst/>
              <a:rect l="l" t="t" r="r" b="b"/>
              <a:pathLst>
                <a:path w="3365" h="560" extrusionOk="0">
                  <a:moveTo>
                    <a:pt x="1497" y="1"/>
                  </a:moveTo>
                  <a:cubicBezTo>
                    <a:pt x="998" y="1"/>
                    <a:pt x="468" y="141"/>
                    <a:pt x="0" y="560"/>
                  </a:cubicBezTo>
                  <a:lnTo>
                    <a:pt x="3365" y="560"/>
                  </a:lnTo>
                  <a:cubicBezTo>
                    <a:pt x="3365" y="560"/>
                    <a:pt x="2494" y="1"/>
                    <a:pt x="1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7" name="Google Shape;2797;p51"/>
            <p:cNvSpPr/>
            <p:nvPr/>
          </p:nvSpPr>
          <p:spPr>
            <a:xfrm>
              <a:off x="4141325" y="4964825"/>
              <a:ext cx="100775" cy="29725"/>
            </a:xfrm>
            <a:custGeom>
              <a:avLst/>
              <a:gdLst/>
              <a:ahLst/>
              <a:cxnLst/>
              <a:rect l="l" t="t" r="r" b="b"/>
              <a:pathLst>
                <a:path w="4031" h="1189" extrusionOk="0">
                  <a:moveTo>
                    <a:pt x="1812" y="0"/>
                  </a:moveTo>
                  <a:cubicBezTo>
                    <a:pt x="1257" y="0"/>
                    <a:pt x="666" y="185"/>
                    <a:pt x="111" y="666"/>
                  </a:cubicBezTo>
                  <a:cubicBezTo>
                    <a:pt x="0" y="777"/>
                    <a:pt x="0" y="961"/>
                    <a:pt x="111" y="1072"/>
                  </a:cubicBezTo>
                  <a:cubicBezTo>
                    <a:pt x="171" y="1152"/>
                    <a:pt x="251" y="1188"/>
                    <a:pt x="331" y="1188"/>
                  </a:cubicBezTo>
                  <a:cubicBezTo>
                    <a:pt x="399" y="1188"/>
                    <a:pt x="467" y="1161"/>
                    <a:pt x="518" y="1109"/>
                  </a:cubicBezTo>
                  <a:cubicBezTo>
                    <a:pt x="925" y="740"/>
                    <a:pt x="1368" y="629"/>
                    <a:pt x="1812" y="629"/>
                  </a:cubicBezTo>
                  <a:cubicBezTo>
                    <a:pt x="2256" y="629"/>
                    <a:pt x="2699" y="740"/>
                    <a:pt x="2995" y="888"/>
                  </a:cubicBezTo>
                  <a:cubicBezTo>
                    <a:pt x="3180" y="961"/>
                    <a:pt x="3291" y="998"/>
                    <a:pt x="3402" y="1072"/>
                  </a:cubicBezTo>
                  <a:lnTo>
                    <a:pt x="3476" y="1109"/>
                  </a:lnTo>
                  <a:lnTo>
                    <a:pt x="3513" y="1146"/>
                  </a:lnTo>
                  <a:cubicBezTo>
                    <a:pt x="3562" y="1171"/>
                    <a:pt x="3615" y="1183"/>
                    <a:pt x="3669" y="1183"/>
                  </a:cubicBezTo>
                  <a:cubicBezTo>
                    <a:pt x="3776" y="1183"/>
                    <a:pt x="3882" y="1134"/>
                    <a:pt x="3956" y="1035"/>
                  </a:cubicBezTo>
                  <a:cubicBezTo>
                    <a:pt x="4030" y="888"/>
                    <a:pt x="3993" y="703"/>
                    <a:pt x="3845" y="629"/>
                  </a:cubicBezTo>
                  <a:cubicBezTo>
                    <a:pt x="3808" y="629"/>
                    <a:pt x="2921" y="37"/>
                    <a:pt x="1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8" name="Google Shape;2798;p51"/>
            <p:cNvSpPr/>
            <p:nvPr/>
          </p:nvSpPr>
          <p:spPr>
            <a:xfrm>
              <a:off x="46053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518" y="1"/>
                  </a:moveTo>
                  <a:cubicBezTo>
                    <a:pt x="223" y="1"/>
                    <a:pt x="1" y="333"/>
                    <a:pt x="149" y="592"/>
                  </a:cubicBezTo>
                  <a:lnTo>
                    <a:pt x="6175" y="14345"/>
                  </a:lnTo>
                  <a:cubicBezTo>
                    <a:pt x="6249" y="14493"/>
                    <a:pt x="6397" y="14604"/>
                    <a:pt x="6544" y="14604"/>
                  </a:cubicBezTo>
                  <a:lnTo>
                    <a:pt x="28320" y="14604"/>
                  </a:lnTo>
                  <a:cubicBezTo>
                    <a:pt x="28653" y="14604"/>
                    <a:pt x="28838" y="14271"/>
                    <a:pt x="28727" y="14013"/>
                  </a:cubicBezTo>
                  <a:lnTo>
                    <a:pt x="22701" y="259"/>
                  </a:lnTo>
                  <a:cubicBezTo>
                    <a:pt x="22627" y="112"/>
                    <a:pt x="22479" y="1"/>
                    <a:pt x="222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9" name="Google Shape;2799;p51"/>
            <p:cNvSpPr/>
            <p:nvPr/>
          </p:nvSpPr>
          <p:spPr>
            <a:xfrm>
              <a:off x="4599750" y="3240125"/>
              <a:ext cx="732050" cy="379900"/>
            </a:xfrm>
            <a:custGeom>
              <a:avLst/>
              <a:gdLst/>
              <a:ahLst/>
              <a:cxnLst/>
              <a:rect l="l" t="t" r="r" b="b"/>
              <a:pathLst>
                <a:path w="29282" h="15196" extrusionOk="0">
                  <a:moveTo>
                    <a:pt x="22516" y="592"/>
                  </a:moveTo>
                  <a:lnTo>
                    <a:pt x="22627" y="666"/>
                  </a:lnTo>
                  <a:lnTo>
                    <a:pt x="28653" y="14419"/>
                  </a:lnTo>
                  <a:lnTo>
                    <a:pt x="28653" y="14456"/>
                  </a:lnTo>
                  <a:lnTo>
                    <a:pt x="28653" y="14567"/>
                  </a:lnTo>
                  <a:lnTo>
                    <a:pt x="28542" y="14604"/>
                  </a:lnTo>
                  <a:lnTo>
                    <a:pt x="6766" y="14604"/>
                  </a:lnTo>
                  <a:lnTo>
                    <a:pt x="6656" y="14530"/>
                  </a:lnTo>
                  <a:lnTo>
                    <a:pt x="629" y="777"/>
                  </a:lnTo>
                  <a:lnTo>
                    <a:pt x="629" y="740"/>
                  </a:lnTo>
                  <a:lnTo>
                    <a:pt x="666" y="629"/>
                  </a:lnTo>
                  <a:lnTo>
                    <a:pt x="740" y="592"/>
                  </a:lnTo>
                  <a:close/>
                  <a:moveTo>
                    <a:pt x="740" y="1"/>
                  </a:moveTo>
                  <a:cubicBezTo>
                    <a:pt x="334" y="1"/>
                    <a:pt x="1" y="334"/>
                    <a:pt x="1" y="740"/>
                  </a:cubicBezTo>
                  <a:cubicBezTo>
                    <a:pt x="1" y="814"/>
                    <a:pt x="38" y="925"/>
                    <a:pt x="75" y="999"/>
                  </a:cubicBezTo>
                  <a:lnTo>
                    <a:pt x="6101" y="14752"/>
                  </a:lnTo>
                  <a:cubicBezTo>
                    <a:pt x="6212" y="15048"/>
                    <a:pt x="6471" y="15196"/>
                    <a:pt x="6766" y="15196"/>
                  </a:cubicBezTo>
                  <a:lnTo>
                    <a:pt x="28542" y="15196"/>
                  </a:lnTo>
                  <a:cubicBezTo>
                    <a:pt x="28986" y="15196"/>
                    <a:pt x="29282" y="14863"/>
                    <a:pt x="29282" y="14456"/>
                  </a:cubicBezTo>
                  <a:cubicBezTo>
                    <a:pt x="29282" y="14382"/>
                    <a:pt x="29282" y="14272"/>
                    <a:pt x="29245" y="14198"/>
                  </a:cubicBezTo>
                  <a:lnTo>
                    <a:pt x="23181" y="445"/>
                  </a:lnTo>
                  <a:cubicBezTo>
                    <a:pt x="23071" y="149"/>
                    <a:pt x="22812" y="1"/>
                    <a:pt x="225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51"/>
            <p:cNvSpPr/>
            <p:nvPr/>
          </p:nvSpPr>
          <p:spPr>
            <a:xfrm>
              <a:off x="4658900" y="3274325"/>
              <a:ext cx="614675" cy="311500"/>
            </a:xfrm>
            <a:custGeom>
              <a:avLst/>
              <a:gdLst/>
              <a:ahLst/>
              <a:cxnLst/>
              <a:rect l="l" t="t" r="r" b="b"/>
              <a:pathLst>
                <a:path w="24587" h="12460" extrusionOk="0">
                  <a:moveTo>
                    <a:pt x="408" y="1"/>
                  </a:moveTo>
                  <a:cubicBezTo>
                    <a:pt x="149" y="1"/>
                    <a:pt x="1" y="260"/>
                    <a:pt x="75" y="518"/>
                  </a:cubicBezTo>
                  <a:lnTo>
                    <a:pt x="5251" y="12238"/>
                  </a:lnTo>
                  <a:cubicBezTo>
                    <a:pt x="5288" y="12386"/>
                    <a:pt x="5436" y="12460"/>
                    <a:pt x="5547" y="12460"/>
                  </a:cubicBezTo>
                  <a:lnTo>
                    <a:pt x="24143" y="12460"/>
                  </a:lnTo>
                  <a:cubicBezTo>
                    <a:pt x="24402" y="12460"/>
                    <a:pt x="24586" y="12201"/>
                    <a:pt x="24476" y="11942"/>
                  </a:cubicBezTo>
                  <a:lnTo>
                    <a:pt x="19337" y="223"/>
                  </a:lnTo>
                  <a:cubicBezTo>
                    <a:pt x="19263" y="75"/>
                    <a:pt x="19152" y="1"/>
                    <a:pt x="190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51"/>
            <p:cNvSpPr/>
            <p:nvPr/>
          </p:nvSpPr>
          <p:spPr>
            <a:xfrm>
              <a:off x="4652450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19262" y="592"/>
                  </a:moveTo>
                  <a:lnTo>
                    <a:pt x="19299" y="629"/>
                  </a:lnTo>
                  <a:lnTo>
                    <a:pt x="24438" y="12385"/>
                  </a:lnTo>
                  <a:lnTo>
                    <a:pt x="24475" y="12385"/>
                  </a:lnTo>
                  <a:lnTo>
                    <a:pt x="24438" y="12422"/>
                  </a:lnTo>
                  <a:lnTo>
                    <a:pt x="24401" y="12459"/>
                  </a:lnTo>
                  <a:lnTo>
                    <a:pt x="5805" y="12459"/>
                  </a:lnTo>
                  <a:lnTo>
                    <a:pt x="5768" y="12422"/>
                  </a:lnTo>
                  <a:lnTo>
                    <a:pt x="629" y="666"/>
                  </a:lnTo>
                  <a:lnTo>
                    <a:pt x="666" y="592"/>
                  </a:lnTo>
                  <a:close/>
                  <a:moveTo>
                    <a:pt x="666" y="0"/>
                  </a:moveTo>
                  <a:cubicBezTo>
                    <a:pt x="296" y="0"/>
                    <a:pt x="0" y="296"/>
                    <a:pt x="0" y="666"/>
                  </a:cubicBezTo>
                  <a:cubicBezTo>
                    <a:pt x="0" y="739"/>
                    <a:pt x="37" y="850"/>
                    <a:pt x="74" y="924"/>
                  </a:cubicBezTo>
                  <a:lnTo>
                    <a:pt x="5213" y="12644"/>
                  </a:lnTo>
                  <a:cubicBezTo>
                    <a:pt x="5324" y="12903"/>
                    <a:pt x="5546" y="13051"/>
                    <a:pt x="5805" y="13051"/>
                  </a:cubicBezTo>
                  <a:lnTo>
                    <a:pt x="24401" y="13051"/>
                  </a:lnTo>
                  <a:cubicBezTo>
                    <a:pt x="24807" y="13051"/>
                    <a:pt x="25066" y="12755"/>
                    <a:pt x="25066" y="12385"/>
                  </a:cubicBezTo>
                  <a:cubicBezTo>
                    <a:pt x="25066" y="12311"/>
                    <a:pt x="25066" y="12200"/>
                    <a:pt x="25029" y="12126"/>
                  </a:cubicBezTo>
                  <a:lnTo>
                    <a:pt x="19890" y="407"/>
                  </a:lnTo>
                  <a:cubicBezTo>
                    <a:pt x="19779" y="148"/>
                    <a:pt x="19521" y="0"/>
                    <a:pt x="192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51"/>
            <p:cNvSpPr/>
            <p:nvPr/>
          </p:nvSpPr>
          <p:spPr>
            <a:xfrm>
              <a:off x="476150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32720" y="1073"/>
                  </a:lnTo>
                  <a:lnTo>
                    <a:pt x="327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51"/>
            <p:cNvSpPr/>
            <p:nvPr/>
          </p:nvSpPr>
          <p:spPr>
            <a:xfrm>
              <a:off x="4754100" y="3582125"/>
              <a:ext cx="832800" cy="42525"/>
            </a:xfrm>
            <a:custGeom>
              <a:avLst/>
              <a:gdLst/>
              <a:ahLst/>
              <a:cxnLst/>
              <a:rect l="l" t="t" r="r" b="b"/>
              <a:pathLst>
                <a:path w="33312" h="1701" extrusionOk="0">
                  <a:moveTo>
                    <a:pt x="32720" y="629"/>
                  </a:moveTo>
                  <a:lnTo>
                    <a:pt x="32720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33016" y="1701"/>
                  </a:lnTo>
                  <a:cubicBezTo>
                    <a:pt x="33090" y="1701"/>
                    <a:pt x="33164" y="1664"/>
                    <a:pt x="33238" y="1590"/>
                  </a:cubicBezTo>
                  <a:cubicBezTo>
                    <a:pt x="33311" y="1553"/>
                    <a:pt x="33311" y="1442"/>
                    <a:pt x="33311" y="1368"/>
                  </a:cubicBezTo>
                  <a:lnTo>
                    <a:pt x="33311" y="296"/>
                  </a:lnTo>
                  <a:cubicBezTo>
                    <a:pt x="33311" y="222"/>
                    <a:pt x="33311" y="148"/>
                    <a:pt x="33238" y="74"/>
                  </a:cubicBezTo>
                  <a:cubicBezTo>
                    <a:pt x="33164" y="37"/>
                    <a:pt x="33090" y="0"/>
                    <a:pt x="330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51"/>
            <p:cNvSpPr/>
            <p:nvPr/>
          </p:nvSpPr>
          <p:spPr>
            <a:xfrm>
              <a:off x="47615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5" name="Google Shape;2805;p51"/>
            <p:cNvSpPr/>
            <p:nvPr/>
          </p:nvSpPr>
          <p:spPr>
            <a:xfrm>
              <a:off x="4754100" y="3582125"/>
              <a:ext cx="411325" cy="42525"/>
            </a:xfrm>
            <a:custGeom>
              <a:avLst/>
              <a:gdLst/>
              <a:ahLst/>
              <a:cxnLst/>
              <a:rect l="l" t="t" r="r" b="b"/>
              <a:pathLst>
                <a:path w="16453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05" y="1664"/>
                    <a:pt x="16379" y="1590"/>
                  </a:cubicBezTo>
                  <a:cubicBezTo>
                    <a:pt x="16453" y="1553"/>
                    <a:pt x="16453" y="1442"/>
                    <a:pt x="16453" y="1368"/>
                  </a:cubicBezTo>
                  <a:lnTo>
                    <a:pt x="16453" y="296"/>
                  </a:lnTo>
                  <a:cubicBezTo>
                    <a:pt x="16453" y="222"/>
                    <a:pt x="16453" y="148"/>
                    <a:pt x="16379" y="74"/>
                  </a:cubicBezTo>
                  <a:cubicBezTo>
                    <a:pt x="16305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6" name="Google Shape;2806;p51"/>
            <p:cNvSpPr/>
            <p:nvPr/>
          </p:nvSpPr>
          <p:spPr>
            <a:xfrm>
              <a:off x="48188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53" y="0"/>
                    <a:pt x="1" y="4252"/>
                    <a:pt x="1" y="9502"/>
                  </a:cubicBezTo>
                  <a:cubicBezTo>
                    <a:pt x="1" y="14788"/>
                    <a:pt x="4253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7" name="Google Shape;2807;p51"/>
            <p:cNvSpPr/>
            <p:nvPr/>
          </p:nvSpPr>
          <p:spPr>
            <a:xfrm>
              <a:off x="48114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48" y="592"/>
                    <a:pt x="14677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7" y="18005"/>
                    <a:pt x="12348" y="19003"/>
                    <a:pt x="9834" y="19003"/>
                  </a:cubicBezTo>
                  <a:cubicBezTo>
                    <a:pt x="7283" y="19003"/>
                    <a:pt x="4991" y="18005"/>
                    <a:pt x="3291" y="16304"/>
                  </a:cubicBezTo>
                  <a:cubicBezTo>
                    <a:pt x="1627" y="14641"/>
                    <a:pt x="629" y="12349"/>
                    <a:pt x="629" y="9798"/>
                  </a:cubicBezTo>
                  <a:cubicBezTo>
                    <a:pt x="629" y="7284"/>
                    <a:pt x="1627" y="4954"/>
                    <a:pt x="3291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8" name="Google Shape;2808;p51"/>
            <p:cNvSpPr/>
            <p:nvPr/>
          </p:nvSpPr>
          <p:spPr>
            <a:xfrm>
              <a:off x="5000900" y="3058050"/>
              <a:ext cx="93375" cy="306875"/>
            </a:xfrm>
            <a:custGeom>
              <a:avLst/>
              <a:gdLst/>
              <a:ahLst/>
              <a:cxnLst/>
              <a:rect l="l" t="t" r="r" b="b"/>
              <a:pathLst>
                <a:path w="3735" h="12275" extrusionOk="0">
                  <a:moveTo>
                    <a:pt x="3734" y="1"/>
                  </a:moveTo>
                  <a:lnTo>
                    <a:pt x="0" y="481"/>
                  </a:lnTo>
                  <a:lnTo>
                    <a:pt x="1738" y="12275"/>
                  </a:lnTo>
                  <a:lnTo>
                    <a:pt x="373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9" name="Google Shape;2809;p51"/>
            <p:cNvSpPr/>
            <p:nvPr/>
          </p:nvSpPr>
          <p:spPr>
            <a:xfrm>
              <a:off x="4992575" y="3050475"/>
              <a:ext cx="110000" cy="321850"/>
            </a:xfrm>
            <a:custGeom>
              <a:avLst/>
              <a:gdLst/>
              <a:ahLst/>
              <a:cxnLst/>
              <a:rect l="l" t="t" r="r" b="b"/>
              <a:pathLst>
                <a:path w="4400" h="12874" extrusionOk="0">
                  <a:moveTo>
                    <a:pt x="4071" y="1"/>
                  </a:moveTo>
                  <a:cubicBezTo>
                    <a:pt x="3920" y="1"/>
                    <a:pt x="3804" y="106"/>
                    <a:pt x="3771" y="267"/>
                  </a:cubicBezTo>
                  <a:lnTo>
                    <a:pt x="2108" y="10582"/>
                  </a:lnTo>
                  <a:lnTo>
                    <a:pt x="629" y="747"/>
                  </a:lnTo>
                  <a:cubicBezTo>
                    <a:pt x="592" y="599"/>
                    <a:pt x="444" y="489"/>
                    <a:pt x="296" y="489"/>
                  </a:cubicBezTo>
                  <a:cubicBezTo>
                    <a:pt x="111" y="525"/>
                    <a:pt x="0" y="673"/>
                    <a:pt x="37" y="858"/>
                  </a:cubicBezTo>
                  <a:lnTo>
                    <a:pt x="1775" y="12615"/>
                  </a:lnTo>
                  <a:cubicBezTo>
                    <a:pt x="1812" y="12763"/>
                    <a:pt x="1923" y="12874"/>
                    <a:pt x="2071" y="12874"/>
                  </a:cubicBezTo>
                  <a:cubicBezTo>
                    <a:pt x="2219" y="12874"/>
                    <a:pt x="2366" y="12763"/>
                    <a:pt x="2366" y="12615"/>
                  </a:cubicBezTo>
                  <a:lnTo>
                    <a:pt x="4400" y="341"/>
                  </a:lnTo>
                  <a:cubicBezTo>
                    <a:pt x="4400" y="193"/>
                    <a:pt x="4289" y="8"/>
                    <a:pt x="4141" y="8"/>
                  </a:cubicBezTo>
                  <a:cubicBezTo>
                    <a:pt x="4117" y="3"/>
                    <a:pt x="4094" y="1"/>
                    <a:pt x="4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0" name="Google Shape;2810;p51"/>
            <p:cNvSpPr/>
            <p:nvPr/>
          </p:nvSpPr>
          <p:spPr>
            <a:xfrm>
              <a:off x="3524850" y="3248450"/>
              <a:ext cx="631275" cy="374350"/>
            </a:xfrm>
            <a:custGeom>
              <a:avLst/>
              <a:gdLst/>
              <a:ahLst/>
              <a:cxnLst/>
              <a:rect l="l" t="t" r="r" b="b"/>
              <a:pathLst>
                <a:path w="25251" h="14974" extrusionOk="0">
                  <a:moveTo>
                    <a:pt x="1553" y="1"/>
                  </a:moveTo>
                  <a:cubicBezTo>
                    <a:pt x="703" y="1"/>
                    <a:pt x="0" y="666"/>
                    <a:pt x="0" y="1516"/>
                  </a:cubicBezTo>
                  <a:lnTo>
                    <a:pt x="0" y="14974"/>
                  </a:lnTo>
                  <a:lnTo>
                    <a:pt x="25251" y="14974"/>
                  </a:lnTo>
                  <a:lnTo>
                    <a:pt x="25251" y="1516"/>
                  </a:lnTo>
                  <a:cubicBezTo>
                    <a:pt x="25251" y="666"/>
                    <a:pt x="24586" y="1"/>
                    <a:pt x="237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1" name="Google Shape;2811;p51"/>
            <p:cNvSpPr/>
            <p:nvPr/>
          </p:nvSpPr>
          <p:spPr>
            <a:xfrm>
              <a:off x="3517450" y="3240125"/>
              <a:ext cx="647000" cy="391000"/>
            </a:xfrm>
            <a:custGeom>
              <a:avLst/>
              <a:gdLst/>
              <a:ahLst/>
              <a:cxnLst/>
              <a:rect l="l" t="t" r="r" b="b"/>
              <a:pathLst>
                <a:path w="25880" h="15640" extrusionOk="0">
                  <a:moveTo>
                    <a:pt x="24031" y="629"/>
                  </a:moveTo>
                  <a:cubicBezTo>
                    <a:pt x="24697" y="629"/>
                    <a:pt x="25251" y="1184"/>
                    <a:pt x="25251" y="1849"/>
                  </a:cubicBezTo>
                  <a:lnTo>
                    <a:pt x="25251" y="15011"/>
                  </a:lnTo>
                  <a:lnTo>
                    <a:pt x="592" y="15011"/>
                  </a:lnTo>
                  <a:lnTo>
                    <a:pt x="592" y="1849"/>
                  </a:lnTo>
                  <a:cubicBezTo>
                    <a:pt x="629" y="1184"/>
                    <a:pt x="1146" y="629"/>
                    <a:pt x="1849" y="629"/>
                  </a:cubicBezTo>
                  <a:close/>
                  <a:moveTo>
                    <a:pt x="1849" y="1"/>
                  </a:moveTo>
                  <a:cubicBezTo>
                    <a:pt x="814" y="1"/>
                    <a:pt x="0" y="851"/>
                    <a:pt x="0" y="1849"/>
                  </a:cubicBezTo>
                  <a:lnTo>
                    <a:pt x="0" y="15307"/>
                  </a:lnTo>
                  <a:cubicBezTo>
                    <a:pt x="0" y="15418"/>
                    <a:pt x="37" y="15492"/>
                    <a:pt x="74" y="15529"/>
                  </a:cubicBezTo>
                  <a:cubicBezTo>
                    <a:pt x="148" y="15603"/>
                    <a:pt x="222" y="15639"/>
                    <a:pt x="296" y="15639"/>
                  </a:cubicBezTo>
                  <a:lnTo>
                    <a:pt x="25547" y="15639"/>
                  </a:lnTo>
                  <a:cubicBezTo>
                    <a:pt x="25658" y="15639"/>
                    <a:pt x="25732" y="15603"/>
                    <a:pt x="25769" y="15529"/>
                  </a:cubicBezTo>
                  <a:cubicBezTo>
                    <a:pt x="25843" y="15492"/>
                    <a:pt x="25880" y="15418"/>
                    <a:pt x="25880" y="15307"/>
                  </a:cubicBezTo>
                  <a:lnTo>
                    <a:pt x="25880" y="1849"/>
                  </a:lnTo>
                  <a:cubicBezTo>
                    <a:pt x="25880" y="851"/>
                    <a:pt x="25029" y="1"/>
                    <a:pt x="240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2" name="Google Shape;2812;p51"/>
            <p:cNvSpPr/>
            <p:nvPr/>
          </p:nvSpPr>
          <p:spPr>
            <a:xfrm>
              <a:off x="4051675" y="2338050"/>
              <a:ext cx="475100" cy="475100"/>
            </a:xfrm>
            <a:custGeom>
              <a:avLst/>
              <a:gdLst/>
              <a:ahLst/>
              <a:cxnLst/>
              <a:rect l="l" t="t" r="r" b="b"/>
              <a:pathLst>
                <a:path w="19004" h="19004" extrusionOk="0">
                  <a:moveTo>
                    <a:pt x="9502" y="0"/>
                  </a:moveTo>
                  <a:cubicBezTo>
                    <a:pt x="4252" y="0"/>
                    <a:pt x="0" y="4252"/>
                    <a:pt x="0" y="9502"/>
                  </a:cubicBezTo>
                  <a:cubicBezTo>
                    <a:pt x="0" y="14752"/>
                    <a:pt x="4252" y="19003"/>
                    <a:pt x="9502" y="19003"/>
                  </a:cubicBezTo>
                  <a:cubicBezTo>
                    <a:pt x="14752" y="19003"/>
                    <a:pt x="19003" y="14752"/>
                    <a:pt x="19003" y="9502"/>
                  </a:cubicBezTo>
                  <a:cubicBezTo>
                    <a:pt x="19003" y="4252"/>
                    <a:pt x="14752" y="0"/>
                    <a:pt x="9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51"/>
            <p:cNvSpPr/>
            <p:nvPr/>
          </p:nvSpPr>
          <p:spPr>
            <a:xfrm>
              <a:off x="4043350" y="2329725"/>
              <a:ext cx="491725" cy="491750"/>
            </a:xfrm>
            <a:custGeom>
              <a:avLst/>
              <a:gdLst/>
              <a:ahLst/>
              <a:cxnLst/>
              <a:rect l="l" t="t" r="r" b="b"/>
              <a:pathLst>
                <a:path w="19669" h="19670" extrusionOk="0">
                  <a:moveTo>
                    <a:pt x="9835" y="629"/>
                  </a:moveTo>
                  <a:cubicBezTo>
                    <a:pt x="12386" y="629"/>
                    <a:pt x="14678" y="1664"/>
                    <a:pt x="16342" y="3328"/>
                  </a:cubicBezTo>
                  <a:cubicBezTo>
                    <a:pt x="18005" y="4992"/>
                    <a:pt x="19040" y="7284"/>
                    <a:pt x="19040" y="9835"/>
                  </a:cubicBezTo>
                  <a:cubicBezTo>
                    <a:pt x="19040" y="12386"/>
                    <a:pt x="18005" y="14678"/>
                    <a:pt x="16342" y="16342"/>
                  </a:cubicBezTo>
                  <a:cubicBezTo>
                    <a:pt x="14678" y="18005"/>
                    <a:pt x="12386" y="19041"/>
                    <a:pt x="9835" y="19041"/>
                  </a:cubicBezTo>
                  <a:cubicBezTo>
                    <a:pt x="7284" y="19041"/>
                    <a:pt x="4992" y="18005"/>
                    <a:pt x="3328" y="16342"/>
                  </a:cubicBezTo>
                  <a:cubicBezTo>
                    <a:pt x="1664" y="14678"/>
                    <a:pt x="629" y="12386"/>
                    <a:pt x="629" y="9835"/>
                  </a:cubicBezTo>
                  <a:cubicBezTo>
                    <a:pt x="629" y="7284"/>
                    <a:pt x="1664" y="4992"/>
                    <a:pt x="3328" y="3328"/>
                  </a:cubicBezTo>
                  <a:cubicBezTo>
                    <a:pt x="4992" y="1664"/>
                    <a:pt x="7284" y="629"/>
                    <a:pt x="9835" y="629"/>
                  </a:cubicBezTo>
                  <a:close/>
                  <a:moveTo>
                    <a:pt x="9835" y="1"/>
                  </a:moveTo>
                  <a:cubicBezTo>
                    <a:pt x="4400" y="1"/>
                    <a:pt x="1" y="4400"/>
                    <a:pt x="1" y="9835"/>
                  </a:cubicBezTo>
                  <a:cubicBezTo>
                    <a:pt x="1" y="15270"/>
                    <a:pt x="4400" y="19669"/>
                    <a:pt x="9835" y="19669"/>
                  </a:cubicBezTo>
                  <a:cubicBezTo>
                    <a:pt x="15269" y="19669"/>
                    <a:pt x="19669" y="15270"/>
                    <a:pt x="19669" y="9835"/>
                  </a:cubicBezTo>
                  <a:cubicBezTo>
                    <a:pt x="19669" y="4400"/>
                    <a:pt x="15269" y="1"/>
                    <a:pt x="9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51"/>
            <p:cNvSpPr/>
            <p:nvPr/>
          </p:nvSpPr>
          <p:spPr>
            <a:xfrm>
              <a:off x="4112675" y="2789100"/>
              <a:ext cx="193200" cy="368800"/>
            </a:xfrm>
            <a:custGeom>
              <a:avLst/>
              <a:gdLst/>
              <a:ahLst/>
              <a:cxnLst/>
              <a:rect l="l" t="t" r="r" b="b"/>
              <a:pathLst>
                <a:path w="7728" h="14752" extrusionOk="0">
                  <a:moveTo>
                    <a:pt x="7727" y="0"/>
                  </a:moveTo>
                  <a:lnTo>
                    <a:pt x="4511" y="481"/>
                  </a:lnTo>
                  <a:lnTo>
                    <a:pt x="0" y="14751"/>
                  </a:lnTo>
                  <a:lnTo>
                    <a:pt x="772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51"/>
            <p:cNvSpPr/>
            <p:nvPr/>
          </p:nvSpPr>
          <p:spPr>
            <a:xfrm>
              <a:off x="4103425" y="2780975"/>
              <a:ext cx="211675" cy="385050"/>
            </a:xfrm>
            <a:custGeom>
              <a:avLst/>
              <a:gdLst/>
              <a:ahLst/>
              <a:cxnLst/>
              <a:rect l="l" t="t" r="r" b="b"/>
              <a:pathLst>
                <a:path w="8467" h="15402" extrusionOk="0">
                  <a:moveTo>
                    <a:pt x="8121" y="0"/>
                  </a:moveTo>
                  <a:cubicBezTo>
                    <a:pt x="8006" y="0"/>
                    <a:pt x="7893" y="69"/>
                    <a:pt x="7838" y="177"/>
                  </a:cubicBezTo>
                  <a:lnTo>
                    <a:pt x="1701" y="11897"/>
                  </a:lnTo>
                  <a:lnTo>
                    <a:pt x="5140" y="917"/>
                  </a:lnTo>
                  <a:cubicBezTo>
                    <a:pt x="5214" y="769"/>
                    <a:pt x="5103" y="584"/>
                    <a:pt x="4955" y="510"/>
                  </a:cubicBezTo>
                  <a:cubicBezTo>
                    <a:pt x="4935" y="505"/>
                    <a:pt x="4915" y="503"/>
                    <a:pt x="4895" y="503"/>
                  </a:cubicBezTo>
                  <a:cubicBezTo>
                    <a:pt x="4761" y="503"/>
                    <a:pt x="4617" y="603"/>
                    <a:pt x="4585" y="732"/>
                  </a:cubicBezTo>
                  <a:lnTo>
                    <a:pt x="75" y="15003"/>
                  </a:lnTo>
                  <a:cubicBezTo>
                    <a:pt x="1" y="15150"/>
                    <a:pt x="75" y="15298"/>
                    <a:pt x="222" y="15372"/>
                  </a:cubicBezTo>
                  <a:cubicBezTo>
                    <a:pt x="262" y="15392"/>
                    <a:pt x="304" y="15401"/>
                    <a:pt x="346" y="15401"/>
                  </a:cubicBezTo>
                  <a:cubicBezTo>
                    <a:pt x="461" y="15401"/>
                    <a:pt x="575" y="15333"/>
                    <a:pt x="629" y="15224"/>
                  </a:cubicBezTo>
                  <a:lnTo>
                    <a:pt x="8393" y="473"/>
                  </a:lnTo>
                  <a:cubicBezTo>
                    <a:pt x="8467" y="325"/>
                    <a:pt x="8393" y="140"/>
                    <a:pt x="8245" y="29"/>
                  </a:cubicBezTo>
                  <a:cubicBezTo>
                    <a:pt x="8205" y="10"/>
                    <a:pt x="8163" y="0"/>
                    <a:pt x="81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51"/>
            <p:cNvSpPr/>
            <p:nvPr/>
          </p:nvSpPr>
          <p:spPr>
            <a:xfrm>
              <a:off x="2612600" y="3247525"/>
              <a:ext cx="720950" cy="365125"/>
            </a:xfrm>
            <a:custGeom>
              <a:avLst/>
              <a:gdLst/>
              <a:ahLst/>
              <a:cxnLst/>
              <a:rect l="l" t="t" r="r" b="b"/>
              <a:pathLst>
                <a:path w="28838" h="14605" extrusionOk="0">
                  <a:moveTo>
                    <a:pt x="6544" y="1"/>
                  </a:moveTo>
                  <a:cubicBezTo>
                    <a:pt x="6359" y="1"/>
                    <a:pt x="6211" y="112"/>
                    <a:pt x="6137" y="259"/>
                  </a:cubicBezTo>
                  <a:lnTo>
                    <a:pt x="111" y="14013"/>
                  </a:lnTo>
                  <a:cubicBezTo>
                    <a:pt x="0" y="14271"/>
                    <a:pt x="222" y="14604"/>
                    <a:pt x="518" y="14604"/>
                  </a:cubicBezTo>
                  <a:lnTo>
                    <a:pt x="22293" y="14604"/>
                  </a:lnTo>
                  <a:cubicBezTo>
                    <a:pt x="22478" y="14604"/>
                    <a:pt x="22626" y="14493"/>
                    <a:pt x="22663" y="14345"/>
                  </a:cubicBezTo>
                  <a:lnTo>
                    <a:pt x="28726" y="592"/>
                  </a:lnTo>
                  <a:cubicBezTo>
                    <a:pt x="28837" y="333"/>
                    <a:pt x="28615" y="1"/>
                    <a:pt x="28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51"/>
            <p:cNvSpPr/>
            <p:nvPr/>
          </p:nvSpPr>
          <p:spPr>
            <a:xfrm>
              <a:off x="2607050" y="3240125"/>
              <a:ext cx="732025" cy="379900"/>
            </a:xfrm>
            <a:custGeom>
              <a:avLst/>
              <a:gdLst/>
              <a:ahLst/>
              <a:cxnLst/>
              <a:rect l="l" t="t" r="r" b="b"/>
              <a:pathLst>
                <a:path w="29281" h="15196" extrusionOk="0">
                  <a:moveTo>
                    <a:pt x="28542" y="592"/>
                  </a:moveTo>
                  <a:lnTo>
                    <a:pt x="28616" y="629"/>
                  </a:lnTo>
                  <a:lnTo>
                    <a:pt x="28652" y="740"/>
                  </a:lnTo>
                  <a:lnTo>
                    <a:pt x="28652" y="777"/>
                  </a:lnTo>
                  <a:lnTo>
                    <a:pt x="22626" y="14530"/>
                  </a:lnTo>
                  <a:lnTo>
                    <a:pt x="22515" y="14604"/>
                  </a:lnTo>
                  <a:lnTo>
                    <a:pt x="740" y="14604"/>
                  </a:lnTo>
                  <a:lnTo>
                    <a:pt x="666" y="14567"/>
                  </a:lnTo>
                  <a:lnTo>
                    <a:pt x="629" y="14456"/>
                  </a:lnTo>
                  <a:lnTo>
                    <a:pt x="629" y="14419"/>
                  </a:lnTo>
                  <a:lnTo>
                    <a:pt x="6655" y="666"/>
                  </a:lnTo>
                  <a:lnTo>
                    <a:pt x="6766" y="592"/>
                  </a:lnTo>
                  <a:close/>
                  <a:moveTo>
                    <a:pt x="6766" y="1"/>
                  </a:moveTo>
                  <a:cubicBezTo>
                    <a:pt x="6470" y="1"/>
                    <a:pt x="6211" y="149"/>
                    <a:pt x="6100" y="445"/>
                  </a:cubicBezTo>
                  <a:lnTo>
                    <a:pt x="74" y="14198"/>
                  </a:lnTo>
                  <a:lnTo>
                    <a:pt x="74" y="14161"/>
                  </a:lnTo>
                  <a:cubicBezTo>
                    <a:pt x="37" y="14272"/>
                    <a:pt x="0" y="14382"/>
                    <a:pt x="0" y="14456"/>
                  </a:cubicBezTo>
                  <a:cubicBezTo>
                    <a:pt x="0" y="14863"/>
                    <a:pt x="296" y="15196"/>
                    <a:pt x="740" y="15196"/>
                  </a:cubicBezTo>
                  <a:lnTo>
                    <a:pt x="22515" y="15196"/>
                  </a:lnTo>
                  <a:cubicBezTo>
                    <a:pt x="22811" y="15196"/>
                    <a:pt x="23070" y="15048"/>
                    <a:pt x="23181" y="14752"/>
                  </a:cubicBezTo>
                  <a:lnTo>
                    <a:pt x="29207" y="999"/>
                  </a:lnTo>
                  <a:cubicBezTo>
                    <a:pt x="29244" y="925"/>
                    <a:pt x="29281" y="814"/>
                    <a:pt x="29281" y="740"/>
                  </a:cubicBezTo>
                  <a:cubicBezTo>
                    <a:pt x="29281" y="334"/>
                    <a:pt x="28948" y="1"/>
                    <a:pt x="285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8" name="Google Shape;2818;p51"/>
            <p:cNvSpPr/>
            <p:nvPr/>
          </p:nvSpPr>
          <p:spPr>
            <a:xfrm>
              <a:off x="2665275" y="3274325"/>
              <a:ext cx="615575" cy="311500"/>
            </a:xfrm>
            <a:custGeom>
              <a:avLst/>
              <a:gdLst/>
              <a:ahLst/>
              <a:cxnLst/>
              <a:rect l="l" t="t" r="r" b="b"/>
              <a:pathLst>
                <a:path w="24623" h="12460" extrusionOk="0">
                  <a:moveTo>
                    <a:pt x="5583" y="1"/>
                  </a:moveTo>
                  <a:cubicBezTo>
                    <a:pt x="5435" y="1"/>
                    <a:pt x="5324" y="75"/>
                    <a:pt x="5250" y="223"/>
                  </a:cubicBezTo>
                  <a:lnTo>
                    <a:pt x="111" y="11942"/>
                  </a:lnTo>
                  <a:cubicBezTo>
                    <a:pt x="0" y="12201"/>
                    <a:pt x="185" y="12460"/>
                    <a:pt x="444" y="12460"/>
                  </a:cubicBezTo>
                  <a:lnTo>
                    <a:pt x="19040" y="12460"/>
                  </a:lnTo>
                  <a:cubicBezTo>
                    <a:pt x="19188" y="12460"/>
                    <a:pt x="19299" y="12386"/>
                    <a:pt x="19373" y="12238"/>
                  </a:cubicBezTo>
                  <a:lnTo>
                    <a:pt x="24512" y="518"/>
                  </a:lnTo>
                  <a:cubicBezTo>
                    <a:pt x="24623" y="260"/>
                    <a:pt x="24438" y="1"/>
                    <a:pt x="24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9" name="Google Shape;2819;p51"/>
            <p:cNvSpPr/>
            <p:nvPr/>
          </p:nvSpPr>
          <p:spPr>
            <a:xfrm>
              <a:off x="2659725" y="3266950"/>
              <a:ext cx="626675" cy="326275"/>
            </a:xfrm>
            <a:custGeom>
              <a:avLst/>
              <a:gdLst/>
              <a:ahLst/>
              <a:cxnLst/>
              <a:rect l="l" t="t" r="r" b="b"/>
              <a:pathLst>
                <a:path w="25067" h="13051" extrusionOk="0">
                  <a:moveTo>
                    <a:pt x="24401" y="592"/>
                  </a:moveTo>
                  <a:lnTo>
                    <a:pt x="24438" y="629"/>
                  </a:lnTo>
                  <a:lnTo>
                    <a:pt x="24438" y="666"/>
                  </a:lnTo>
                  <a:lnTo>
                    <a:pt x="19299" y="12422"/>
                  </a:lnTo>
                  <a:lnTo>
                    <a:pt x="19262" y="12459"/>
                  </a:lnTo>
                  <a:lnTo>
                    <a:pt x="666" y="12459"/>
                  </a:lnTo>
                  <a:lnTo>
                    <a:pt x="629" y="12422"/>
                  </a:lnTo>
                  <a:lnTo>
                    <a:pt x="629" y="12385"/>
                  </a:lnTo>
                  <a:lnTo>
                    <a:pt x="5768" y="629"/>
                  </a:lnTo>
                  <a:lnTo>
                    <a:pt x="5805" y="592"/>
                  </a:lnTo>
                  <a:close/>
                  <a:moveTo>
                    <a:pt x="5805" y="0"/>
                  </a:moveTo>
                  <a:cubicBezTo>
                    <a:pt x="5546" y="0"/>
                    <a:pt x="5324" y="148"/>
                    <a:pt x="5213" y="407"/>
                  </a:cubicBezTo>
                  <a:lnTo>
                    <a:pt x="38" y="12126"/>
                  </a:lnTo>
                  <a:cubicBezTo>
                    <a:pt x="1" y="12200"/>
                    <a:pt x="1" y="12311"/>
                    <a:pt x="1" y="12385"/>
                  </a:cubicBezTo>
                  <a:cubicBezTo>
                    <a:pt x="1" y="12755"/>
                    <a:pt x="296" y="13051"/>
                    <a:pt x="666" y="13051"/>
                  </a:cubicBezTo>
                  <a:lnTo>
                    <a:pt x="19262" y="13051"/>
                  </a:lnTo>
                  <a:cubicBezTo>
                    <a:pt x="19521" y="13051"/>
                    <a:pt x="19743" y="12903"/>
                    <a:pt x="19854" y="12644"/>
                  </a:cubicBezTo>
                  <a:lnTo>
                    <a:pt x="24993" y="924"/>
                  </a:lnTo>
                  <a:cubicBezTo>
                    <a:pt x="25067" y="850"/>
                    <a:pt x="25067" y="739"/>
                    <a:pt x="25067" y="666"/>
                  </a:cubicBezTo>
                  <a:cubicBezTo>
                    <a:pt x="25067" y="296"/>
                    <a:pt x="24771" y="0"/>
                    <a:pt x="24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0" name="Google Shape;2820;p51"/>
            <p:cNvSpPr/>
            <p:nvPr/>
          </p:nvSpPr>
          <p:spPr>
            <a:xfrm>
              <a:off x="2359350" y="3589500"/>
              <a:ext cx="818000" cy="26825"/>
            </a:xfrm>
            <a:custGeom>
              <a:avLst/>
              <a:gdLst/>
              <a:ahLst/>
              <a:cxnLst/>
              <a:rect l="l" t="t" r="r" b="b"/>
              <a:pathLst>
                <a:path w="32720" h="1073" extrusionOk="0">
                  <a:moveTo>
                    <a:pt x="0" y="1"/>
                  </a:moveTo>
                  <a:lnTo>
                    <a:pt x="0" y="1073"/>
                  </a:lnTo>
                  <a:lnTo>
                    <a:pt x="32719" y="1073"/>
                  </a:lnTo>
                  <a:lnTo>
                    <a:pt x="3271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1" name="Google Shape;2821;p51"/>
            <p:cNvSpPr/>
            <p:nvPr/>
          </p:nvSpPr>
          <p:spPr>
            <a:xfrm>
              <a:off x="2351950" y="3582125"/>
              <a:ext cx="833700" cy="42525"/>
            </a:xfrm>
            <a:custGeom>
              <a:avLst/>
              <a:gdLst/>
              <a:ahLst/>
              <a:cxnLst/>
              <a:rect l="l" t="t" r="r" b="b"/>
              <a:pathLst>
                <a:path w="33348" h="1701" extrusionOk="0">
                  <a:moveTo>
                    <a:pt x="32719" y="629"/>
                  </a:moveTo>
                  <a:lnTo>
                    <a:pt x="32719" y="1072"/>
                  </a:lnTo>
                  <a:lnTo>
                    <a:pt x="592" y="1072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37" y="148"/>
                    <a:pt x="0" y="222"/>
                    <a:pt x="0" y="296"/>
                  </a:cubicBezTo>
                  <a:lnTo>
                    <a:pt x="0" y="1368"/>
                  </a:lnTo>
                  <a:cubicBezTo>
                    <a:pt x="0" y="1442"/>
                    <a:pt x="37" y="1553"/>
                    <a:pt x="74" y="1590"/>
                  </a:cubicBezTo>
                  <a:cubicBezTo>
                    <a:pt x="148" y="1664"/>
                    <a:pt x="222" y="1701"/>
                    <a:pt x="296" y="1701"/>
                  </a:cubicBezTo>
                  <a:lnTo>
                    <a:pt x="33015" y="1701"/>
                  </a:lnTo>
                  <a:cubicBezTo>
                    <a:pt x="33089" y="1701"/>
                    <a:pt x="33200" y="1664"/>
                    <a:pt x="33237" y="1590"/>
                  </a:cubicBezTo>
                  <a:cubicBezTo>
                    <a:pt x="33311" y="1553"/>
                    <a:pt x="33348" y="1442"/>
                    <a:pt x="33348" y="1368"/>
                  </a:cubicBezTo>
                  <a:lnTo>
                    <a:pt x="33348" y="296"/>
                  </a:lnTo>
                  <a:cubicBezTo>
                    <a:pt x="33348" y="222"/>
                    <a:pt x="33311" y="148"/>
                    <a:pt x="33237" y="74"/>
                  </a:cubicBezTo>
                  <a:cubicBezTo>
                    <a:pt x="33200" y="37"/>
                    <a:pt x="33089" y="0"/>
                    <a:pt x="330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2" name="Google Shape;2822;p51"/>
            <p:cNvSpPr/>
            <p:nvPr/>
          </p:nvSpPr>
          <p:spPr>
            <a:xfrm>
              <a:off x="2780800" y="3589500"/>
              <a:ext cx="396550" cy="26825"/>
            </a:xfrm>
            <a:custGeom>
              <a:avLst/>
              <a:gdLst/>
              <a:ahLst/>
              <a:cxnLst/>
              <a:rect l="l" t="t" r="r" b="b"/>
              <a:pathLst>
                <a:path w="15862" h="1073" extrusionOk="0">
                  <a:moveTo>
                    <a:pt x="1" y="1"/>
                  </a:moveTo>
                  <a:lnTo>
                    <a:pt x="1" y="1073"/>
                  </a:lnTo>
                  <a:lnTo>
                    <a:pt x="15861" y="1073"/>
                  </a:lnTo>
                  <a:lnTo>
                    <a:pt x="158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3" name="Google Shape;2823;p51"/>
            <p:cNvSpPr/>
            <p:nvPr/>
          </p:nvSpPr>
          <p:spPr>
            <a:xfrm>
              <a:off x="2773400" y="3582125"/>
              <a:ext cx="412250" cy="42525"/>
            </a:xfrm>
            <a:custGeom>
              <a:avLst/>
              <a:gdLst/>
              <a:ahLst/>
              <a:cxnLst/>
              <a:rect l="l" t="t" r="r" b="b"/>
              <a:pathLst>
                <a:path w="16490" h="1701" extrusionOk="0">
                  <a:moveTo>
                    <a:pt x="15861" y="629"/>
                  </a:moveTo>
                  <a:lnTo>
                    <a:pt x="15861" y="1072"/>
                  </a:lnTo>
                  <a:lnTo>
                    <a:pt x="593" y="1072"/>
                  </a:lnTo>
                  <a:lnTo>
                    <a:pt x="593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1368"/>
                  </a:lnTo>
                  <a:cubicBezTo>
                    <a:pt x="1" y="1442"/>
                    <a:pt x="38" y="1553"/>
                    <a:pt x="75" y="1590"/>
                  </a:cubicBezTo>
                  <a:cubicBezTo>
                    <a:pt x="149" y="1664"/>
                    <a:pt x="223" y="1701"/>
                    <a:pt x="297" y="1701"/>
                  </a:cubicBezTo>
                  <a:lnTo>
                    <a:pt x="16157" y="1701"/>
                  </a:lnTo>
                  <a:cubicBezTo>
                    <a:pt x="16231" y="1701"/>
                    <a:pt x="16342" y="1664"/>
                    <a:pt x="16379" y="1590"/>
                  </a:cubicBezTo>
                  <a:cubicBezTo>
                    <a:pt x="16453" y="1553"/>
                    <a:pt x="16490" y="1442"/>
                    <a:pt x="16490" y="1368"/>
                  </a:cubicBezTo>
                  <a:lnTo>
                    <a:pt x="16490" y="296"/>
                  </a:lnTo>
                  <a:cubicBezTo>
                    <a:pt x="16490" y="222"/>
                    <a:pt x="16453" y="148"/>
                    <a:pt x="16379" y="74"/>
                  </a:cubicBezTo>
                  <a:cubicBezTo>
                    <a:pt x="16342" y="37"/>
                    <a:pt x="16231" y="0"/>
                    <a:pt x="161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4" name="Google Shape;2824;p51"/>
            <p:cNvSpPr/>
            <p:nvPr/>
          </p:nvSpPr>
          <p:spPr>
            <a:xfrm>
              <a:off x="2617200" y="2599625"/>
              <a:ext cx="476025" cy="476025"/>
            </a:xfrm>
            <a:custGeom>
              <a:avLst/>
              <a:gdLst/>
              <a:ahLst/>
              <a:cxnLst/>
              <a:rect l="l" t="t" r="r" b="b"/>
              <a:pathLst>
                <a:path w="19041" h="19041" extrusionOk="0">
                  <a:moveTo>
                    <a:pt x="9539" y="0"/>
                  </a:moveTo>
                  <a:cubicBezTo>
                    <a:pt x="4290" y="0"/>
                    <a:pt x="1" y="4252"/>
                    <a:pt x="1" y="9502"/>
                  </a:cubicBezTo>
                  <a:cubicBezTo>
                    <a:pt x="1" y="14788"/>
                    <a:pt x="4290" y="19040"/>
                    <a:pt x="9539" y="19040"/>
                  </a:cubicBezTo>
                  <a:cubicBezTo>
                    <a:pt x="14789" y="19040"/>
                    <a:pt x="19041" y="14788"/>
                    <a:pt x="19041" y="9502"/>
                  </a:cubicBezTo>
                  <a:cubicBezTo>
                    <a:pt x="19041" y="4252"/>
                    <a:pt x="14789" y="0"/>
                    <a:pt x="95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5" name="Google Shape;2825;p51"/>
            <p:cNvSpPr/>
            <p:nvPr/>
          </p:nvSpPr>
          <p:spPr>
            <a:xfrm>
              <a:off x="2609825" y="2592225"/>
              <a:ext cx="490800" cy="490800"/>
            </a:xfrm>
            <a:custGeom>
              <a:avLst/>
              <a:gdLst/>
              <a:ahLst/>
              <a:cxnLst/>
              <a:rect l="l" t="t" r="r" b="b"/>
              <a:pathLst>
                <a:path w="19632" h="19632" extrusionOk="0">
                  <a:moveTo>
                    <a:pt x="9834" y="592"/>
                  </a:moveTo>
                  <a:cubicBezTo>
                    <a:pt x="12385" y="592"/>
                    <a:pt x="14678" y="1627"/>
                    <a:pt x="16341" y="3291"/>
                  </a:cubicBezTo>
                  <a:cubicBezTo>
                    <a:pt x="18005" y="4954"/>
                    <a:pt x="19040" y="7284"/>
                    <a:pt x="19040" y="9798"/>
                  </a:cubicBezTo>
                  <a:cubicBezTo>
                    <a:pt x="19040" y="12349"/>
                    <a:pt x="18005" y="14641"/>
                    <a:pt x="16341" y="16304"/>
                  </a:cubicBezTo>
                  <a:cubicBezTo>
                    <a:pt x="14678" y="18005"/>
                    <a:pt x="12385" y="19003"/>
                    <a:pt x="9834" y="19003"/>
                  </a:cubicBezTo>
                  <a:cubicBezTo>
                    <a:pt x="7283" y="19003"/>
                    <a:pt x="4991" y="18005"/>
                    <a:pt x="3328" y="16304"/>
                  </a:cubicBezTo>
                  <a:cubicBezTo>
                    <a:pt x="1664" y="14641"/>
                    <a:pt x="629" y="12349"/>
                    <a:pt x="629" y="9798"/>
                  </a:cubicBezTo>
                  <a:cubicBezTo>
                    <a:pt x="629" y="7284"/>
                    <a:pt x="1664" y="4954"/>
                    <a:pt x="3328" y="3291"/>
                  </a:cubicBezTo>
                  <a:cubicBezTo>
                    <a:pt x="4991" y="1627"/>
                    <a:pt x="7283" y="592"/>
                    <a:pt x="9834" y="592"/>
                  </a:cubicBezTo>
                  <a:close/>
                  <a:moveTo>
                    <a:pt x="9834" y="0"/>
                  </a:moveTo>
                  <a:cubicBezTo>
                    <a:pt x="4400" y="0"/>
                    <a:pt x="0" y="4400"/>
                    <a:pt x="0" y="9798"/>
                  </a:cubicBezTo>
                  <a:cubicBezTo>
                    <a:pt x="0" y="15232"/>
                    <a:pt x="4400" y="19632"/>
                    <a:pt x="9834" y="19632"/>
                  </a:cubicBezTo>
                  <a:cubicBezTo>
                    <a:pt x="15232" y="19632"/>
                    <a:pt x="19632" y="15232"/>
                    <a:pt x="19632" y="9798"/>
                  </a:cubicBezTo>
                  <a:cubicBezTo>
                    <a:pt x="19632" y="4400"/>
                    <a:pt x="15232" y="0"/>
                    <a:pt x="9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51"/>
            <p:cNvSpPr/>
            <p:nvPr/>
          </p:nvSpPr>
          <p:spPr>
            <a:xfrm>
              <a:off x="2855675" y="3045125"/>
              <a:ext cx="68425" cy="300400"/>
            </a:xfrm>
            <a:custGeom>
              <a:avLst/>
              <a:gdLst/>
              <a:ahLst/>
              <a:cxnLst/>
              <a:rect l="l" t="t" r="r" b="b"/>
              <a:pathLst>
                <a:path w="2737" h="12016" extrusionOk="0">
                  <a:moveTo>
                    <a:pt x="2736" y="0"/>
                  </a:moveTo>
                  <a:lnTo>
                    <a:pt x="0" y="1220"/>
                  </a:lnTo>
                  <a:lnTo>
                    <a:pt x="2219" y="12016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51"/>
            <p:cNvSpPr/>
            <p:nvPr/>
          </p:nvSpPr>
          <p:spPr>
            <a:xfrm>
              <a:off x="2847350" y="3037950"/>
              <a:ext cx="84125" cy="315900"/>
            </a:xfrm>
            <a:custGeom>
              <a:avLst/>
              <a:gdLst/>
              <a:ahLst/>
              <a:cxnLst/>
              <a:rect l="l" t="t" r="r" b="b"/>
              <a:pathLst>
                <a:path w="3365" h="12636" extrusionOk="0">
                  <a:moveTo>
                    <a:pt x="2736" y="768"/>
                  </a:moveTo>
                  <a:lnTo>
                    <a:pt x="2367" y="9789"/>
                  </a:lnTo>
                  <a:lnTo>
                    <a:pt x="677" y="1664"/>
                  </a:lnTo>
                  <a:lnTo>
                    <a:pt x="677" y="1664"/>
                  </a:lnTo>
                  <a:lnTo>
                    <a:pt x="2736" y="768"/>
                  </a:lnTo>
                  <a:close/>
                  <a:moveTo>
                    <a:pt x="3083" y="1"/>
                  </a:moveTo>
                  <a:cubicBezTo>
                    <a:pt x="3032" y="1"/>
                    <a:pt x="2977" y="10"/>
                    <a:pt x="2921" y="28"/>
                  </a:cubicBezTo>
                  <a:lnTo>
                    <a:pt x="185" y="1211"/>
                  </a:lnTo>
                  <a:cubicBezTo>
                    <a:pt x="75" y="1285"/>
                    <a:pt x="1" y="1433"/>
                    <a:pt x="38" y="1544"/>
                  </a:cubicBezTo>
                  <a:lnTo>
                    <a:pt x="2256" y="12376"/>
                  </a:lnTo>
                  <a:cubicBezTo>
                    <a:pt x="2293" y="12524"/>
                    <a:pt x="2441" y="12635"/>
                    <a:pt x="2589" y="12635"/>
                  </a:cubicBezTo>
                  <a:cubicBezTo>
                    <a:pt x="2736" y="12598"/>
                    <a:pt x="2847" y="12487"/>
                    <a:pt x="2847" y="12340"/>
                  </a:cubicBezTo>
                  <a:lnTo>
                    <a:pt x="3365" y="324"/>
                  </a:lnTo>
                  <a:cubicBezTo>
                    <a:pt x="3365" y="213"/>
                    <a:pt x="3328" y="102"/>
                    <a:pt x="3217" y="28"/>
                  </a:cubicBezTo>
                  <a:cubicBezTo>
                    <a:pt x="3180" y="10"/>
                    <a:pt x="313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51"/>
            <p:cNvSpPr/>
            <p:nvPr/>
          </p:nvSpPr>
          <p:spPr>
            <a:xfrm>
              <a:off x="4462975" y="3403725"/>
              <a:ext cx="145125" cy="213525"/>
            </a:xfrm>
            <a:custGeom>
              <a:avLst/>
              <a:gdLst/>
              <a:ahLst/>
              <a:cxnLst/>
              <a:rect l="l" t="t" r="r" b="b"/>
              <a:pathLst>
                <a:path w="5805" h="8541" extrusionOk="0">
                  <a:moveTo>
                    <a:pt x="0" y="1"/>
                  </a:moveTo>
                  <a:lnTo>
                    <a:pt x="0" y="8541"/>
                  </a:lnTo>
                  <a:lnTo>
                    <a:pt x="5805" y="8541"/>
                  </a:lnTo>
                  <a:lnTo>
                    <a:pt x="580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51"/>
            <p:cNvSpPr/>
            <p:nvPr/>
          </p:nvSpPr>
          <p:spPr>
            <a:xfrm>
              <a:off x="4455575" y="3396325"/>
              <a:ext cx="159925" cy="228325"/>
            </a:xfrm>
            <a:custGeom>
              <a:avLst/>
              <a:gdLst/>
              <a:ahLst/>
              <a:cxnLst/>
              <a:rect l="l" t="t" r="r" b="b"/>
              <a:pathLst>
                <a:path w="6397" h="9133" extrusionOk="0">
                  <a:moveTo>
                    <a:pt x="5768" y="592"/>
                  </a:moveTo>
                  <a:lnTo>
                    <a:pt x="5768" y="8504"/>
                  </a:lnTo>
                  <a:lnTo>
                    <a:pt x="629" y="8504"/>
                  </a:lnTo>
                  <a:lnTo>
                    <a:pt x="629" y="592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75"/>
                  </a:cubicBezTo>
                  <a:cubicBezTo>
                    <a:pt x="37" y="149"/>
                    <a:pt x="0" y="223"/>
                    <a:pt x="0" y="297"/>
                  </a:cubicBezTo>
                  <a:lnTo>
                    <a:pt x="0" y="8837"/>
                  </a:lnTo>
                  <a:cubicBezTo>
                    <a:pt x="0" y="8911"/>
                    <a:pt x="37" y="8985"/>
                    <a:pt x="74" y="9059"/>
                  </a:cubicBezTo>
                  <a:cubicBezTo>
                    <a:pt x="148" y="9096"/>
                    <a:pt x="222" y="9133"/>
                    <a:pt x="296" y="9133"/>
                  </a:cubicBezTo>
                  <a:lnTo>
                    <a:pt x="6101" y="9133"/>
                  </a:lnTo>
                  <a:cubicBezTo>
                    <a:pt x="6175" y="9133"/>
                    <a:pt x="6248" y="9096"/>
                    <a:pt x="6285" y="9059"/>
                  </a:cubicBezTo>
                  <a:cubicBezTo>
                    <a:pt x="6359" y="8985"/>
                    <a:pt x="6396" y="8911"/>
                    <a:pt x="6396" y="8837"/>
                  </a:cubicBezTo>
                  <a:lnTo>
                    <a:pt x="6396" y="297"/>
                  </a:lnTo>
                  <a:cubicBezTo>
                    <a:pt x="6396" y="223"/>
                    <a:pt x="6359" y="149"/>
                    <a:pt x="6285" y="75"/>
                  </a:cubicBezTo>
                  <a:cubicBezTo>
                    <a:pt x="6248" y="38"/>
                    <a:pt x="6175" y="1"/>
                    <a:pt x="6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51"/>
            <p:cNvSpPr/>
            <p:nvPr/>
          </p:nvSpPr>
          <p:spPr>
            <a:xfrm>
              <a:off x="4570175" y="3443475"/>
              <a:ext cx="77675" cy="144200"/>
            </a:xfrm>
            <a:custGeom>
              <a:avLst/>
              <a:gdLst/>
              <a:ahLst/>
              <a:cxnLst/>
              <a:rect l="l" t="t" r="r" b="b"/>
              <a:pathLst>
                <a:path w="3107" h="5768" extrusionOk="0">
                  <a:moveTo>
                    <a:pt x="481" y="0"/>
                  </a:moveTo>
                  <a:cubicBezTo>
                    <a:pt x="186" y="0"/>
                    <a:pt x="1" y="222"/>
                    <a:pt x="1" y="481"/>
                  </a:cubicBezTo>
                  <a:cubicBezTo>
                    <a:pt x="1" y="740"/>
                    <a:pt x="186" y="962"/>
                    <a:pt x="481" y="962"/>
                  </a:cubicBezTo>
                  <a:lnTo>
                    <a:pt x="1258" y="962"/>
                  </a:lnTo>
                  <a:cubicBezTo>
                    <a:pt x="1738" y="962"/>
                    <a:pt x="2145" y="1368"/>
                    <a:pt x="2145" y="1849"/>
                  </a:cubicBezTo>
                  <a:lnTo>
                    <a:pt x="2145" y="3919"/>
                  </a:lnTo>
                  <a:cubicBezTo>
                    <a:pt x="2145" y="4437"/>
                    <a:pt x="1738" y="4844"/>
                    <a:pt x="1258" y="4844"/>
                  </a:cubicBezTo>
                  <a:lnTo>
                    <a:pt x="629" y="4844"/>
                  </a:lnTo>
                  <a:cubicBezTo>
                    <a:pt x="371" y="4844"/>
                    <a:pt x="149" y="5028"/>
                    <a:pt x="149" y="5287"/>
                  </a:cubicBezTo>
                  <a:cubicBezTo>
                    <a:pt x="149" y="5583"/>
                    <a:pt x="371" y="5768"/>
                    <a:pt x="629" y="5768"/>
                  </a:cubicBezTo>
                  <a:lnTo>
                    <a:pt x="1258" y="5768"/>
                  </a:lnTo>
                  <a:cubicBezTo>
                    <a:pt x="2256" y="5768"/>
                    <a:pt x="3106" y="4955"/>
                    <a:pt x="3106" y="3919"/>
                  </a:cubicBezTo>
                  <a:lnTo>
                    <a:pt x="3106" y="1849"/>
                  </a:lnTo>
                  <a:cubicBezTo>
                    <a:pt x="3106" y="851"/>
                    <a:pt x="2256" y="0"/>
                    <a:pt x="1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1" name="Google Shape;2831;p51"/>
            <p:cNvSpPr/>
            <p:nvPr/>
          </p:nvSpPr>
          <p:spPr>
            <a:xfrm>
              <a:off x="4561875" y="3436075"/>
              <a:ext cx="93375" cy="159925"/>
            </a:xfrm>
            <a:custGeom>
              <a:avLst/>
              <a:gdLst/>
              <a:ahLst/>
              <a:cxnLst/>
              <a:rect l="l" t="t" r="r" b="b"/>
              <a:pathLst>
                <a:path w="3735" h="6397" extrusionOk="0">
                  <a:moveTo>
                    <a:pt x="1590" y="592"/>
                  </a:moveTo>
                  <a:cubicBezTo>
                    <a:pt x="2440" y="629"/>
                    <a:pt x="3106" y="1295"/>
                    <a:pt x="3106" y="2145"/>
                  </a:cubicBezTo>
                  <a:lnTo>
                    <a:pt x="3106" y="4215"/>
                  </a:lnTo>
                  <a:cubicBezTo>
                    <a:pt x="3106" y="5066"/>
                    <a:pt x="2440" y="5768"/>
                    <a:pt x="1590" y="5768"/>
                  </a:cubicBezTo>
                  <a:lnTo>
                    <a:pt x="961" y="5768"/>
                  </a:lnTo>
                  <a:cubicBezTo>
                    <a:pt x="887" y="5768"/>
                    <a:pt x="813" y="5694"/>
                    <a:pt x="813" y="5583"/>
                  </a:cubicBezTo>
                  <a:cubicBezTo>
                    <a:pt x="813" y="5509"/>
                    <a:pt x="887" y="5435"/>
                    <a:pt x="961" y="5435"/>
                  </a:cubicBezTo>
                  <a:lnTo>
                    <a:pt x="1590" y="5435"/>
                  </a:lnTo>
                  <a:cubicBezTo>
                    <a:pt x="2255" y="5435"/>
                    <a:pt x="2773" y="4881"/>
                    <a:pt x="2773" y="4215"/>
                  </a:cubicBezTo>
                  <a:lnTo>
                    <a:pt x="2773" y="2145"/>
                  </a:lnTo>
                  <a:cubicBezTo>
                    <a:pt x="2773" y="1480"/>
                    <a:pt x="2255" y="962"/>
                    <a:pt x="1590" y="962"/>
                  </a:cubicBezTo>
                  <a:lnTo>
                    <a:pt x="813" y="962"/>
                  </a:lnTo>
                  <a:cubicBezTo>
                    <a:pt x="703" y="962"/>
                    <a:pt x="629" y="888"/>
                    <a:pt x="629" y="777"/>
                  </a:cubicBezTo>
                  <a:cubicBezTo>
                    <a:pt x="629" y="703"/>
                    <a:pt x="703" y="592"/>
                    <a:pt x="813" y="592"/>
                  </a:cubicBezTo>
                  <a:close/>
                  <a:moveTo>
                    <a:pt x="813" y="1"/>
                  </a:moveTo>
                  <a:cubicBezTo>
                    <a:pt x="370" y="1"/>
                    <a:pt x="0" y="333"/>
                    <a:pt x="0" y="777"/>
                  </a:cubicBezTo>
                  <a:cubicBezTo>
                    <a:pt x="0" y="1221"/>
                    <a:pt x="370" y="1553"/>
                    <a:pt x="813" y="1553"/>
                  </a:cubicBezTo>
                  <a:lnTo>
                    <a:pt x="1590" y="1553"/>
                  </a:lnTo>
                  <a:cubicBezTo>
                    <a:pt x="1886" y="1553"/>
                    <a:pt x="2181" y="1812"/>
                    <a:pt x="2181" y="2145"/>
                  </a:cubicBezTo>
                  <a:lnTo>
                    <a:pt x="2181" y="4215"/>
                  </a:lnTo>
                  <a:cubicBezTo>
                    <a:pt x="2181" y="4548"/>
                    <a:pt x="1886" y="4807"/>
                    <a:pt x="1590" y="4807"/>
                  </a:cubicBezTo>
                  <a:lnTo>
                    <a:pt x="961" y="4807"/>
                  </a:lnTo>
                  <a:cubicBezTo>
                    <a:pt x="518" y="4807"/>
                    <a:pt x="185" y="5177"/>
                    <a:pt x="185" y="5583"/>
                  </a:cubicBezTo>
                  <a:cubicBezTo>
                    <a:pt x="185" y="6027"/>
                    <a:pt x="518" y="6397"/>
                    <a:pt x="961" y="6397"/>
                  </a:cubicBezTo>
                  <a:lnTo>
                    <a:pt x="1590" y="6397"/>
                  </a:lnTo>
                  <a:cubicBezTo>
                    <a:pt x="2773" y="6397"/>
                    <a:pt x="3734" y="5398"/>
                    <a:pt x="3734" y="4215"/>
                  </a:cubicBezTo>
                  <a:lnTo>
                    <a:pt x="3734" y="2145"/>
                  </a:lnTo>
                  <a:cubicBezTo>
                    <a:pt x="3734" y="962"/>
                    <a:pt x="2773" y="1"/>
                    <a:pt x="15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2" name="Google Shape;2832;p51"/>
            <p:cNvSpPr/>
            <p:nvPr/>
          </p:nvSpPr>
          <p:spPr>
            <a:xfrm>
              <a:off x="4999975" y="3728150"/>
              <a:ext cx="140500" cy="1346100"/>
            </a:xfrm>
            <a:custGeom>
              <a:avLst/>
              <a:gdLst/>
              <a:ahLst/>
              <a:cxnLst/>
              <a:rect l="l" t="t" r="r" b="b"/>
              <a:pathLst>
                <a:path w="5620" h="53844" extrusionOk="0">
                  <a:moveTo>
                    <a:pt x="0" y="0"/>
                  </a:moveTo>
                  <a:lnTo>
                    <a:pt x="4474" y="53312"/>
                  </a:lnTo>
                  <a:cubicBezTo>
                    <a:pt x="4506" y="53634"/>
                    <a:pt x="4762" y="53844"/>
                    <a:pt x="5048" y="53844"/>
                  </a:cubicBezTo>
                  <a:cubicBezTo>
                    <a:pt x="5090" y="53844"/>
                    <a:pt x="5133" y="53839"/>
                    <a:pt x="5176" y="53830"/>
                  </a:cubicBezTo>
                  <a:cubicBezTo>
                    <a:pt x="5435" y="53756"/>
                    <a:pt x="5620" y="53497"/>
                    <a:pt x="5620" y="53201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3" name="Google Shape;2833;p51"/>
            <p:cNvSpPr/>
            <p:nvPr/>
          </p:nvSpPr>
          <p:spPr>
            <a:xfrm>
              <a:off x="4991650" y="3720750"/>
              <a:ext cx="156225" cy="1360550"/>
            </a:xfrm>
            <a:custGeom>
              <a:avLst/>
              <a:gdLst/>
              <a:ahLst/>
              <a:cxnLst/>
              <a:rect l="l" t="t" r="r" b="b"/>
              <a:pathLst>
                <a:path w="6249" h="54422" extrusionOk="0">
                  <a:moveTo>
                    <a:pt x="2588" y="629"/>
                  </a:moveTo>
                  <a:lnTo>
                    <a:pt x="5620" y="53497"/>
                  </a:lnTo>
                  <a:lnTo>
                    <a:pt x="5620" y="53534"/>
                  </a:lnTo>
                  <a:lnTo>
                    <a:pt x="5620" y="53571"/>
                  </a:lnTo>
                  <a:cubicBezTo>
                    <a:pt x="5620" y="53682"/>
                    <a:pt x="5546" y="53793"/>
                    <a:pt x="5435" y="53793"/>
                  </a:cubicBezTo>
                  <a:lnTo>
                    <a:pt x="5361" y="53830"/>
                  </a:lnTo>
                  <a:cubicBezTo>
                    <a:pt x="5250" y="53830"/>
                    <a:pt x="5139" y="53719"/>
                    <a:pt x="5102" y="53571"/>
                  </a:cubicBezTo>
                  <a:lnTo>
                    <a:pt x="5099" y="53572"/>
                  </a:lnTo>
                  <a:lnTo>
                    <a:pt x="5099" y="53572"/>
                  </a:ln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645"/>
                  </a:lnTo>
                  <a:lnTo>
                    <a:pt x="4511" y="53682"/>
                  </a:lnTo>
                  <a:cubicBezTo>
                    <a:pt x="4548" y="54126"/>
                    <a:pt x="4954" y="54422"/>
                    <a:pt x="5361" y="54422"/>
                  </a:cubicBezTo>
                  <a:lnTo>
                    <a:pt x="5583" y="54422"/>
                  </a:lnTo>
                  <a:cubicBezTo>
                    <a:pt x="5990" y="54311"/>
                    <a:pt x="6248" y="53941"/>
                    <a:pt x="6248" y="53571"/>
                  </a:cubicBezTo>
                  <a:lnTo>
                    <a:pt x="6248" y="53460"/>
                  </a:lnTo>
                  <a:lnTo>
                    <a:pt x="3180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4" name="Google Shape;2834;p51"/>
            <p:cNvSpPr/>
            <p:nvPr/>
          </p:nvSpPr>
          <p:spPr>
            <a:xfrm>
              <a:off x="5752325" y="3728150"/>
              <a:ext cx="141425" cy="1349800"/>
            </a:xfrm>
            <a:custGeom>
              <a:avLst/>
              <a:gdLst/>
              <a:ahLst/>
              <a:cxnLst/>
              <a:rect l="l" t="t" r="r" b="b"/>
              <a:pathLst>
                <a:path w="5657" h="53992" extrusionOk="0">
                  <a:moveTo>
                    <a:pt x="0" y="0"/>
                  </a:moveTo>
                  <a:lnTo>
                    <a:pt x="4474" y="53497"/>
                  </a:lnTo>
                  <a:cubicBezTo>
                    <a:pt x="4538" y="53786"/>
                    <a:pt x="4770" y="53992"/>
                    <a:pt x="5048" y="53992"/>
                  </a:cubicBezTo>
                  <a:cubicBezTo>
                    <a:pt x="5090" y="53992"/>
                    <a:pt x="5133" y="53987"/>
                    <a:pt x="5176" y="53978"/>
                  </a:cubicBezTo>
                  <a:cubicBezTo>
                    <a:pt x="5472" y="53941"/>
                    <a:pt x="5657" y="53645"/>
                    <a:pt x="5620" y="53386"/>
                  </a:cubicBezTo>
                  <a:lnTo>
                    <a:pt x="25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5" name="Google Shape;2835;p51"/>
            <p:cNvSpPr/>
            <p:nvPr/>
          </p:nvSpPr>
          <p:spPr>
            <a:xfrm>
              <a:off x="5744000" y="3720750"/>
              <a:ext cx="156225" cy="1365175"/>
            </a:xfrm>
            <a:custGeom>
              <a:avLst/>
              <a:gdLst/>
              <a:ahLst/>
              <a:cxnLst/>
              <a:rect l="l" t="t" r="r" b="b"/>
              <a:pathLst>
                <a:path w="6249" h="54607" extrusionOk="0">
                  <a:moveTo>
                    <a:pt x="2588" y="629"/>
                  </a:moveTo>
                  <a:lnTo>
                    <a:pt x="5657" y="53682"/>
                  </a:lnTo>
                  <a:lnTo>
                    <a:pt x="5657" y="53719"/>
                  </a:lnTo>
                  <a:cubicBezTo>
                    <a:pt x="5657" y="53867"/>
                    <a:pt x="5583" y="53978"/>
                    <a:pt x="5435" y="53978"/>
                  </a:cubicBezTo>
                  <a:lnTo>
                    <a:pt x="5398" y="53978"/>
                  </a:lnTo>
                  <a:cubicBezTo>
                    <a:pt x="5250" y="53978"/>
                    <a:pt x="5139" y="53904"/>
                    <a:pt x="5139" y="53756"/>
                  </a:cubicBezTo>
                  <a:lnTo>
                    <a:pt x="657" y="629"/>
                  </a:lnTo>
                  <a:close/>
                  <a:moveTo>
                    <a:pt x="333" y="1"/>
                  </a:moveTo>
                  <a:cubicBezTo>
                    <a:pt x="222" y="1"/>
                    <a:pt x="148" y="38"/>
                    <a:pt x="111" y="112"/>
                  </a:cubicBezTo>
                  <a:cubicBezTo>
                    <a:pt x="37" y="149"/>
                    <a:pt x="0" y="259"/>
                    <a:pt x="0" y="333"/>
                  </a:cubicBezTo>
                  <a:lnTo>
                    <a:pt x="4511" y="53830"/>
                  </a:lnTo>
                  <a:cubicBezTo>
                    <a:pt x="4585" y="54274"/>
                    <a:pt x="4955" y="54606"/>
                    <a:pt x="5398" y="54606"/>
                  </a:cubicBezTo>
                  <a:cubicBezTo>
                    <a:pt x="5472" y="54606"/>
                    <a:pt x="5509" y="54606"/>
                    <a:pt x="5583" y="54569"/>
                  </a:cubicBezTo>
                  <a:cubicBezTo>
                    <a:pt x="5990" y="54495"/>
                    <a:pt x="6248" y="54126"/>
                    <a:pt x="6248" y="53719"/>
                  </a:cubicBezTo>
                  <a:lnTo>
                    <a:pt x="6248" y="53645"/>
                  </a:lnTo>
                  <a:lnTo>
                    <a:pt x="3217" y="296"/>
                  </a:lnTo>
                  <a:cubicBezTo>
                    <a:pt x="3180" y="112"/>
                    <a:pt x="3069" y="1"/>
                    <a:pt x="28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6" name="Google Shape;2836;p51"/>
            <p:cNvSpPr/>
            <p:nvPr/>
          </p:nvSpPr>
          <p:spPr>
            <a:xfrm>
              <a:off x="2587625" y="3728150"/>
              <a:ext cx="123875" cy="1337800"/>
            </a:xfrm>
            <a:custGeom>
              <a:avLst/>
              <a:gdLst/>
              <a:ahLst/>
              <a:cxnLst/>
              <a:rect l="l" t="t" r="r" b="b"/>
              <a:pathLst>
                <a:path w="4955" h="53512" extrusionOk="0">
                  <a:moveTo>
                    <a:pt x="2404" y="0"/>
                  </a:moveTo>
                  <a:lnTo>
                    <a:pt x="38" y="52869"/>
                  </a:lnTo>
                  <a:cubicBezTo>
                    <a:pt x="1" y="53164"/>
                    <a:pt x="186" y="53423"/>
                    <a:pt x="482" y="53497"/>
                  </a:cubicBezTo>
                  <a:cubicBezTo>
                    <a:pt x="520" y="53507"/>
                    <a:pt x="559" y="53511"/>
                    <a:pt x="598" y="53511"/>
                  </a:cubicBezTo>
                  <a:cubicBezTo>
                    <a:pt x="859" y="53511"/>
                    <a:pt x="1115" y="53306"/>
                    <a:pt x="1147" y="53016"/>
                  </a:cubicBezTo>
                  <a:lnTo>
                    <a:pt x="495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7" name="Google Shape;2837;p51"/>
            <p:cNvSpPr/>
            <p:nvPr/>
          </p:nvSpPr>
          <p:spPr>
            <a:xfrm>
              <a:off x="2580250" y="3720750"/>
              <a:ext cx="138650" cy="1352225"/>
            </a:xfrm>
            <a:custGeom>
              <a:avLst/>
              <a:gdLst/>
              <a:ahLst/>
              <a:cxnLst/>
              <a:rect l="l" t="t" r="r" b="b"/>
              <a:pathLst>
                <a:path w="5546" h="54089" extrusionOk="0">
                  <a:moveTo>
                    <a:pt x="4917" y="629"/>
                  </a:moveTo>
                  <a:lnTo>
                    <a:pt x="1149" y="53239"/>
                  </a:lnTo>
                  <a:lnTo>
                    <a:pt x="1149" y="53239"/>
                  </a:lnTo>
                  <a:lnTo>
                    <a:pt x="1146" y="53238"/>
                  </a:lnTo>
                  <a:cubicBezTo>
                    <a:pt x="1146" y="53386"/>
                    <a:pt x="998" y="53497"/>
                    <a:pt x="887" y="53497"/>
                  </a:cubicBezTo>
                  <a:lnTo>
                    <a:pt x="850" y="53460"/>
                  </a:lnTo>
                  <a:cubicBezTo>
                    <a:pt x="703" y="53460"/>
                    <a:pt x="629" y="53349"/>
                    <a:pt x="629" y="53202"/>
                  </a:cubicBezTo>
                  <a:lnTo>
                    <a:pt x="629" y="53165"/>
                  </a:lnTo>
                  <a:lnTo>
                    <a:pt x="2982" y="629"/>
                  </a:lnTo>
                  <a:close/>
                  <a:moveTo>
                    <a:pt x="2699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0" y="53128"/>
                  </a:lnTo>
                  <a:lnTo>
                    <a:pt x="0" y="53202"/>
                  </a:lnTo>
                  <a:cubicBezTo>
                    <a:pt x="0" y="53608"/>
                    <a:pt x="296" y="53978"/>
                    <a:pt x="703" y="54089"/>
                  </a:cubicBezTo>
                  <a:lnTo>
                    <a:pt x="887" y="54089"/>
                  </a:lnTo>
                  <a:cubicBezTo>
                    <a:pt x="1331" y="54089"/>
                    <a:pt x="1701" y="53793"/>
                    <a:pt x="1775" y="53349"/>
                  </a:cubicBezTo>
                  <a:lnTo>
                    <a:pt x="1775" y="53312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72" y="112"/>
                  </a:cubicBezTo>
                  <a:cubicBezTo>
                    <a:pt x="5398" y="38"/>
                    <a:pt x="5324" y="1"/>
                    <a:pt x="52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8" name="Google Shape;2838;p51"/>
            <p:cNvSpPr/>
            <p:nvPr/>
          </p:nvSpPr>
          <p:spPr>
            <a:xfrm>
              <a:off x="1894425" y="3728150"/>
              <a:ext cx="122975" cy="1333175"/>
            </a:xfrm>
            <a:custGeom>
              <a:avLst/>
              <a:gdLst/>
              <a:ahLst/>
              <a:cxnLst/>
              <a:rect l="l" t="t" r="r" b="b"/>
              <a:pathLst>
                <a:path w="4919" h="53327" extrusionOk="0">
                  <a:moveTo>
                    <a:pt x="2367" y="0"/>
                  </a:moveTo>
                  <a:lnTo>
                    <a:pt x="38" y="52684"/>
                  </a:lnTo>
                  <a:cubicBezTo>
                    <a:pt x="1" y="52979"/>
                    <a:pt x="186" y="53238"/>
                    <a:pt x="445" y="53312"/>
                  </a:cubicBezTo>
                  <a:cubicBezTo>
                    <a:pt x="488" y="53322"/>
                    <a:pt x="531" y="53326"/>
                    <a:pt x="574" y="53326"/>
                  </a:cubicBezTo>
                  <a:cubicBezTo>
                    <a:pt x="859" y="53326"/>
                    <a:pt x="1115" y="53121"/>
                    <a:pt x="1147" y="52832"/>
                  </a:cubicBezTo>
                  <a:lnTo>
                    <a:pt x="49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51"/>
            <p:cNvSpPr/>
            <p:nvPr/>
          </p:nvSpPr>
          <p:spPr>
            <a:xfrm>
              <a:off x="1887050" y="3720750"/>
              <a:ext cx="138650" cy="1348525"/>
            </a:xfrm>
            <a:custGeom>
              <a:avLst/>
              <a:gdLst/>
              <a:ahLst/>
              <a:cxnLst/>
              <a:rect l="l" t="t" r="r" b="b"/>
              <a:pathLst>
                <a:path w="5546" h="53941" extrusionOk="0">
                  <a:moveTo>
                    <a:pt x="4880" y="629"/>
                  </a:moveTo>
                  <a:lnTo>
                    <a:pt x="1146" y="53091"/>
                  </a:lnTo>
                  <a:cubicBezTo>
                    <a:pt x="1109" y="53202"/>
                    <a:pt x="998" y="53312"/>
                    <a:pt x="887" y="53312"/>
                  </a:cubicBezTo>
                  <a:lnTo>
                    <a:pt x="814" y="53312"/>
                  </a:lnTo>
                  <a:cubicBezTo>
                    <a:pt x="703" y="53275"/>
                    <a:pt x="629" y="53165"/>
                    <a:pt x="629" y="53017"/>
                  </a:cubicBezTo>
                  <a:lnTo>
                    <a:pt x="629" y="52980"/>
                  </a:lnTo>
                  <a:lnTo>
                    <a:pt x="2982" y="629"/>
                  </a:lnTo>
                  <a:close/>
                  <a:moveTo>
                    <a:pt x="2662" y="1"/>
                  </a:moveTo>
                  <a:cubicBezTo>
                    <a:pt x="2514" y="1"/>
                    <a:pt x="2366" y="112"/>
                    <a:pt x="2366" y="296"/>
                  </a:cubicBezTo>
                  <a:lnTo>
                    <a:pt x="2" y="52943"/>
                  </a:lnTo>
                  <a:lnTo>
                    <a:pt x="2" y="52943"/>
                  </a:lnTo>
                  <a:lnTo>
                    <a:pt x="0" y="52943"/>
                  </a:lnTo>
                  <a:lnTo>
                    <a:pt x="0" y="53017"/>
                  </a:lnTo>
                  <a:cubicBezTo>
                    <a:pt x="0" y="53423"/>
                    <a:pt x="296" y="53793"/>
                    <a:pt x="666" y="53904"/>
                  </a:cubicBezTo>
                  <a:cubicBezTo>
                    <a:pt x="740" y="53904"/>
                    <a:pt x="814" y="53941"/>
                    <a:pt x="887" y="53941"/>
                  </a:cubicBezTo>
                  <a:cubicBezTo>
                    <a:pt x="1331" y="53941"/>
                    <a:pt x="1701" y="53608"/>
                    <a:pt x="1775" y="53165"/>
                  </a:cubicBezTo>
                  <a:lnTo>
                    <a:pt x="1775" y="53128"/>
                  </a:lnTo>
                  <a:lnTo>
                    <a:pt x="5546" y="333"/>
                  </a:lnTo>
                  <a:cubicBezTo>
                    <a:pt x="5546" y="259"/>
                    <a:pt x="5509" y="149"/>
                    <a:pt x="5435" y="112"/>
                  </a:cubicBezTo>
                  <a:cubicBezTo>
                    <a:pt x="5398" y="38"/>
                    <a:pt x="5324" y="1"/>
                    <a:pt x="52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51"/>
            <p:cNvSpPr/>
            <p:nvPr/>
          </p:nvSpPr>
          <p:spPr>
            <a:xfrm>
              <a:off x="1912000" y="3654200"/>
              <a:ext cx="3986375" cy="114650"/>
            </a:xfrm>
            <a:custGeom>
              <a:avLst/>
              <a:gdLst/>
              <a:ahLst/>
              <a:cxnLst/>
              <a:rect l="l" t="t" r="r" b="b"/>
              <a:pathLst>
                <a:path w="159455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159455" y="4585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51"/>
            <p:cNvSpPr/>
            <p:nvPr/>
          </p:nvSpPr>
          <p:spPr>
            <a:xfrm>
              <a:off x="1904600" y="3646800"/>
              <a:ext cx="4001175" cy="130350"/>
            </a:xfrm>
            <a:custGeom>
              <a:avLst/>
              <a:gdLst/>
              <a:ahLst/>
              <a:cxnLst/>
              <a:rect l="l" t="t" r="r" b="b"/>
              <a:pathLst>
                <a:path w="160047" h="5214" extrusionOk="0">
                  <a:moveTo>
                    <a:pt x="159455" y="629"/>
                  </a:moveTo>
                  <a:lnTo>
                    <a:pt x="159455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38" y="5066"/>
                    <a:pt x="75" y="5103"/>
                  </a:cubicBezTo>
                  <a:cubicBezTo>
                    <a:pt x="149" y="5177"/>
                    <a:pt x="222" y="5214"/>
                    <a:pt x="296" y="5214"/>
                  </a:cubicBezTo>
                  <a:lnTo>
                    <a:pt x="159751" y="5214"/>
                  </a:lnTo>
                  <a:cubicBezTo>
                    <a:pt x="159824" y="5214"/>
                    <a:pt x="159898" y="5177"/>
                    <a:pt x="159972" y="5103"/>
                  </a:cubicBezTo>
                  <a:cubicBezTo>
                    <a:pt x="160046" y="5066"/>
                    <a:pt x="160046" y="4955"/>
                    <a:pt x="160046" y="4881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51"/>
            <p:cNvSpPr/>
            <p:nvPr/>
          </p:nvSpPr>
          <p:spPr>
            <a:xfrm>
              <a:off x="1912000" y="3654200"/>
              <a:ext cx="3986375" cy="39775"/>
            </a:xfrm>
            <a:custGeom>
              <a:avLst/>
              <a:gdLst/>
              <a:ahLst/>
              <a:cxnLst/>
              <a:rect l="l" t="t" r="r" b="b"/>
              <a:pathLst>
                <a:path w="159455" h="1591" extrusionOk="0">
                  <a:moveTo>
                    <a:pt x="0" y="1"/>
                  </a:moveTo>
                  <a:lnTo>
                    <a:pt x="0" y="1591"/>
                  </a:lnTo>
                  <a:lnTo>
                    <a:pt x="159455" y="1591"/>
                  </a:lnTo>
                  <a:lnTo>
                    <a:pt x="15945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51"/>
            <p:cNvSpPr/>
            <p:nvPr/>
          </p:nvSpPr>
          <p:spPr>
            <a:xfrm>
              <a:off x="1904600" y="3646800"/>
              <a:ext cx="4001175" cy="54575"/>
            </a:xfrm>
            <a:custGeom>
              <a:avLst/>
              <a:gdLst/>
              <a:ahLst/>
              <a:cxnLst/>
              <a:rect l="l" t="t" r="r" b="b"/>
              <a:pathLst>
                <a:path w="160047" h="2183" extrusionOk="0">
                  <a:moveTo>
                    <a:pt x="159455" y="629"/>
                  </a:moveTo>
                  <a:lnTo>
                    <a:pt x="159455" y="1591"/>
                  </a:lnTo>
                  <a:lnTo>
                    <a:pt x="592" y="1591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9" y="38"/>
                    <a:pt x="75" y="112"/>
                  </a:cubicBezTo>
                  <a:cubicBezTo>
                    <a:pt x="38" y="149"/>
                    <a:pt x="1" y="223"/>
                    <a:pt x="1" y="297"/>
                  </a:cubicBezTo>
                  <a:lnTo>
                    <a:pt x="1" y="1887"/>
                  </a:lnTo>
                  <a:cubicBezTo>
                    <a:pt x="1" y="1960"/>
                    <a:pt x="38" y="2034"/>
                    <a:pt x="75" y="2108"/>
                  </a:cubicBezTo>
                  <a:cubicBezTo>
                    <a:pt x="149" y="2145"/>
                    <a:pt x="222" y="2182"/>
                    <a:pt x="296" y="2182"/>
                  </a:cubicBezTo>
                  <a:lnTo>
                    <a:pt x="159751" y="2182"/>
                  </a:lnTo>
                  <a:cubicBezTo>
                    <a:pt x="159824" y="2182"/>
                    <a:pt x="159898" y="2145"/>
                    <a:pt x="159972" y="2108"/>
                  </a:cubicBezTo>
                  <a:cubicBezTo>
                    <a:pt x="160046" y="2034"/>
                    <a:pt x="160046" y="1960"/>
                    <a:pt x="160046" y="1887"/>
                  </a:cubicBezTo>
                  <a:lnTo>
                    <a:pt x="160046" y="297"/>
                  </a:lnTo>
                  <a:cubicBezTo>
                    <a:pt x="160046" y="223"/>
                    <a:pt x="160046" y="149"/>
                    <a:pt x="159972" y="112"/>
                  </a:cubicBezTo>
                  <a:cubicBezTo>
                    <a:pt x="159898" y="38"/>
                    <a:pt x="159824" y="1"/>
                    <a:pt x="1597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4" name="Google Shape;2844;p51"/>
            <p:cNvSpPr/>
            <p:nvPr/>
          </p:nvSpPr>
          <p:spPr>
            <a:xfrm>
              <a:off x="4901075" y="3654200"/>
              <a:ext cx="997300" cy="114650"/>
            </a:xfrm>
            <a:custGeom>
              <a:avLst/>
              <a:gdLst/>
              <a:ahLst/>
              <a:cxnLst/>
              <a:rect l="l" t="t" r="r" b="b"/>
              <a:pathLst>
                <a:path w="39892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39892" y="4585"/>
                  </a:lnTo>
                  <a:lnTo>
                    <a:pt x="3989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5" name="Google Shape;2845;p51"/>
            <p:cNvSpPr/>
            <p:nvPr/>
          </p:nvSpPr>
          <p:spPr>
            <a:xfrm>
              <a:off x="4893675" y="3646800"/>
              <a:ext cx="1012100" cy="130350"/>
            </a:xfrm>
            <a:custGeom>
              <a:avLst/>
              <a:gdLst/>
              <a:ahLst/>
              <a:cxnLst/>
              <a:rect l="l" t="t" r="r" b="b"/>
              <a:pathLst>
                <a:path w="40484" h="5214" extrusionOk="0">
                  <a:moveTo>
                    <a:pt x="39892" y="629"/>
                  </a:moveTo>
                  <a:lnTo>
                    <a:pt x="39892" y="4585"/>
                  </a:lnTo>
                  <a:lnTo>
                    <a:pt x="592" y="4585"/>
                  </a:lnTo>
                  <a:lnTo>
                    <a:pt x="592" y="629"/>
                  </a:lnTo>
                  <a:close/>
                  <a:moveTo>
                    <a:pt x="296" y="1"/>
                  </a:moveTo>
                  <a:cubicBezTo>
                    <a:pt x="222" y="1"/>
                    <a:pt x="148" y="38"/>
                    <a:pt x="74" y="112"/>
                  </a:cubicBezTo>
                  <a:cubicBezTo>
                    <a:pt x="1" y="149"/>
                    <a:pt x="1" y="223"/>
                    <a:pt x="1" y="297"/>
                  </a:cubicBezTo>
                  <a:lnTo>
                    <a:pt x="1" y="4881"/>
                  </a:lnTo>
                  <a:cubicBezTo>
                    <a:pt x="1" y="4955"/>
                    <a:pt x="1" y="5066"/>
                    <a:pt x="74" y="5103"/>
                  </a:cubicBezTo>
                  <a:cubicBezTo>
                    <a:pt x="148" y="5177"/>
                    <a:pt x="222" y="5214"/>
                    <a:pt x="296" y="5214"/>
                  </a:cubicBezTo>
                  <a:lnTo>
                    <a:pt x="40188" y="5214"/>
                  </a:lnTo>
                  <a:cubicBezTo>
                    <a:pt x="40261" y="5214"/>
                    <a:pt x="40335" y="5177"/>
                    <a:pt x="40409" y="5103"/>
                  </a:cubicBezTo>
                  <a:cubicBezTo>
                    <a:pt x="40483" y="5066"/>
                    <a:pt x="40483" y="4955"/>
                    <a:pt x="40483" y="4881"/>
                  </a:cubicBezTo>
                  <a:lnTo>
                    <a:pt x="40483" y="297"/>
                  </a:lnTo>
                  <a:cubicBezTo>
                    <a:pt x="40483" y="223"/>
                    <a:pt x="40483" y="149"/>
                    <a:pt x="40409" y="112"/>
                  </a:cubicBezTo>
                  <a:cubicBezTo>
                    <a:pt x="40335" y="38"/>
                    <a:pt x="40261" y="1"/>
                    <a:pt x="401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6" name="Google Shape;2846;p51"/>
            <p:cNvSpPr/>
            <p:nvPr/>
          </p:nvSpPr>
          <p:spPr>
            <a:xfrm>
              <a:off x="1876875" y="3616300"/>
              <a:ext cx="4057550" cy="43475"/>
            </a:xfrm>
            <a:custGeom>
              <a:avLst/>
              <a:gdLst/>
              <a:ahLst/>
              <a:cxnLst/>
              <a:rect l="l" t="t" r="r" b="b"/>
              <a:pathLst>
                <a:path w="162302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162301" y="1739"/>
                  </a:lnTo>
                  <a:lnTo>
                    <a:pt x="16230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7" name="Google Shape;2847;p51"/>
            <p:cNvSpPr/>
            <p:nvPr/>
          </p:nvSpPr>
          <p:spPr>
            <a:xfrm>
              <a:off x="1868550" y="3608925"/>
              <a:ext cx="4073275" cy="59175"/>
            </a:xfrm>
            <a:custGeom>
              <a:avLst/>
              <a:gdLst/>
              <a:ahLst/>
              <a:cxnLst/>
              <a:rect l="l" t="t" r="r" b="b"/>
              <a:pathLst>
                <a:path w="162931" h="2367" extrusionOk="0">
                  <a:moveTo>
                    <a:pt x="162302" y="629"/>
                  </a:moveTo>
                  <a:lnTo>
                    <a:pt x="162302" y="1738"/>
                  </a:lnTo>
                  <a:lnTo>
                    <a:pt x="629" y="1738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2034"/>
                  </a:lnTo>
                  <a:cubicBezTo>
                    <a:pt x="1" y="2144"/>
                    <a:pt x="38" y="2218"/>
                    <a:pt x="112" y="2255"/>
                  </a:cubicBezTo>
                  <a:cubicBezTo>
                    <a:pt x="149" y="2329"/>
                    <a:pt x="223" y="2366"/>
                    <a:pt x="334" y="2366"/>
                  </a:cubicBezTo>
                  <a:lnTo>
                    <a:pt x="162634" y="2366"/>
                  </a:lnTo>
                  <a:cubicBezTo>
                    <a:pt x="162708" y="2366"/>
                    <a:pt x="162782" y="2329"/>
                    <a:pt x="162819" y="2255"/>
                  </a:cubicBezTo>
                  <a:cubicBezTo>
                    <a:pt x="162893" y="2218"/>
                    <a:pt x="162930" y="2144"/>
                    <a:pt x="162930" y="2034"/>
                  </a:cubicBezTo>
                  <a:lnTo>
                    <a:pt x="162930" y="296"/>
                  </a:lnTo>
                  <a:cubicBezTo>
                    <a:pt x="162930" y="222"/>
                    <a:pt x="162893" y="148"/>
                    <a:pt x="162819" y="74"/>
                  </a:cubicBezTo>
                  <a:cubicBezTo>
                    <a:pt x="162782" y="37"/>
                    <a:pt x="162708" y="0"/>
                    <a:pt x="1626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8" name="Google Shape;2848;p51"/>
            <p:cNvSpPr/>
            <p:nvPr/>
          </p:nvSpPr>
          <p:spPr>
            <a:xfrm>
              <a:off x="4942650" y="3616300"/>
              <a:ext cx="991775" cy="43475"/>
            </a:xfrm>
            <a:custGeom>
              <a:avLst/>
              <a:gdLst/>
              <a:ahLst/>
              <a:cxnLst/>
              <a:rect l="l" t="t" r="r" b="b"/>
              <a:pathLst>
                <a:path w="39671" h="1739" extrusionOk="0">
                  <a:moveTo>
                    <a:pt x="1" y="1"/>
                  </a:moveTo>
                  <a:lnTo>
                    <a:pt x="1" y="1739"/>
                  </a:lnTo>
                  <a:lnTo>
                    <a:pt x="39670" y="1739"/>
                  </a:lnTo>
                  <a:lnTo>
                    <a:pt x="396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9" name="Google Shape;2849;p51"/>
            <p:cNvSpPr/>
            <p:nvPr/>
          </p:nvSpPr>
          <p:spPr>
            <a:xfrm>
              <a:off x="4935275" y="3608925"/>
              <a:ext cx="1006550" cy="59175"/>
            </a:xfrm>
            <a:custGeom>
              <a:avLst/>
              <a:gdLst/>
              <a:ahLst/>
              <a:cxnLst/>
              <a:rect l="l" t="t" r="r" b="b"/>
              <a:pathLst>
                <a:path w="40262" h="2367" extrusionOk="0">
                  <a:moveTo>
                    <a:pt x="39633" y="629"/>
                  </a:moveTo>
                  <a:lnTo>
                    <a:pt x="39633" y="1738"/>
                  </a:lnTo>
                  <a:lnTo>
                    <a:pt x="592" y="1738"/>
                  </a:lnTo>
                  <a:lnTo>
                    <a:pt x="592" y="629"/>
                  </a:lnTo>
                  <a:close/>
                  <a:moveTo>
                    <a:pt x="296" y="0"/>
                  </a:moveTo>
                  <a:cubicBezTo>
                    <a:pt x="222" y="0"/>
                    <a:pt x="148" y="37"/>
                    <a:pt x="74" y="74"/>
                  </a:cubicBezTo>
                  <a:cubicBezTo>
                    <a:pt x="0" y="148"/>
                    <a:pt x="0" y="222"/>
                    <a:pt x="0" y="296"/>
                  </a:cubicBezTo>
                  <a:lnTo>
                    <a:pt x="0" y="2034"/>
                  </a:lnTo>
                  <a:cubicBezTo>
                    <a:pt x="0" y="2144"/>
                    <a:pt x="0" y="2218"/>
                    <a:pt x="74" y="2255"/>
                  </a:cubicBezTo>
                  <a:cubicBezTo>
                    <a:pt x="148" y="2329"/>
                    <a:pt x="222" y="2366"/>
                    <a:pt x="296" y="2366"/>
                  </a:cubicBezTo>
                  <a:lnTo>
                    <a:pt x="39965" y="2366"/>
                  </a:lnTo>
                  <a:cubicBezTo>
                    <a:pt x="40039" y="2366"/>
                    <a:pt x="40113" y="2329"/>
                    <a:pt x="40150" y="2255"/>
                  </a:cubicBezTo>
                  <a:cubicBezTo>
                    <a:pt x="40224" y="2218"/>
                    <a:pt x="40261" y="2144"/>
                    <a:pt x="40261" y="2034"/>
                  </a:cubicBezTo>
                  <a:lnTo>
                    <a:pt x="40261" y="296"/>
                  </a:lnTo>
                  <a:cubicBezTo>
                    <a:pt x="40261" y="222"/>
                    <a:pt x="40224" y="148"/>
                    <a:pt x="40150" y="74"/>
                  </a:cubicBezTo>
                  <a:cubicBezTo>
                    <a:pt x="40113" y="37"/>
                    <a:pt x="40039" y="0"/>
                    <a:pt x="399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0" name="Google Shape;2850;p51"/>
            <p:cNvSpPr/>
            <p:nvPr/>
          </p:nvSpPr>
          <p:spPr>
            <a:xfrm>
              <a:off x="5555450" y="2786125"/>
              <a:ext cx="416875" cy="365650"/>
            </a:xfrm>
            <a:custGeom>
              <a:avLst/>
              <a:gdLst/>
              <a:ahLst/>
              <a:cxnLst/>
              <a:rect l="l" t="t" r="r" b="b"/>
              <a:pathLst>
                <a:path w="16675" h="14626" extrusionOk="0">
                  <a:moveTo>
                    <a:pt x="6176" y="1"/>
                  </a:moveTo>
                  <a:cubicBezTo>
                    <a:pt x="5854" y="1"/>
                    <a:pt x="5521" y="27"/>
                    <a:pt x="5176" y="82"/>
                  </a:cubicBezTo>
                  <a:cubicBezTo>
                    <a:pt x="555" y="785"/>
                    <a:pt x="0" y="2966"/>
                    <a:pt x="296" y="4260"/>
                  </a:cubicBezTo>
                  <a:cubicBezTo>
                    <a:pt x="296" y="4260"/>
                    <a:pt x="2736" y="9842"/>
                    <a:pt x="4289" y="12320"/>
                  </a:cubicBezTo>
                  <a:cubicBezTo>
                    <a:pt x="5353" y="13953"/>
                    <a:pt x="6550" y="14625"/>
                    <a:pt x="7480" y="14625"/>
                  </a:cubicBezTo>
                  <a:cubicBezTo>
                    <a:pt x="7939" y="14625"/>
                    <a:pt x="8333" y="14461"/>
                    <a:pt x="8615" y="14168"/>
                  </a:cubicBezTo>
                  <a:lnTo>
                    <a:pt x="11055" y="11728"/>
                  </a:lnTo>
                  <a:lnTo>
                    <a:pt x="14086" y="14464"/>
                  </a:lnTo>
                  <a:lnTo>
                    <a:pt x="16674" y="10582"/>
                  </a:lnTo>
                  <a:cubicBezTo>
                    <a:pt x="16674" y="10582"/>
                    <a:pt x="14382" y="7550"/>
                    <a:pt x="13384" y="5702"/>
                  </a:cubicBezTo>
                  <a:cubicBezTo>
                    <a:pt x="12426" y="3958"/>
                    <a:pt x="10141" y="1"/>
                    <a:pt x="61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1" name="Google Shape;2851;p51"/>
            <p:cNvSpPr/>
            <p:nvPr/>
          </p:nvSpPr>
          <p:spPr>
            <a:xfrm>
              <a:off x="5552675" y="2778000"/>
              <a:ext cx="427950" cy="381750"/>
            </a:xfrm>
            <a:custGeom>
              <a:avLst/>
              <a:gdLst/>
              <a:ahLst/>
              <a:cxnLst/>
              <a:rect l="l" t="t" r="r" b="b"/>
              <a:pathLst>
                <a:path w="17118" h="15270" extrusionOk="0">
                  <a:moveTo>
                    <a:pt x="6249" y="629"/>
                  </a:moveTo>
                  <a:cubicBezTo>
                    <a:pt x="8134" y="629"/>
                    <a:pt x="9650" y="1553"/>
                    <a:pt x="10796" y="2736"/>
                  </a:cubicBezTo>
                  <a:cubicBezTo>
                    <a:pt x="11942" y="3919"/>
                    <a:pt x="12755" y="5287"/>
                    <a:pt x="13199" y="6175"/>
                  </a:cubicBezTo>
                  <a:cubicBezTo>
                    <a:pt x="14086" y="7790"/>
                    <a:pt x="15895" y="10246"/>
                    <a:pt x="16396" y="10917"/>
                  </a:cubicBezTo>
                  <a:lnTo>
                    <a:pt x="16396" y="10917"/>
                  </a:lnTo>
                  <a:lnTo>
                    <a:pt x="14123" y="14308"/>
                  </a:lnTo>
                  <a:lnTo>
                    <a:pt x="11387" y="11831"/>
                  </a:lnTo>
                  <a:cubicBezTo>
                    <a:pt x="11332" y="11776"/>
                    <a:pt x="11258" y="11748"/>
                    <a:pt x="11180" y="11748"/>
                  </a:cubicBezTo>
                  <a:cubicBezTo>
                    <a:pt x="11101" y="11748"/>
                    <a:pt x="11018" y="11776"/>
                    <a:pt x="10944" y="11831"/>
                  </a:cubicBezTo>
                  <a:cubicBezTo>
                    <a:pt x="10944" y="11831"/>
                    <a:pt x="9391" y="13421"/>
                    <a:pt x="8504" y="14271"/>
                  </a:cubicBezTo>
                  <a:cubicBezTo>
                    <a:pt x="8282" y="14493"/>
                    <a:pt x="7986" y="14641"/>
                    <a:pt x="7616" y="14641"/>
                  </a:cubicBezTo>
                  <a:cubicBezTo>
                    <a:pt x="6840" y="14641"/>
                    <a:pt x="5694" y="14049"/>
                    <a:pt x="4659" y="12460"/>
                  </a:cubicBezTo>
                  <a:cubicBezTo>
                    <a:pt x="3919" y="11277"/>
                    <a:pt x="2884" y="9243"/>
                    <a:pt x="2108" y="7543"/>
                  </a:cubicBezTo>
                  <a:cubicBezTo>
                    <a:pt x="1701" y="6692"/>
                    <a:pt x="1331" y="5916"/>
                    <a:pt x="1073" y="5361"/>
                  </a:cubicBezTo>
                  <a:cubicBezTo>
                    <a:pt x="883" y="4955"/>
                    <a:pt x="753" y="4647"/>
                    <a:pt x="697" y="4512"/>
                  </a:cubicBezTo>
                  <a:lnTo>
                    <a:pt x="697" y="4512"/>
                  </a:lnTo>
                  <a:lnTo>
                    <a:pt x="703" y="4511"/>
                  </a:lnTo>
                  <a:cubicBezTo>
                    <a:pt x="666" y="4363"/>
                    <a:pt x="629" y="4178"/>
                    <a:pt x="629" y="4030"/>
                  </a:cubicBezTo>
                  <a:cubicBezTo>
                    <a:pt x="629" y="3439"/>
                    <a:pt x="851" y="2810"/>
                    <a:pt x="1516" y="2182"/>
                  </a:cubicBezTo>
                  <a:cubicBezTo>
                    <a:pt x="2182" y="1590"/>
                    <a:pt x="3365" y="999"/>
                    <a:pt x="5324" y="703"/>
                  </a:cubicBezTo>
                  <a:cubicBezTo>
                    <a:pt x="5657" y="666"/>
                    <a:pt x="5953" y="629"/>
                    <a:pt x="6249" y="629"/>
                  </a:cubicBezTo>
                  <a:close/>
                  <a:moveTo>
                    <a:pt x="6249" y="1"/>
                  </a:moveTo>
                  <a:cubicBezTo>
                    <a:pt x="5916" y="1"/>
                    <a:pt x="5583" y="37"/>
                    <a:pt x="5250" y="111"/>
                  </a:cubicBezTo>
                  <a:cubicBezTo>
                    <a:pt x="3217" y="407"/>
                    <a:pt x="1923" y="999"/>
                    <a:pt x="1110" y="1738"/>
                  </a:cubicBezTo>
                  <a:cubicBezTo>
                    <a:pt x="296" y="2441"/>
                    <a:pt x="1" y="3291"/>
                    <a:pt x="38" y="4030"/>
                  </a:cubicBezTo>
                  <a:cubicBezTo>
                    <a:pt x="38" y="4252"/>
                    <a:pt x="38" y="4437"/>
                    <a:pt x="74" y="4659"/>
                  </a:cubicBezTo>
                  <a:lnTo>
                    <a:pt x="111" y="4696"/>
                  </a:lnTo>
                  <a:cubicBezTo>
                    <a:pt x="111" y="4696"/>
                    <a:pt x="740" y="6101"/>
                    <a:pt x="1516" y="7801"/>
                  </a:cubicBezTo>
                  <a:cubicBezTo>
                    <a:pt x="2330" y="9539"/>
                    <a:pt x="3365" y="11535"/>
                    <a:pt x="4141" y="12792"/>
                  </a:cubicBezTo>
                  <a:cubicBezTo>
                    <a:pt x="5250" y="14493"/>
                    <a:pt x="6507" y="15232"/>
                    <a:pt x="7616" y="15269"/>
                  </a:cubicBezTo>
                  <a:cubicBezTo>
                    <a:pt x="8134" y="15269"/>
                    <a:pt x="8615" y="15048"/>
                    <a:pt x="8947" y="14715"/>
                  </a:cubicBezTo>
                  <a:lnTo>
                    <a:pt x="10500" y="13162"/>
                  </a:lnTo>
                  <a:lnTo>
                    <a:pt x="11193" y="12469"/>
                  </a:lnTo>
                  <a:lnTo>
                    <a:pt x="13975" y="15011"/>
                  </a:lnTo>
                  <a:cubicBezTo>
                    <a:pt x="14030" y="15065"/>
                    <a:pt x="14103" y="15099"/>
                    <a:pt x="14168" y="15099"/>
                  </a:cubicBezTo>
                  <a:cubicBezTo>
                    <a:pt x="14192" y="15099"/>
                    <a:pt x="14214" y="15094"/>
                    <a:pt x="14234" y="15085"/>
                  </a:cubicBezTo>
                  <a:cubicBezTo>
                    <a:pt x="14308" y="15085"/>
                    <a:pt x="14419" y="15048"/>
                    <a:pt x="14456" y="14974"/>
                  </a:cubicBezTo>
                  <a:lnTo>
                    <a:pt x="17044" y="11092"/>
                  </a:lnTo>
                  <a:cubicBezTo>
                    <a:pt x="17118" y="10981"/>
                    <a:pt x="17118" y="10833"/>
                    <a:pt x="17044" y="10722"/>
                  </a:cubicBezTo>
                  <a:cubicBezTo>
                    <a:pt x="17044" y="10722"/>
                    <a:pt x="16896" y="10537"/>
                    <a:pt x="16674" y="10204"/>
                  </a:cubicBezTo>
                  <a:cubicBezTo>
                    <a:pt x="15972" y="9280"/>
                    <a:pt x="14493" y="7247"/>
                    <a:pt x="13754" y="5879"/>
                  </a:cubicBezTo>
                  <a:cubicBezTo>
                    <a:pt x="13273" y="4992"/>
                    <a:pt x="12460" y="3550"/>
                    <a:pt x="11240" y="2293"/>
                  </a:cubicBezTo>
                  <a:cubicBezTo>
                    <a:pt x="10020" y="1073"/>
                    <a:pt x="8356" y="1"/>
                    <a:pt x="6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51"/>
            <p:cNvSpPr/>
            <p:nvPr/>
          </p:nvSpPr>
          <p:spPr>
            <a:xfrm>
              <a:off x="5414950" y="2624850"/>
              <a:ext cx="546275" cy="391175"/>
            </a:xfrm>
            <a:custGeom>
              <a:avLst/>
              <a:gdLst/>
              <a:ahLst/>
              <a:cxnLst/>
              <a:rect l="l" t="t" r="r" b="b"/>
              <a:pathLst>
                <a:path w="21851" h="15647" extrusionOk="0">
                  <a:moveTo>
                    <a:pt x="13545" y="0"/>
                  </a:moveTo>
                  <a:cubicBezTo>
                    <a:pt x="11427" y="0"/>
                    <a:pt x="9026" y="650"/>
                    <a:pt x="6619" y="2060"/>
                  </a:cubicBezTo>
                  <a:cubicBezTo>
                    <a:pt x="999" y="5387"/>
                    <a:pt x="1" y="11265"/>
                    <a:pt x="3033" y="12153"/>
                  </a:cubicBezTo>
                  <a:cubicBezTo>
                    <a:pt x="3273" y="12221"/>
                    <a:pt x="3520" y="12252"/>
                    <a:pt x="3773" y="12252"/>
                  </a:cubicBezTo>
                  <a:cubicBezTo>
                    <a:pt x="6670" y="12252"/>
                    <a:pt x="10204" y="8124"/>
                    <a:pt x="10205" y="8123"/>
                  </a:cubicBezTo>
                  <a:lnTo>
                    <a:pt x="10205" y="8123"/>
                  </a:lnTo>
                  <a:cubicBezTo>
                    <a:pt x="8763" y="10711"/>
                    <a:pt x="11351" y="10711"/>
                    <a:pt x="11351" y="10711"/>
                  </a:cubicBezTo>
                  <a:cubicBezTo>
                    <a:pt x="11351" y="10711"/>
                    <a:pt x="11499" y="12412"/>
                    <a:pt x="12238" y="13595"/>
                  </a:cubicBezTo>
                  <a:cubicBezTo>
                    <a:pt x="12355" y="13785"/>
                    <a:pt x="12456" y="13864"/>
                    <a:pt x="12544" y="13864"/>
                  </a:cubicBezTo>
                  <a:cubicBezTo>
                    <a:pt x="12986" y="13864"/>
                    <a:pt x="13089" y="11857"/>
                    <a:pt x="13089" y="11857"/>
                  </a:cubicBezTo>
                  <a:cubicBezTo>
                    <a:pt x="13089" y="11857"/>
                    <a:pt x="15529" y="14297"/>
                    <a:pt x="17414" y="15295"/>
                  </a:cubicBezTo>
                  <a:cubicBezTo>
                    <a:pt x="17865" y="15539"/>
                    <a:pt x="18268" y="15646"/>
                    <a:pt x="18625" y="15646"/>
                  </a:cubicBezTo>
                  <a:cubicBezTo>
                    <a:pt x="19731" y="15646"/>
                    <a:pt x="20397" y="14620"/>
                    <a:pt x="20704" y="13447"/>
                  </a:cubicBezTo>
                  <a:cubicBezTo>
                    <a:pt x="21148" y="11857"/>
                    <a:pt x="21851" y="6829"/>
                    <a:pt x="19854" y="3206"/>
                  </a:cubicBezTo>
                  <a:cubicBezTo>
                    <a:pt x="18692" y="1156"/>
                    <a:pt x="16370" y="0"/>
                    <a:pt x="13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51"/>
            <p:cNvSpPr/>
            <p:nvPr/>
          </p:nvSpPr>
          <p:spPr>
            <a:xfrm>
              <a:off x="5440850" y="2617175"/>
              <a:ext cx="512050" cy="406700"/>
            </a:xfrm>
            <a:custGeom>
              <a:avLst/>
              <a:gdLst/>
              <a:ahLst/>
              <a:cxnLst/>
              <a:rect l="l" t="t" r="r" b="b"/>
              <a:pathLst>
                <a:path w="20482" h="16268" extrusionOk="0">
                  <a:moveTo>
                    <a:pt x="12496" y="629"/>
                  </a:moveTo>
                  <a:cubicBezTo>
                    <a:pt x="15269" y="629"/>
                    <a:pt x="17450" y="1738"/>
                    <a:pt x="18559" y="3698"/>
                  </a:cubicBezTo>
                  <a:cubicBezTo>
                    <a:pt x="19558" y="5472"/>
                    <a:pt x="19853" y="7654"/>
                    <a:pt x="19853" y="9576"/>
                  </a:cubicBezTo>
                  <a:cubicBezTo>
                    <a:pt x="19853" y="11351"/>
                    <a:pt x="19595" y="12940"/>
                    <a:pt x="19373" y="13680"/>
                  </a:cubicBezTo>
                  <a:cubicBezTo>
                    <a:pt x="19225" y="14234"/>
                    <a:pt x="19003" y="14752"/>
                    <a:pt x="18707" y="15122"/>
                  </a:cubicBezTo>
                  <a:cubicBezTo>
                    <a:pt x="18374" y="15454"/>
                    <a:pt x="18042" y="15639"/>
                    <a:pt x="17598" y="15676"/>
                  </a:cubicBezTo>
                  <a:cubicBezTo>
                    <a:pt x="17302" y="15676"/>
                    <a:pt x="16933" y="15565"/>
                    <a:pt x="16526" y="15343"/>
                  </a:cubicBezTo>
                  <a:cubicBezTo>
                    <a:pt x="15639" y="14863"/>
                    <a:pt x="14567" y="14013"/>
                    <a:pt x="13716" y="13273"/>
                  </a:cubicBezTo>
                  <a:cubicBezTo>
                    <a:pt x="13310" y="12903"/>
                    <a:pt x="12940" y="12571"/>
                    <a:pt x="12681" y="12349"/>
                  </a:cubicBezTo>
                  <a:cubicBezTo>
                    <a:pt x="12533" y="12201"/>
                    <a:pt x="12459" y="12127"/>
                    <a:pt x="12385" y="12053"/>
                  </a:cubicBezTo>
                  <a:cubicBezTo>
                    <a:pt x="12311" y="11979"/>
                    <a:pt x="12274" y="11942"/>
                    <a:pt x="12274" y="11942"/>
                  </a:cubicBezTo>
                  <a:cubicBezTo>
                    <a:pt x="12220" y="11888"/>
                    <a:pt x="12126" y="11854"/>
                    <a:pt x="12037" y="11854"/>
                  </a:cubicBezTo>
                  <a:cubicBezTo>
                    <a:pt x="12004" y="11854"/>
                    <a:pt x="11971" y="11858"/>
                    <a:pt x="11942" y="11868"/>
                  </a:cubicBezTo>
                  <a:cubicBezTo>
                    <a:pt x="11831" y="11905"/>
                    <a:pt x="11757" y="12016"/>
                    <a:pt x="11757" y="12127"/>
                  </a:cubicBezTo>
                  <a:cubicBezTo>
                    <a:pt x="11757" y="12127"/>
                    <a:pt x="11757" y="12275"/>
                    <a:pt x="11720" y="12460"/>
                  </a:cubicBezTo>
                  <a:cubicBezTo>
                    <a:pt x="11720" y="12719"/>
                    <a:pt x="11646" y="13125"/>
                    <a:pt x="11572" y="13458"/>
                  </a:cubicBezTo>
                  <a:cubicBezTo>
                    <a:pt x="11544" y="13571"/>
                    <a:pt x="11515" y="13684"/>
                    <a:pt x="11487" y="13764"/>
                  </a:cubicBezTo>
                  <a:lnTo>
                    <a:pt x="11487" y="13764"/>
                  </a:lnTo>
                  <a:cubicBezTo>
                    <a:pt x="11479" y="13750"/>
                    <a:pt x="11470" y="13734"/>
                    <a:pt x="11461" y="13717"/>
                  </a:cubicBezTo>
                  <a:cubicBezTo>
                    <a:pt x="11128" y="13199"/>
                    <a:pt x="10906" y="12497"/>
                    <a:pt x="10796" y="11942"/>
                  </a:cubicBezTo>
                  <a:cubicBezTo>
                    <a:pt x="10722" y="11683"/>
                    <a:pt x="10685" y="11425"/>
                    <a:pt x="10685" y="11240"/>
                  </a:cubicBezTo>
                  <a:cubicBezTo>
                    <a:pt x="10648" y="11166"/>
                    <a:pt x="10648" y="11092"/>
                    <a:pt x="10648" y="11055"/>
                  </a:cubicBezTo>
                  <a:lnTo>
                    <a:pt x="10648" y="10981"/>
                  </a:lnTo>
                  <a:cubicBezTo>
                    <a:pt x="10611" y="10833"/>
                    <a:pt x="10500" y="10685"/>
                    <a:pt x="10315" y="10685"/>
                  </a:cubicBezTo>
                  <a:cubicBezTo>
                    <a:pt x="10241" y="10685"/>
                    <a:pt x="9908" y="10685"/>
                    <a:pt x="9575" y="10537"/>
                  </a:cubicBezTo>
                  <a:cubicBezTo>
                    <a:pt x="9428" y="10463"/>
                    <a:pt x="9317" y="10389"/>
                    <a:pt x="9206" y="10278"/>
                  </a:cubicBezTo>
                  <a:cubicBezTo>
                    <a:pt x="9132" y="10131"/>
                    <a:pt x="9058" y="9983"/>
                    <a:pt x="9058" y="9761"/>
                  </a:cubicBezTo>
                  <a:cubicBezTo>
                    <a:pt x="9058" y="9502"/>
                    <a:pt x="9169" y="9095"/>
                    <a:pt x="9465" y="8578"/>
                  </a:cubicBezTo>
                  <a:cubicBezTo>
                    <a:pt x="9539" y="8430"/>
                    <a:pt x="9502" y="8245"/>
                    <a:pt x="9354" y="8171"/>
                  </a:cubicBezTo>
                  <a:cubicBezTo>
                    <a:pt x="9307" y="8125"/>
                    <a:pt x="9248" y="8104"/>
                    <a:pt x="9186" y="8104"/>
                  </a:cubicBezTo>
                  <a:cubicBezTo>
                    <a:pt x="9101" y="8104"/>
                    <a:pt x="9011" y="8144"/>
                    <a:pt x="8947" y="8208"/>
                  </a:cubicBezTo>
                  <a:lnTo>
                    <a:pt x="8910" y="8245"/>
                  </a:lnTo>
                  <a:cubicBezTo>
                    <a:pt x="8725" y="8467"/>
                    <a:pt x="7801" y="9502"/>
                    <a:pt x="6618" y="10426"/>
                  </a:cubicBezTo>
                  <a:cubicBezTo>
                    <a:pt x="5435" y="11388"/>
                    <a:pt x="3956" y="12238"/>
                    <a:pt x="2736" y="12238"/>
                  </a:cubicBezTo>
                  <a:cubicBezTo>
                    <a:pt x="2514" y="12238"/>
                    <a:pt x="2292" y="12201"/>
                    <a:pt x="2070" y="12164"/>
                  </a:cubicBezTo>
                  <a:cubicBezTo>
                    <a:pt x="1590" y="12016"/>
                    <a:pt x="1257" y="11757"/>
                    <a:pt x="998" y="11351"/>
                  </a:cubicBezTo>
                  <a:cubicBezTo>
                    <a:pt x="740" y="10981"/>
                    <a:pt x="629" y="10463"/>
                    <a:pt x="629" y="9872"/>
                  </a:cubicBezTo>
                  <a:cubicBezTo>
                    <a:pt x="629" y="8800"/>
                    <a:pt x="1035" y="7506"/>
                    <a:pt x="1886" y="6249"/>
                  </a:cubicBezTo>
                  <a:cubicBezTo>
                    <a:pt x="2699" y="4955"/>
                    <a:pt x="3993" y="3661"/>
                    <a:pt x="5731" y="2626"/>
                  </a:cubicBezTo>
                  <a:cubicBezTo>
                    <a:pt x="8097" y="1258"/>
                    <a:pt x="10463" y="629"/>
                    <a:pt x="12496" y="629"/>
                  </a:cubicBezTo>
                  <a:close/>
                  <a:moveTo>
                    <a:pt x="12496" y="1"/>
                  </a:moveTo>
                  <a:cubicBezTo>
                    <a:pt x="10315" y="1"/>
                    <a:pt x="7875" y="666"/>
                    <a:pt x="5435" y="2108"/>
                  </a:cubicBezTo>
                  <a:cubicBezTo>
                    <a:pt x="3623" y="3180"/>
                    <a:pt x="2255" y="4511"/>
                    <a:pt x="1368" y="5879"/>
                  </a:cubicBezTo>
                  <a:cubicBezTo>
                    <a:pt x="444" y="7284"/>
                    <a:pt x="0" y="8652"/>
                    <a:pt x="0" y="9872"/>
                  </a:cubicBezTo>
                  <a:cubicBezTo>
                    <a:pt x="0" y="10537"/>
                    <a:pt x="148" y="11166"/>
                    <a:pt x="481" y="11683"/>
                  </a:cubicBezTo>
                  <a:cubicBezTo>
                    <a:pt x="776" y="12201"/>
                    <a:pt x="1294" y="12571"/>
                    <a:pt x="1886" y="12756"/>
                  </a:cubicBezTo>
                  <a:cubicBezTo>
                    <a:pt x="2181" y="12829"/>
                    <a:pt x="2440" y="12866"/>
                    <a:pt x="2736" y="12866"/>
                  </a:cubicBezTo>
                  <a:cubicBezTo>
                    <a:pt x="4363" y="12829"/>
                    <a:pt x="5989" y="11757"/>
                    <a:pt x="7246" y="10722"/>
                  </a:cubicBezTo>
                  <a:cubicBezTo>
                    <a:pt x="7697" y="10351"/>
                    <a:pt x="8100" y="9975"/>
                    <a:pt x="8433" y="9646"/>
                  </a:cubicBezTo>
                  <a:lnTo>
                    <a:pt x="8433" y="9646"/>
                  </a:lnTo>
                  <a:cubicBezTo>
                    <a:pt x="8431" y="9685"/>
                    <a:pt x="8429" y="9723"/>
                    <a:pt x="8429" y="9761"/>
                  </a:cubicBezTo>
                  <a:cubicBezTo>
                    <a:pt x="8429" y="10131"/>
                    <a:pt x="8577" y="10463"/>
                    <a:pt x="8762" y="10685"/>
                  </a:cubicBezTo>
                  <a:cubicBezTo>
                    <a:pt x="9058" y="11018"/>
                    <a:pt x="9428" y="11166"/>
                    <a:pt x="9760" y="11240"/>
                  </a:cubicBezTo>
                  <a:cubicBezTo>
                    <a:pt x="9864" y="11266"/>
                    <a:pt x="9963" y="11283"/>
                    <a:pt x="10049" y="11293"/>
                  </a:cubicBezTo>
                  <a:lnTo>
                    <a:pt x="10049" y="11293"/>
                  </a:lnTo>
                  <a:cubicBezTo>
                    <a:pt x="10075" y="11486"/>
                    <a:pt x="10123" y="11766"/>
                    <a:pt x="10204" y="12090"/>
                  </a:cubicBezTo>
                  <a:cubicBezTo>
                    <a:pt x="10315" y="12682"/>
                    <a:pt x="10537" y="13421"/>
                    <a:pt x="10943" y="14049"/>
                  </a:cubicBezTo>
                  <a:cubicBezTo>
                    <a:pt x="11017" y="14160"/>
                    <a:pt x="11091" y="14271"/>
                    <a:pt x="11165" y="14345"/>
                  </a:cubicBezTo>
                  <a:cubicBezTo>
                    <a:pt x="11239" y="14419"/>
                    <a:pt x="11350" y="14456"/>
                    <a:pt x="11498" y="14456"/>
                  </a:cubicBezTo>
                  <a:cubicBezTo>
                    <a:pt x="11683" y="14456"/>
                    <a:pt x="11831" y="14345"/>
                    <a:pt x="11905" y="14271"/>
                  </a:cubicBezTo>
                  <a:cubicBezTo>
                    <a:pt x="12016" y="14086"/>
                    <a:pt x="12089" y="13902"/>
                    <a:pt x="12163" y="13680"/>
                  </a:cubicBezTo>
                  <a:cubicBezTo>
                    <a:pt x="12226" y="13412"/>
                    <a:pt x="12269" y="13104"/>
                    <a:pt x="12298" y="12836"/>
                  </a:cubicBezTo>
                  <a:lnTo>
                    <a:pt x="12298" y="12836"/>
                  </a:lnTo>
                  <a:cubicBezTo>
                    <a:pt x="12557" y="13081"/>
                    <a:pt x="12909" y="13405"/>
                    <a:pt x="13310" y="13754"/>
                  </a:cubicBezTo>
                  <a:cubicBezTo>
                    <a:pt x="14160" y="14493"/>
                    <a:pt x="15269" y="15343"/>
                    <a:pt x="16230" y="15898"/>
                  </a:cubicBezTo>
                  <a:cubicBezTo>
                    <a:pt x="16711" y="16157"/>
                    <a:pt x="17154" y="16268"/>
                    <a:pt x="17598" y="16268"/>
                  </a:cubicBezTo>
                  <a:cubicBezTo>
                    <a:pt x="18264" y="16268"/>
                    <a:pt x="18781" y="15972"/>
                    <a:pt x="19151" y="15491"/>
                  </a:cubicBezTo>
                  <a:cubicBezTo>
                    <a:pt x="19558" y="15048"/>
                    <a:pt x="19816" y="14456"/>
                    <a:pt x="19964" y="13828"/>
                  </a:cubicBezTo>
                  <a:cubicBezTo>
                    <a:pt x="20186" y="13014"/>
                    <a:pt x="20482" y="11425"/>
                    <a:pt x="20482" y="9576"/>
                  </a:cubicBezTo>
                  <a:cubicBezTo>
                    <a:pt x="20482" y="7580"/>
                    <a:pt x="20149" y="5287"/>
                    <a:pt x="19077" y="3365"/>
                  </a:cubicBezTo>
                  <a:cubicBezTo>
                    <a:pt x="17857" y="1221"/>
                    <a:pt x="15417" y="1"/>
                    <a:pt x="12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51"/>
            <p:cNvSpPr/>
            <p:nvPr/>
          </p:nvSpPr>
          <p:spPr>
            <a:xfrm>
              <a:off x="5732875" y="2898975"/>
              <a:ext cx="70300" cy="90700"/>
            </a:xfrm>
            <a:custGeom>
              <a:avLst/>
              <a:gdLst/>
              <a:ahLst/>
              <a:cxnLst/>
              <a:rect l="l" t="t" r="r" b="b"/>
              <a:pathLst>
                <a:path w="2812" h="3628" extrusionOk="0">
                  <a:moveTo>
                    <a:pt x="1120" y="1"/>
                  </a:moveTo>
                  <a:cubicBezTo>
                    <a:pt x="0" y="1"/>
                    <a:pt x="519" y="2888"/>
                    <a:pt x="519" y="2888"/>
                  </a:cubicBezTo>
                  <a:lnTo>
                    <a:pt x="1961" y="3628"/>
                  </a:lnTo>
                  <a:cubicBezTo>
                    <a:pt x="2664" y="2334"/>
                    <a:pt x="2812" y="448"/>
                    <a:pt x="1370" y="42"/>
                  </a:cubicBezTo>
                  <a:cubicBezTo>
                    <a:pt x="1279" y="14"/>
                    <a:pt x="1196" y="1"/>
                    <a:pt x="11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51"/>
            <p:cNvSpPr/>
            <p:nvPr/>
          </p:nvSpPr>
          <p:spPr>
            <a:xfrm>
              <a:off x="5735675" y="2890750"/>
              <a:ext cx="67500" cy="106325"/>
            </a:xfrm>
            <a:custGeom>
              <a:avLst/>
              <a:gdLst/>
              <a:ahLst/>
              <a:cxnLst/>
              <a:rect l="l" t="t" r="r" b="b"/>
              <a:pathLst>
                <a:path w="2700" h="4253" extrusionOk="0">
                  <a:moveTo>
                    <a:pt x="1036" y="1"/>
                  </a:moveTo>
                  <a:cubicBezTo>
                    <a:pt x="814" y="1"/>
                    <a:pt x="592" y="75"/>
                    <a:pt x="444" y="223"/>
                  </a:cubicBezTo>
                  <a:cubicBezTo>
                    <a:pt x="223" y="445"/>
                    <a:pt x="149" y="703"/>
                    <a:pt x="75" y="999"/>
                  </a:cubicBezTo>
                  <a:cubicBezTo>
                    <a:pt x="1" y="1258"/>
                    <a:pt x="1" y="1591"/>
                    <a:pt x="1" y="1886"/>
                  </a:cubicBezTo>
                  <a:cubicBezTo>
                    <a:pt x="1" y="2626"/>
                    <a:pt x="112" y="3291"/>
                    <a:pt x="112" y="3291"/>
                  </a:cubicBezTo>
                  <a:cubicBezTo>
                    <a:pt x="149" y="3439"/>
                    <a:pt x="296" y="3550"/>
                    <a:pt x="444" y="3550"/>
                  </a:cubicBezTo>
                  <a:cubicBezTo>
                    <a:pt x="629" y="3513"/>
                    <a:pt x="740" y="3328"/>
                    <a:pt x="703" y="3180"/>
                  </a:cubicBezTo>
                  <a:cubicBezTo>
                    <a:pt x="703" y="3180"/>
                    <a:pt x="703" y="3143"/>
                    <a:pt x="703" y="3070"/>
                  </a:cubicBezTo>
                  <a:cubicBezTo>
                    <a:pt x="666" y="2848"/>
                    <a:pt x="592" y="2367"/>
                    <a:pt x="592" y="1886"/>
                  </a:cubicBezTo>
                  <a:cubicBezTo>
                    <a:pt x="592" y="1517"/>
                    <a:pt x="629" y="1147"/>
                    <a:pt x="740" y="925"/>
                  </a:cubicBezTo>
                  <a:cubicBezTo>
                    <a:pt x="777" y="814"/>
                    <a:pt x="814" y="740"/>
                    <a:pt x="851" y="666"/>
                  </a:cubicBezTo>
                  <a:cubicBezTo>
                    <a:pt x="925" y="629"/>
                    <a:pt x="962" y="629"/>
                    <a:pt x="1036" y="629"/>
                  </a:cubicBezTo>
                  <a:cubicBezTo>
                    <a:pt x="1073" y="629"/>
                    <a:pt x="1110" y="629"/>
                    <a:pt x="1184" y="666"/>
                  </a:cubicBezTo>
                  <a:cubicBezTo>
                    <a:pt x="1517" y="740"/>
                    <a:pt x="1701" y="925"/>
                    <a:pt x="1849" y="1147"/>
                  </a:cubicBezTo>
                  <a:cubicBezTo>
                    <a:pt x="1997" y="1406"/>
                    <a:pt x="2071" y="1702"/>
                    <a:pt x="2071" y="2034"/>
                  </a:cubicBezTo>
                  <a:cubicBezTo>
                    <a:pt x="2071" y="2589"/>
                    <a:pt x="1886" y="3254"/>
                    <a:pt x="1590" y="3809"/>
                  </a:cubicBezTo>
                  <a:cubicBezTo>
                    <a:pt x="1480" y="3957"/>
                    <a:pt x="1553" y="4142"/>
                    <a:pt x="1701" y="4216"/>
                  </a:cubicBezTo>
                  <a:cubicBezTo>
                    <a:pt x="1751" y="4240"/>
                    <a:pt x="1804" y="4253"/>
                    <a:pt x="1856" y="4253"/>
                  </a:cubicBezTo>
                  <a:cubicBezTo>
                    <a:pt x="1960" y="4253"/>
                    <a:pt x="2059" y="4203"/>
                    <a:pt x="2108" y="4105"/>
                  </a:cubicBezTo>
                  <a:cubicBezTo>
                    <a:pt x="2441" y="3476"/>
                    <a:pt x="2700" y="2737"/>
                    <a:pt x="2700" y="2034"/>
                  </a:cubicBezTo>
                  <a:cubicBezTo>
                    <a:pt x="2700" y="1628"/>
                    <a:pt x="2589" y="1184"/>
                    <a:pt x="2367" y="851"/>
                  </a:cubicBezTo>
                  <a:cubicBezTo>
                    <a:pt x="2182" y="482"/>
                    <a:pt x="1812" y="186"/>
                    <a:pt x="1369" y="75"/>
                  </a:cubicBezTo>
                  <a:cubicBezTo>
                    <a:pt x="1258" y="38"/>
                    <a:pt x="1147" y="1"/>
                    <a:pt x="1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51"/>
            <p:cNvSpPr/>
            <p:nvPr/>
          </p:nvSpPr>
          <p:spPr>
            <a:xfrm>
              <a:off x="5487050" y="4141300"/>
              <a:ext cx="251425" cy="785650"/>
            </a:xfrm>
            <a:custGeom>
              <a:avLst/>
              <a:gdLst/>
              <a:ahLst/>
              <a:cxnLst/>
              <a:rect l="l" t="t" r="r" b="b"/>
              <a:pathLst>
                <a:path w="10057" h="31426" extrusionOk="0">
                  <a:moveTo>
                    <a:pt x="7395" y="0"/>
                  </a:moveTo>
                  <a:lnTo>
                    <a:pt x="1" y="407"/>
                  </a:lnTo>
                  <a:lnTo>
                    <a:pt x="6581" y="31241"/>
                  </a:lnTo>
                  <a:lnTo>
                    <a:pt x="10057" y="31425"/>
                  </a:lnTo>
                  <a:lnTo>
                    <a:pt x="7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51"/>
            <p:cNvSpPr/>
            <p:nvPr/>
          </p:nvSpPr>
          <p:spPr>
            <a:xfrm>
              <a:off x="5478725" y="4133900"/>
              <a:ext cx="268075" cy="801375"/>
            </a:xfrm>
            <a:custGeom>
              <a:avLst/>
              <a:gdLst/>
              <a:ahLst/>
              <a:cxnLst/>
              <a:rect l="l" t="t" r="r" b="b"/>
              <a:pathLst>
                <a:path w="10723" h="32055" extrusionOk="0">
                  <a:moveTo>
                    <a:pt x="7432" y="629"/>
                  </a:moveTo>
                  <a:lnTo>
                    <a:pt x="10057" y="31389"/>
                  </a:lnTo>
                  <a:lnTo>
                    <a:pt x="7173" y="31241"/>
                  </a:lnTo>
                  <a:lnTo>
                    <a:pt x="704" y="1017"/>
                  </a:lnTo>
                  <a:lnTo>
                    <a:pt x="704" y="1017"/>
                  </a:lnTo>
                  <a:lnTo>
                    <a:pt x="7432" y="629"/>
                  </a:lnTo>
                  <a:close/>
                  <a:moveTo>
                    <a:pt x="7728" y="1"/>
                  </a:moveTo>
                  <a:lnTo>
                    <a:pt x="334" y="407"/>
                  </a:lnTo>
                  <a:cubicBezTo>
                    <a:pt x="223" y="407"/>
                    <a:pt x="149" y="444"/>
                    <a:pt x="75" y="518"/>
                  </a:cubicBezTo>
                  <a:cubicBezTo>
                    <a:pt x="38" y="592"/>
                    <a:pt x="1" y="703"/>
                    <a:pt x="38" y="777"/>
                  </a:cubicBezTo>
                  <a:lnTo>
                    <a:pt x="6619" y="31574"/>
                  </a:lnTo>
                  <a:cubicBezTo>
                    <a:pt x="6619" y="31721"/>
                    <a:pt x="6767" y="31832"/>
                    <a:pt x="6877" y="31832"/>
                  </a:cubicBezTo>
                  <a:lnTo>
                    <a:pt x="10390" y="32054"/>
                  </a:lnTo>
                  <a:cubicBezTo>
                    <a:pt x="10464" y="32054"/>
                    <a:pt x="10574" y="32017"/>
                    <a:pt x="10611" y="31943"/>
                  </a:cubicBezTo>
                  <a:cubicBezTo>
                    <a:pt x="10685" y="31869"/>
                    <a:pt x="10722" y="31795"/>
                    <a:pt x="10722" y="31721"/>
                  </a:cubicBezTo>
                  <a:lnTo>
                    <a:pt x="8024" y="296"/>
                  </a:lnTo>
                  <a:cubicBezTo>
                    <a:pt x="8024" y="111"/>
                    <a:pt x="7876" y="1"/>
                    <a:pt x="77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51"/>
            <p:cNvSpPr/>
            <p:nvPr/>
          </p:nvSpPr>
          <p:spPr>
            <a:xfrm>
              <a:off x="5471350" y="4922300"/>
              <a:ext cx="282850" cy="117400"/>
            </a:xfrm>
            <a:custGeom>
              <a:avLst/>
              <a:gdLst/>
              <a:ahLst/>
              <a:cxnLst/>
              <a:rect l="l" t="t" r="r" b="b"/>
              <a:pathLst>
                <a:path w="11314" h="4696" extrusionOk="0">
                  <a:moveTo>
                    <a:pt x="7209" y="1"/>
                  </a:moveTo>
                  <a:lnTo>
                    <a:pt x="0" y="4696"/>
                  </a:lnTo>
                  <a:lnTo>
                    <a:pt x="11313" y="4696"/>
                  </a:lnTo>
                  <a:lnTo>
                    <a:pt x="10685" y="185"/>
                  </a:lnTo>
                  <a:lnTo>
                    <a:pt x="72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51"/>
            <p:cNvSpPr/>
            <p:nvPr/>
          </p:nvSpPr>
          <p:spPr>
            <a:xfrm>
              <a:off x="5463025" y="4913975"/>
              <a:ext cx="299475" cy="134050"/>
            </a:xfrm>
            <a:custGeom>
              <a:avLst/>
              <a:gdLst/>
              <a:ahLst/>
              <a:cxnLst/>
              <a:rect l="l" t="t" r="r" b="b"/>
              <a:pathLst>
                <a:path w="11979" h="5362" extrusionOk="0">
                  <a:moveTo>
                    <a:pt x="7624" y="636"/>
                  </a:moveTo>
                  <a:lnTo>
                    <a:pt x="10759" y="814"/>
                  </a:lnTo>
                  <a:lnTo>
                    <a:pt x="11276" y="4733"/>
                  </a:lnTo>
                  <a:lnTo>
                    <a:pt x="1368" y="4733"/>
                  </a:lnTo>
                  <a:lnTo>
                    <a:pt x="7624" y="636"/>
                  </a:lnTo>
                  <a:close/>
                  <a:moveTo>
                    <a:pt x="7542" y="1"/>
                  </a:moveTo>
                  <a:cubicBezTo>
                    <a:pt x="7505" y="1"/>
                    <a:pt x="7431" y="38"/>
                    <a:pt x="7358" y="75"/>
                  </a:cubicBezTo>
                  <a:lnTo>
                    <a:pt x="185" y="4807"/>
                  </a:lnTo>
                  <a:cubicBezTo>
                    <a:pt x="74" y="4881"/>
                    <a:pt x="0" y="4992"/>
                    <a:pt x="37" y="5140"/>
                  </a:cubicBezTo>
                  <a:cubicBezTo>
                    <a:pt x="74" y="5251"/>
                    <a:pt x="222" y="5362"/>
                    <a:pt x="333" y="5362"/>
                  </a:cubicBezTo>
                  <a:lnTo>
                    <a:pt x="11646" y="5362"/>
                  </a:lnTo>
                  <a:cubicBezTo>
                    <a:pt x="11720" y="5362"/>
                    <a:pt x="11831" y="5325"/>
                    <a:pt x="11868" y="5251"/>
                  </a:cubicBezTo>
                  <a:cubicBezTo>
                    <a:pt x="11942" y="5177"/>
                    <a:pt x="11979" y="5103"/>
                    <a:pt x="11942" y="4992"/>
                  </a:cubicBezTo>
                  <a:lnTo>
                    <a:pt x="11350" y="481"/>
                  </a:lnTo>
                  <a:cubicBezTo>
                    <a:pt x="11313" y="334"/>
                    <a:pt x="11202" y="223"/>
                    <a:pt x="11055" y="223"/>
                  </a:cubicBezTo>
                  <a:lnTo>
                    <a:pt x="754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51"/>
            <p:cNvSpPr/>
            <p:nvPr/>
          </p:nvSpPr>
          <p:spPr>
            <a:xfrm>
              <a:off x="5231950" y="3802100"/>
              <a:ext cx="1096200" cy="1127625"/>
            </a:xfrm>
            <a:custGeom>
              <a:avLst/>
              <a:gdLst/>
              <a:ahLst/>
              <a:cxnLst/>
              <a:rect l="l" t="t" r="r" b="b"/>
              <a:pathLst>
                <a:path w="43848" h="45105" extrusionOk="0">
                  <a:moveTo>
                    <a:pt x="41704" y="0"/>
                  </a:moveTo>
                  <a:lnTo>
                    <a:pt x="28024" y="148"/>
                  </a:lnTo>
                  <a:lnTo>
                    <a:pt x="26730" y="3180"/>
                  </a:lnTo>
                  <a:cubicBezTo>
                    <a:pt x="26730" y="3180"/>
                    <a:pt x="16674" y="5028"/>
                    <a:pt x="11351" y="6174"/>
                  </a:cubicBezTo>
                  <a:cubicBezTo>
                    <a:pt x="6027" y="7357"/>
                    <a:pt x="1" y="9502"/>
                    <a:pt x="1" y="10796"/>
                  </a:cubicBezTo>
                  <a:cubicBezTo>
                    <a:pt x="1" y="12089"/>
                    <a:pt x="4474" y="44956"/>
                    <a:pt x="4474" y="44956"/>
                  </a:cubicBezTo>
                  <a:lnTo>
                    <a:pt x="7210" y="45104"/>
                  </a:lnTo>
                  <a:lnTo>
                    <a:pt x="7765" y="15269"/>
                  </a:lnTo>
                  <a:cubicBezTo>
                    <a:pt x="7765" y="15269"/>
                    <a:pt x="24290" y="14086"/>
                    <a:pt x="28912" y="13938"/>
                  </a:cubicBezTo>
                  <a:cubicBezTo>
                    <a:pt x="29406" y="13926"/>
                    <a:pt x="29890" y="13924"/>
                    <a:pt x="30365" y="13924"/>
                  </a:cubicBezTo>
                  <a:cubicBezTo>
                    <a:pt x="30708" y="13924"/>
                    <a:pt x="31045" y="13925"/>
                    <a:pt x="31379" y="13925"/>
                  </a:cubicBezTo>
                  <a:cubicBezTo>
                    <a:pt x="34868" y="13925"/>
                    <a:pt x="37847" y="13782"/>
                    <a:pt x="40557" y="10500"/>
                  </a:cubicBezTo>
                  <a:cubicBezTo>
                    <a:pt x="43848" y="6470"/>
                    <a:pt x="41704" y="0"/>
                    <a:pt x="417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51"/>
            <p:cNvSpPr/>
            <p:nvPr/>
          </p:nvSpPr>
          <p:spPr>
            <a:xfrm>
              <a:off x="5223650" y="3794700"/>
              <a:ext cx="1075850" cy="1142425"/>
            </a:xfrm>
            <a:custGeom>
              <a:avLst/>
              <a:gdLst/>
              <a:ahLst/>
              <a:cxnLst/>
              <a:rect l="l" t="t" r="r" b="b"/>
              <a:pathLst>
                <a:path w="43034" h="45697" extrusionOk="0">
                  <a:moveTo>
                    <a:pt x="41808" y="594"/>
                  </a:moveTo>
                  <a:cubicBezTo>
                    <a:pt x="41961" y="1163"/>
                    <a:pt x="42405" y="2897"/>
                    <a:pt x="42405" y="4917"/>
                  </a:cubicBezTo>
                  <a:cubicBezTo>
                    <a:pt x="42405" y="6803"/>
                    <a:pt x="41999" y="8947"/>
                    <a:pt x="40631" y="10611"/>
                  </a:cubicBezTo>
                  <a:cubicBezTo>
                    <a:pt x="39041" y="12570"/>
                    <a:pt x="37377" y="13347"/>
                    <a:pt x="35492" y="13679"/>
                  </a:cubicBezTo>
                  <a:cubicBezTo>
                    <a:pt x="33606" y="14012"/>
                    <a:pt x="31536" y="13864"/>
                    <a:pt x="29207" y="13938"/>
                  </a:cubicBezTo>
                  <a:cubicBezTo>
                    <a:pt x="24585" y="14086"/>
                    <a:pt x="8060" y="15232"/>
                    <a:pt x="8060" y="15232"/>
                  </a:cubicBezTo>
                  <a:cubicBezTo>
                    <a:pt x="7912" y="15269"/>
                    <a:pt x="7764" y="15380"/>
                    <a:pt x="7764" y="15528"/>
                  </a:cubicBezTo>
                  <a:lnTo>
                    <a:pt x="7246" y="45068"/>
                  </a:lnTo>
                  <a:lnTo>
                    <a:pt x="5102" y="44969"/>
                  </a:lnTo>
                  <a:lnTo>
                    <a:pt x="5102" y="44969"/>
                  </a:lnTo>
                  <a:cubicBezTo>
                    <a:pt x="5067" y="44733"/>
                    <a:pt x="5005" y="44337"/>
                    <a:pt x="4917" y="43811"/>
                  </a:cubicBezTo>
                  <a:cubicBezTo>
                    <a:pt x="4510" y="40631"/>
                    <a:pt x="3438" y="32756"/>
                    <a:pt x="2440" y="25473"/>
                  </a:cubicBezTo>
                  <a:cubicBezTo>
                    <a:pt x="1959" y="21850"/>
                    <a:pt x="1516" y="18375"/>
                    <a:pt x="1183" y="15750"/>
                  </a:cubicBezTo>
                  <a:cubicBezTo>
                    <a:pt x="998" y="14456"/>
                    <a:pt x="887" y="13347"/>
                    <a:pt x="776" y="12533"/>
                  </a:cubicBezTo>
                  <a:cubicBezTo>
                    <a:pt x="739" y="12127"/>
                    <a:pt x="702" y="11794"/>
                    <a:pt x="665" y="11535"/>
                  </a:cubicBezTo>
                  <a:cubicBezTo>
                    <a:pt x="629" y="11313"/>
                    <a:pt x="629" y="11128"/>
                    <a:pt x="629" y="11092"/>
                  </a:cubicBezTo>
                  <a:cubicBezTo>
                    <a:pt x="629" y="11055"/>
                    <a:pt x="665" y="10944"/>
                    <a:pt x="813" y="10759"/>
                  </a:cubicBezTo>
                  <a:cubicBezTo>
                    <a:pt x="1072" y="10500"/>
                    <a:pt x="1590" y="10167"/>
                    <a:pt x="2329" y="9798"/>
                  </a:cubicBezTo>
                  <a:cubicBezTo>
                    <a:pt x="4473" y="8725"/>
                    <a:pt x="8281" y="7542"/>
                    <a:pt x="11757" y="6803"/>
                  </a:cubicBezTo>
                  <a:cubicBezTo>
                    <a:pt x="14419" y="6211"/>
                    <a:pt x="18263" y="5472"/>
                    <a:pt x="21443" y="4843"/>
                  </a:cubicBezTo>
                  <a:cubicBezTo>
                    <a:pt x="23033" y="4548"/>
                    <a:pt x="24438" y="4289"/>
                    <a:pt x="25473" y="4067"/>
                  </a:cubicBezTo>
                  <a:cubicBezTo>
                    <a:pt x="26508" y="3882"/>
                    <a:pt x="27136" y="3771"/>
                    <a:pt x="27136" y="3771"/>
                  </a:cubicBezTo>
                  <a:cubicBezTo>
                    <a:pt x="27247" y="3734"/>
                    <a:pt x="27321" y="3697"/>
                    <a:pt x="27358" y="3586"/>
                  </a:cubicBezTo>
                  <a:lnTo>
                    <a:pt x="28574" y="737"/>
                  </a:lnTo>
                  <a:lnTo>
                    <a:pt x="28574" y="737"/>
                  </a:lnTo>
                  <a:lnTo>
                    <a:pt x="41808" y="594"/>
                  </a:lnTo>
                  <a:close/>
                  <a:moveTo>
                    <a:pt x="42036" y="0"/>
                  </a:moveTo>
                  <a:lnTo>
                    <a:pt x="28356" y="148"/>
                  </a:lnTo>
                  <a:cubicBezTo>
                    <a:pt x="28246" y="148"/>
                    <a:pt x="28135" y="222"/>
                    <a:pt x="28098" y="333"/>
                  </a:cubicBezTo>
                  <a:lnTo>
                    <a:pt x="26854" y="3211"/>
                  </a:lnTo>
                  <a:lnTo>
                    <a:pt x="26854" y="3211"/>
                  </a:lnTo>
                  <a:cubicBezTo>
                    <a:pt x="25505" y="3459"/>
                    <a:pt x="16524" y="5116"/>
                    <a:pt x="11609" y="6174"/>
                  </a:cubicBezTo>
                  <a:cubicBezTo>
                    <a:pt x="8947" y="6766"/>
                    <a:pt x="6100" y="7579"/>
                    <a:pt x="3882" y="8430"/>
                  </a:cubicBezTo>
                  <a:cubicBezTo>
                    <a:pt x="2810" y="8873"/>
                    <a:pt x="1849" y="9317"/>
                    <a:pt x="1183" y="9724"/>
                  </a:cubicBezTo>
                  <a:cubicBezTo>
                    <a:pt x="850" y="9945"/>
                    <a:pt x="555" y="10130"/>
                    <a:pt x="370" y="10352"/>
                  </a:cubicBezTo>
                  <a:cubicBezTo>
                    <a:pt x="148" y="10574"/>
                    <a:pt x="0" y="10796"/>
                    <a:pt x="0" y="11092"/>
                  </a:cubicBezTo>
                  <a:cubicBezTo>
                    <a:pt x="0" y="11202"/>
                    <a:pt x="37" y="11387"/>
                    <a:pt x="74" y="11720"/>
                  </a:cubicBezTo>
                  <a:cubicBezTo>
                    <a:pt x="555" y="16415"/>
                    <a:pt x="4510" y="45289"/>
                    <a:pt x="4510" y="45289"/>
                  </a:cubicBezTo>
                  <a:cubicBezTo>
                    <a:pt x="4547" y="45437"/>
                    <a:pt x="4658" y="45548"/>
                    <a:pt x="4806" y="45548"/>
                  </a:cubicBezTo>
                  <a:lnTo>
                    <a:pt x="7542" y="45696"/>
                  </a:lnTo>
                  <a:cubicBezTo>
                    <a:pt x="7616" y="45696"/>
                    <a:pt x="7690" y="45696"/>
                    <a:pt x="7764" y="45622"/>
                  </a:cubicBezTo>
                  <a:cubicBezTo>
                    <a:pt x="7838" y="45585"/>
                    <a:pt x="7875" y="45474"/>
                    <a:pt x="7875" y="45400"/>
                  </a:cubicBezTo>
                  <a:lnTo>
                    <a:pt x="8388" y="15840"/>
                  </a:lnTo>
                  <a:lnTo>
                    <a:pt x="8388" y="15840"/>
                  </a:lnTo>
                  <a:cubicBezTo>
                    <a:pt x="8803" y="15811"/>
                    <a:pt x="9641" y="15752"/>
                    <a:pt x="10758" y="15676"/>
                  </a:cubicBezTo>
                  <a:cubicBezTo>
                    <a:pt x="15639" y="15343"/>
                    <a:pt x="25805" y="14678"/>
                    <a:pt x="29244" y="14567"/>
                  </a:cubicBezTo>
                  <a:cubicBezTo>
                    <a:pt x="31536" y="14493"/>
                    <a:pt x="33606" y="14641"/>
                    <a:pt x="35603" y="14271"/>
                  </a:cubicBezTo>
                  <a:cubicBezTo>
                    <a:pt x="37562" y="13938"/>
                    <a:pt x="39411" y="13051"/>
                    <a:pt x="41111" y="10981"/>
                  </a:cubicBezTo>
                  <a:cubicBezTo>
                    <a:pt x="42627" y="9169"/>
                    <a:pt x="43034" y="6877"/>
                    <a:pt x="43034" y="4917"/>
                  </a:cubicBezTo>
                  <a:cubicBezTo>
                    <a:pt x="43034" y="2329"/>
                    <a:pt x="42331" y="222"/>
                    <a:pt x="42331" y="185"/>
                  </a:cubicBezTo>
                  <a:cubicBezTo>
                    <a:pt x="42294" y="74"/>
                    <a:pt x="42146" y="0"/>
                    <a:pt x="420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51"/>
            <p:cNvSpPr/>
            <p:nvPr/>
          </p:nvSpPr>
          <p:spPr>
            <a:xfrm>
              <a:off x="5111800" y="4926000"/>
              <a:ext cx="308725" cy="134975"/>
            </a:xfrm>
            <a:custGeom>
              <a:avLst/>
              <a:gdLst/>
              <a:ahLst/>
              <a:cxnLst/>
              <a:rect l="l" t="t" r="r" b="b"/>
              <a:pathLst>
                <a:path w="12349" h="5399" extrusionOk="0">
                  <a:moveTo>
                    <a:pt x="9280" y="0"/>
                  </a:moveTo>
                  <a:lnTo>
                    <a:pt x="8837" y="259"/>
                  </a:lnTo>
                  <a:lnTo>
                    <a:pt x="1" y="5398"/>
                  </a:lnTo>
                  <a:lnTo>
                    <a:pt x="12349" y="5398"/>
                  </a:lnTo>
                  <a:lnTo>
                    <a:pt x="12016" y="148"/>
                  </a:lnTo>
                  <a:lnTo>
                    <a:pt x="92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51"/>
            <p:cNvSpPr/>
            <p:nvPr/>
          </p:nvSpPr>
          <p:spPr>
            <a:xfrm>
              <a:off x="5103475" y="4918600"/>
              <a:ext cx="324450" cy="150675"/>
            </a:xfrm>
            <a:custGeom>
              <a:avLst/>
              <a:gdLst/>
              <a:ahLst/>
              <a:cxnLst/>
              <a:rect l="l" t="t" r="r" b="b"/>
              <a:pathLst>
                <a:path w="12978" h="6027" extrusionOk="0">
                  <a:moveTo>
                    <a:pt x="9698" y="597"/>
                  </a:moveTo>
                  <a:lnTo>
                    <a:pt x="12053" y="740"/>
                  </a:lnTo>
                  <a:lnTo>
                    <a:pt x="12349" y="5398"/>
                  </a:lnTo>
                  <a:lnTo>
                    <a:pt x="1480" y="5398"/>
                  </a:lnTo>
                  <a:lnTo>
                    <a:pt x="9317" y="851"/>
                  </a:lnTo>
                  <a:lnTo>
                    <a:pt x="9698" y="597"/>
                  </a:lnTo>
                  <a:close/>
                  <a:moveTo>
                    <a:pt x="9650" y="1"/>
                  </a:moveTo>
                  <a:cubicBezTo>
                    <a:pt x="9576" y="1"/>
                    <a:pt x="9539" y="1"/>
                    <a:pt x="9465" y="38"/>
                  </a:cubicBezTo>
                  <a:lnTo>
                    <a:pt x="9022" y="296"/>
                  </a:lnTo>
                  <a:lnTo>
                    <a:pt x="186" y="5435"/>
                  </a:lnTo>
                  <a:cubicBezTo>
                    <a:pt x="38" y="5509"/>
                    <a:pt x="1" y="5657"/>
                    <a:pt x="38" y="5805"/>
                  </a:cubicBezTo>
                  <a:cubicBezTo>
                    <a:pt x="75" y="5916"/>
                    <a:pt x="186" y="6027"/>
                    <a:pt x="334" y="6027"/>
                  </a:cubicBezTo>
                  <a:lnTo>
                    <a:pt x="12682" y="6027"/>
                  </a:lnTo>
                  <a:cubicBezTo>
                    <a:pt x="12756" y="6027"/>
                    <a:pt x="12830" y="5990"/>
                    <a:pt x="12904" y="5916"/>
                  </a:cubicBezTo>
                  <a:cubicBezTo>
                    <a:pt x="12941" y="5842"/>
                    <a:pt x="12978" y="5768"/>
                    <a:pt x="12978" y="5694"/>
                  </a:cubicBezTo>
                  <a:lnTo>
                    <a:pt x="12682" y="407"/>
                  </a:lnTo>
                  <a:cubicBezTo>
                    <a:pt x="12645" y="259"/>
                    <a:pt x="12534" y="149"/>
                    <a:pt x="12386" y="149"/>
                  </a:cubicBezTo>
                  <a:lnTo>
                    <a:pt x="96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51"/>
            <p:cNvSpPr/>
            <p:nvPr/>
          </p:nvSpPr>
          <p:spPr>
            <a:xfrm>
              <a:off x="5408500" y="3494300"/>
              <a:ext cx="201500" cy="90600"/>
            </a:xfrm>
            <a:custGeom>
              <a:avLst/>
              <a:gdLst/>
              <a:ahLst/>
              <a:cxnLst/>
              <a:rect l="l" t="t" r="r" b="b"/>
              <a:pathLst>
                <a:path w="8060" h="3624" extrusionOk="0">
                  <a:moveTo>
                    <a:pt x="2884" y="1"/>
                  </a:moveTo>
                  <a:cubicBezTo>
                    <a:pt x="1960" y="1"/>
                    <a:pt x="0" y="2367"/>
                    <a:pt x="0" y="2700"/>
                  </a:cubicBezTo>
                  <a:cubicBezTo>
                    <a:pt x="0" y="2933"/>
                    <a:pt x="46" y="3306"/>
                    <a:pt x="321" y="3306"/>
                  </a:cubicBezTo>
                  <a:cubicBezTo>
                    <a:pt x="394" y="3306"/>
                    <a:pt x="483" y="3279"/>
                    <a:pt x="592" y="3217"/>
                  </a:cubicBezTo>
                  <a:cubicBezTo>
                    <a:pt x="1109" y="2885"/>
                    <a:pt x="2366" y="2071"/>
                    <a:pt x="2366" y="2071"/>
                  </a:cubicBezTo>
                  <a:lnTo>
                    <a:pt x="7542" y="3624"/>
                  </a:lnTo>
                  <a:lnTo>
                    <a:pt x="8060" y="1443"/>
                  </a:lnTo>
                  <a:lnTo>
                    <a:pt x="5287" y="297"/>
                  </a:lnTo>
                  <a:cubicBezTo>
                    <a:pt x="5287" y="297"/>
                    <a:pt x="3808" y="1"/>
                    <a:pt x="28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51"/>
            <p:cNvSpPr/>
            <p:nvPr/>
          </p:nvSpPr>
          <p:spPr>
            <a:xfrm>
              <a:off x="5400175" y="3486925"/>
              <a:ext cx="218150" cy="105775"/>
            </a:xfrm>
            <a:custGeom>
              <a:avLst/>
              <a:gdLst/>
              <a:ahLst/>
              <a:cxnLst/>
              <a:rect l="l" t="t" r="r" b="b"/>
              <a:pathLst>
                <a:path w="8726" h="4231" extrusionOk="0">
                  <a:moveTo>
                    <a:pt x="3217" y="592"/>
                  </a:moveTo>
                  <a:cubicBezTo>
                    <a:pt x="3660" y="592"/>
                    <a:pt x="4252" y="666"/>
                    <a:pt x="4696" y="739"/>
                  </a:cubicBezTo>
                  <a:cubicBezTo>
                    <a:pt x="4954" y="776"/>
                    <a:pt x="5139" y="813"/>
                    <a:pt x="5287" y="850"/>
                  </a:cubicBezTo>
                  <a:cubicBezTo>
                    <a:pt x="5362" y="869"/>
                    <a:pt x="5428" y="878"/>
                    <a:pt x="5474" y="883"/>
                  </a:cubicBezTo>
                  <a:lnTo>
                    <a:pt x="5474" y="883"/>
                  </a:lnTo>
                  <a:lnTo>
                    <a:pt x="5472" y="887"/>
                  </a:lnTo>
                  <a:lnTo>
                    <a:pt x="8023" y="1923"/>
                  </a:lnTo>
                  <a:lnTo>
                    <a:pt x="7653" y="3512"/>
                  </a:lnTo>
                  <a:lnTo>
                    <a:pt x="2773" y="2070"/>
                  </a:lnTo>
                  <a:cubicBezTo>
                    <a:pt x="2752" y="2060"/>
                    <a:pt x="2730" y="2055"/>
                    <a:pt x="2707" y="2055"/>
                  </a:cubicBezTo>
                  <a:cubicBezTo>
                    <a:pt x="2653" y="2055"/>
                    <a:pt x="2593" y="2081"/>
                    <a:pt x="2514" y="2107"/>
                  </a:cubicBezTo>
                  <a:cubicBezTo>
                    <a:pt x="2514" y="2107"/>
                    <a:pt x="2219" y="2329"/>
                    <a:pt x="1849" y="2551"/>
                  </a:cubicBezTo>
                  <a:cubicBezTo>
                    <a:pt x="1479" y="2810"/>
                    <a:pt x="1036" y="3106"/>
                    <a:pt x="777" y="3253"/>
                  </a:cubicBezTo>
                  <a:cubicBezTo>
                    <a:pt x="743" y="3271"/>
                    <a:pt x="716" y="3280"/>
                    <a:pt x="698" y="3285"/>
                  </a:cubicBezTo>
                  <a:lnTo>
                    <a:pt x="698" y="3285"/>
                  </a:lnTo>
                  <a:cubicBezTo>
                    <a:pt x="688" y="3272"/>
                    <a:pt x="666" y="3237"/>
                    <a:pt x="666" y="3180"/>
                  </a:cubicBezTo>
                  <a:cubicBezTo>
                    <a:pt x="635" y="3149"/>
                    <a:pt x="630" y="3092"/>
                    <a:pt x="629" y="3031"/>
                  </a:cubicBezTo>
                  <a:lnTo>
                    <a:pt x="629" y="3031"/>
                  </a:lnTo>
                  <a:cubicBezTo>
                    <a:pt x="632" y="3026"/>
                    <a:pt x="669" y="2953"/>
                    <a:pt x="740" y="2847"/>
                  </a:cubicBezTo>
                  <a:cubicBezTo>
                    <a:pt x="962" y="2514"/>
                    <a:pt x="1442" y="1923"/>
                    <a:pt x="1960" y="1442"/>
                  </a:cubicBezTo>
                  <a:cubicBezTo>
                    <a:pt x="2182" y="1183"/>
                    <a:pt x="2477" y="961"/>
                    <a:pt x="2699" y="813"/>
                  </a:cubicBezTo>
                  <a:cubicBezTo>
                    <a:pt x="2921" y="666"/>
                    <a:pt x="3143" y="592"/>
                    <a:pt x="3217" y="592"/>
                  </a:cubicBezTo>
                  <a:close/>
                  <a:moveTo>
                    <a:pt x="3217" y="0"/>
                  </a:moveTo>
                  <a:cubicBezTo>
                    <a:pt x="2847" y="0"/>
                    <a:pt x="2551" y="185"/>
                    <a:pt x="2182" y="407"/>
                  </a:cubicBezTo>
                  <a:cubicBezTo>
                    <a:pt x="1701" y="776"/>
                    <a:pt x="1183" y="1331"/>
                    <a:pt x="740" y="1812"/>
                  </a:cubicBezTo>
                  <a:cubicBezTo>
                    <a:pt x="555" y="2033"/>
                    <a:pt x="370" y="2255"/>
                    <a:pt x="259" y="2440"/>
                  </a:cubicBezTo>
                  <a:cubicBezTo>
                    <a:pt x="185" y="2551"/>
                    <a:pt x="148" y="2625"/>
                    <a:pt x="111" y="2699"/>
                  </a:cubicBezTo>
                  <a:lnTo>
                    <a:pt x="37" y="2810"/>
                  </a:lnTo>
                  <a:cubicBezTo>
                    <a:pt x="37" y="2884"/>
                    <a:pt x="0" y="2921"/>
                    <a:pt x="0" y="2995"/>
                  </a:cubicBezTo>
                  <a:cubicBezTo>
                    <a:pt x="0" y="3143"/>
                    <a:pt x="37" y="3327"/>
                    <a:pt x="111" y="3512"/>
                  </a:cubicBezTo>
                  <a:cubicBezTo>
                    <a:pt x="148" y="3586"/>
                    <a:pt x="185" y="3697"/>
                    <a:pt x="296" y="3771"/>
                  </a:cubicBezTo>
                  <a:cubicBezTo>
                    <a:pt x="370" y="3845"/>
                    <a:pt x="518" y="3919"/>
                    <a:pt x="666" y="3919"/>
                  </a:cubicBezTo>
                  <a:cubicBezTo>
                    <a:pt x="814" y="3919"/>
                    <a:pt x="962" y="3845"/>
                    <a:pt x="1110" y="3771"/>
                  </a:cubicBezTo>
                  <a:cubicBezTo>
                    <a:pt x="1529" y="3501"/>
                    <a:pt x="2436" y="2915"/>
                    <a:pt x="2763" y="2703"/>
                  </a:cubicBezTo>
                  <a:lnTo>
                    <a:pt x="2763" y="2703"/>
                  </a:lnTo>
                  <a:lnTo>
                    <a:pt x="7801" y="4215"/>
                  </a:lnTo>
                  <a:cubicBezTo>
                    <a:pt x="7823" y="4226"/>
                    <a:pt x="7845" y="4230"/>
                    <a:pt x="7866" y="4230"/>
                  </a:cubicBezTo>
                  <a:cubicBezTo>
                    <a:pt x="7918" y="4230"/>
                    <a:pt x="7971" y="4204"/>
                    <a:pt x="8023" y="4178"/>
                  </a:cubicBezTo>
                  <a:cubicBezTo>
                    <a:pt x="8097" y="4141"/>
                    <a:pt x="8171" y="4067"/>
                    <a:pt x="8171" y="3993"/>
                  </a:cubicBezTo>
                  <a:lnTo>
                    <a:pt x="8688" y="1812"/>
                  </a:lnTo>
                  <a:cubicBezTo>
                    <a:pt x="8725" y="1664"/>
                    <a:pt x="8652" y="1516"/>
                    <a:pt x="8504" y="1442"/>
                  </a:cubicBezTo>
                  <a:lnTo>
                    <a:pt x="5731" y="333"/>
                  </a:lnTo>
                  <a:lnTo>
                    <a:pt x="5657" y="296"/>
                  </a:lnTo>
                  <a:cubicBezTo>
                    <a:pt x="5657" y="296"/>
                    <a:pt x="4215" y="0"/>
                    <a:pt x="3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51"/>
            <p:cNvSpPr/>
            <p:nvPr/>
          </p:nvSpPr>
          <p:spPr>
            <a:xfrm>
              <a:off x="5410350" y="3530350"/>
              <a:ext cx="171000" cy="49025"/>
            </a:xfrm>
            <a:custGeom>
              <a:avLst/>
              <a:gdLst/>
              <a:ahLst/>
              <a:cxnLst/>
              <a:rect l="l" t="t" r="r" b="b"/>
              <a:pathLst>
                <a:path w="6840" h="1961" extrusionOk="0">
                  <a:moveTo>
                    <a:pt x="5213" y="1"/>
                  </a:moveTo>
                  <a:cubicBezTo>
                    <a:pt x="5213" y="1"/>
                    <a:pt x="1775" y="223"/>
                    <a:pt x="1035" y="333"/>
                  </a:cubicBezTo>
                  <a:cubicBezTo>
                    <a:pt x="333" y="407"/>
                    <a:pt x="0" y="1258"/>
                    <a:pt x="961" y="1258"/>
                  </a:cubicBezTo>
                  <a:cubicBezTo>
                    <a:pt x="1886" y="1258"/>
                    <a:pt x="3106" y="1147"/>
                    <a:pt x="3106" y="1147"/>
                  </a:cubicBezTo>
                  <a:cubicBezTo>
                    <a:pt x="3106" y="1147"/>
                    <a:pt x="3845" y="1775"/>
                    <a:pt x="5213" y="1886"/>
                  </a:cubicBezTo>
                  <a:cubicBezTo>
                    <a:pt x="6544" y="1960"/>
                    <a:pt x="6840" y="1960"/>
                    <a:pt x="6840" y="1960"/>
                  </a:cubicBezTo>
                  <a:lnTo>
                    <a:pt x="52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51"/>
            <p:cNvSpPr/>
            <p:nvPr/>
          </p:nvSpPr>
          <p:spPr>
            <a:xfrm>
              <a:off x="5412200" y="35229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5102" y="1"/>
                  </a:moveTo>
                  <a:cubicBezTo>
                    <a:pt x="5102" y="1"/>
                    <a:pt x="4252" y="38"/>
                    <a:pt x="3290" y="112"/>
                  </a:cubicBezTo>
                  <a:cubicBezTo>
                    <a:pt x="2366" y="186"/>
                    <a:pt x="1331" y="260"/>
                    <a:pt x="924" y="297"/>
                  </a:cubicBezTo>
                  <a:cubicBezTo>
                    <a:pt x="665" y="334"/>
                    <a:pt x="444" y="445"/>
                    <a:pt x="296" y="592"/>
                  </a:cubicBezTo>
                  <a:cubicBezTo>
                    <a:pt x="111" y="777"/>
                    <a:pt x="0" y="962"/>
                    <a:pt x="0" y="1184"/>
                  </a:cubicBezTo>
                  <a:cubicBezTo>
                    <a:pt x="0" y="1369"/>
                    <a:pt x="74" y="1591"/>
                    <a:pt x="259" y="1702"/>
                  </a:cubicBezTo>
                  <a:cubicBezTo>
                    <a:pt x="444" y="1812"/>
                    <a:pt x="629" y="1849"/>
                    <a:pt x="887" y="1849"/>
                  </a:cubicBezTo>
                  <a:cubicBezTo>
                    <a:pt x="1642" y="1849"/>
                    <a:pt x="2618" y="1776"/>
                    <a:pt x="2951" y="1748"/>
                  </a:cubicBezTo>
                  <a:lnTo>
                    <a:pt x="2951" y="1748"/>
                  </a:lnTo>
                  <a:cubicBezTo>
                    <a:pt x="3210" y="1939"/>
                    <a:pt x="3940" y="2389"/>
                    <a:pt x="5102" y="2478"/>
                  </a:cubicBezTo>
                  <a:cubicBezTo>
                    <a:pt x="6433" y="2589"/>
                    <a:pt x="6766" y="2589"/>
                    <a:pt x="6766" y="2589"/>
                  </a:cubicBezTo>
                  <a:cubicBezTo>
                    <a:pt x="6950" y="2589"/>
                    <a:pt x="7098" y="2441"/>
                    <a:pt x="7098" y="2256"/>
                  </a:cubicBezTo>
                  <a:cubicBezTo>
                    <a:pt x="7098" y="2108"/>
                    <a:pt x="6950" y="1960"/>
                    <a:pt x="6766" y="1960"/>
                  </a:cubicBezTo>
                  <a:cubicBezTo>
                    <a:pt x="6692" y="1960"/>
                    <a:pt x="6322" y="1960"/>
                    <a:pt x="5139" y="1849"/>
                  </a:cubicBezTo>
                  <a:cubicBezTo>
                    <a:pt x="4510" y="1812"/>
                    <a:pt x="4030" y="1628"/>
                    <a:pt x="3697" y="1480"/>
                  </a:cubicBezTo>
                  <a:cubicBezTo>
                    <a:pt x="3549" y="1406"/>
                    <a:pt x="3438" y="1332"/>
                    <a:pt x="3364" y="1295"/>
                  </a:cubicBezTo>
                  <a:lnTo>
                    <a:pt x="3253" y="1221"/>
                  </a:lnTo>
                  <a:cubicBezTo>
                    <a:pt x="3199" y="1167"/>
                    <a:pt x="3145" y="1133"/>
                    <a:pt x="3091" y="1133"/>
                  </a:cubicBezTo>
                  <a:cubicBezTo>
                    <a:pt x="3071" y="1133"/>
                    <a:pt x="3051" y="1137"/>
                    <a:pt x="3032" y="1147"/>
                  </a:cubicBezTo>
                  <a:cubicBezTo>
                    <a:pt x="3032" y="1147"/>
                    <a:pt x="2699" y="1147"/>
                    <a:pt x="2292" y="1184"/>
                  </a:cubicBezTo>
                  <a:cubicBezTo>
                    <a:pt x="1886" y="1221"/>
                    <a:pt x="1331" y="1221"/>
                    <a:pt x="887" y="1221"/>
                  </a:cubicBezTo>
                  <a:cubicBezTo>
                    <a:pt x="702" y="1221"/>
                    <a:pt x="629" y="1184"/>
                    <a:pt x="592" y="1184"/>
                  </a:cubicBezTo>
                  <a:lnTo>
                    <a:pt x="629" y="1147"/>
                  </a:lnTo>
                  <a:cubicBezTo>
                    <a:pt x="665" y="1073"/>
                    <a:pt x="813" y="962"/>
                    <a:pt x="1035" y="925"/>
                  </a:cubicBezTo>
                  <a:cubicBezTo>
                    <a:pt x="1368" y="851"/>
                    <a:pt x="2403" y="777"/>
                    <a:pt x="3327" y="740"/>
                  </a:cubicBezTo>
                  <a:cubicBezTo>
                    <a:pt x="4289" y="666"/>
                    <a:pt x="5139" y="592"/>
                    <a:pt x="5139" y="592"/>
                  </a:cubicBezTo>
                  <a:cubicBezTo>
                    <a:pt x="5324" y="592"/>
                    <a:pt x="5435" y="445"/>
                    <a:pt x="5435" y="297"/>
                  </a:cubicBezTo>
                  <a:cubicBezTo>
                    <a:pt x="5435" y="112"/>
                    <a:pt x="5287" y="1"/>
                    <a:pt x="51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51"/>
            <p:cNvSpPr/>
            <p:nvPr/>
          </p:nvSpPr>
          <p:spPr>
            <a:xfrm>
              <a:off x="5597050" y="3530350"/>
              <a:ext cx="448275" cy="196900"/>
            </a:xfrm>
            <a:custGeom>
              <a:avLst/>
              <a:gdLst/>
              <a:ahLst/>
              <a:cxnLst/>
              <a:rect l="l" t="t" r="r" b="b"/>
              <a:pathLst>
                <a:path w="17931" h="7876" extrusionOk="0">
                  <a:moveTo>
                    <a:pt x="518" y="1"/>
                  </a:moveTo>
                  <a:lnTo>
                    <a:pt x="0" y="2182"/>
                  </a:lnTo>
                  <a:lnTo>
                    <a:pt x="17487" y="7875"/>
                  </a:lnTo>
                  <a:lnTo>
                    <a:pt x="17931" y="2810"/>
                  </a:lnTo>
                  <a:lnTo>
                    <a:pt x="5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51"/>
            <p:cNvSpPr/>
            <p:nvPr/>
          </p:nvSpPr>
          <p:spPr>
            <a:xfrm>
              <a:off x="5588725" y="3522775"/>
              <a:ext cx="464000" cy="212250"/>
            </a:xfrm>
            <a:custGeom>
              <a:avLst/>
              <a:gdLst/>
              <a:ahLst/>
              <a:cxnLst/>
              <a:rect l="l" t="t" r="r" b="b"/>
              <a:pathLst>
                <a:path w="18560" h="8490" extrusionOk="0">
                  <a:moveTo>
                    <a:pt x="1084" y="643"/>
                  </a:moveTo>
                  <a:lnTo>
                    <a:pt x="17931" y="3372"/>
                  </a:lnTo>
                  <a:lnTo>
                    <a:pt x="17561" y="7772"/>
                  </a:lnTo>
                  <a:lnTo>
                    <a:pt x="703" y="2263"/>
                  </a:lnTo>
                  <a:lnTo>
                    <a:pt x="1084" y="643"/>
                  </a:lnTo>
                  <a:close/>
                  <a:moveTo>
                    <a:pt x="830" y="1"/>
                  </a:moveTo>
                  <a:cubicBezTo>
                    <a:pt x="703" y="1"/>
                    <a:pt x="587" y="101"/>
                    <a:pt x="555" y="230"/>
                  </a:cubicBezTo>
                  <a:lnTo>
                    <a:pt x="37" y="2411"/>
                  </a:lnTo>
                  <a:cubicBezTo>
                    <a:pt x="0" y="2559"/>
                    <a:pt x="74" y="2744"/>
                    <a:pt x="259" y="2781"/>
                  </a:cubicBezTo>
                  <a:lnTo>
                    <a:pt x="17746" y="8474"/>
                  </a:lnTo>
                  <a:cubicBezTo>
                    <a:pt x="17768" y="8485"/>
                    <a:pt x="17793" y="8490"/>
                    <a:pt x="17819" y="8490"/>
                  </a:cubicBezTo>
                  <a:cubicBezTo>
                    <a:pt x="17882" y="8490"/>
                    <a:pt x="17953" y="8463"/>
                    <a:pt x="18005" y="8437"/>
                  </a:cubicBezTo>
                  <a:cubicBezTo>
                    <a:pt x="18079" y="8400"/>
                    <a:pt x="18153" y="8289"/>
                    <a:pt x="18153" y="8215"/>
                  </a:cubicBezTo>
                  <a:lnTo>
                    <a:pt x="18560" y="3113"/>
                  </a:lnTo>
                  <a:cubicBezTo>
                    <a:pt x="18560" y="2966"/>
                    <a:pt x="18449" y="2818"/>
                    <a:pt x="18301" y="2818"/>
                  </a:cubicBezTo>
                  <a:lnTo>
                    <a:pt x="888" y="8"/>
                  </a:lnTo>
                  <a:cubicBezTo>
                    <a:pt x="868" y="3"/>
                    <a:pt x="849" y="1"/>
                    <a:pt x="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51"/>
            <p:cNvSpPr/>
            <p:nvPr/>
          </p:nvSpPr>
          <p:spPr>
            <a:xfrm>
              <a:off x="5831800" y="3033350"/>
              <a:ext cx="475100" cy="853075"/>
            </a:xfrm>
            <a:custGeom>
              <a:avLst/>
              <a:gdLst/>
              <a:ahLst/>
              <a:cxnLst/>
              <a:rect l="l" t="t" r="r" b="b"/>
              <a:pathLst>
                <a:path w="19004" h="34123" extrusionOk="0">
                  <a:moveTo>
                    <a:pt x="9555" y="1"/>
                  </a:moveTo>
                  <a:cubicBezTo>
                    <a:pt x="8899" y="1"/>
                    <a:pt x="8262" y="269"/>
                    <a:pt x="7654" y="841"/>
                  </a:cubicBezTo>
                  <a:cubicBezTo>
                    <a:pt x="7654" y="841"/>
                    <a:pt x="2330" y="6571"/>
                    <a:pt x="1147" y="8605"/>
                  </a:cubicBezTo>
                  <a:cubicBezTo>
                    <a:pt x="1" y="10601"/>
                    <a:pt x="3476" y="19955"/>
                    <a:pt x="3772" y="22690"/>
                  </a:cubicBezTo>
                  <a:cubicBezTo>
                    <a:pt x="4030" y="25426"/>
                    <a:pt x="4918" y="27164"/>
                    <a:pt x="3624" y="28606"/>
                  </a:cubicBezTo>
                  <a:cubicBezTo>
                    <a:pt x="2330" y="30048"/>
                    <a:pt x="3476" y="30898"/>
                    <a:pt x="4178" y="31489"/>
                  </a:cubicBezTo>
                  <a:cubicBezTo>
                    <a:pt x="4861" y="32002"/>
                    <a:pt x="10182" y="34123"/>
                    <a:pt x="13583" y="34123"/>
                  </a:cubicBezTo>
                  <a:cubicBezTo>
                    <a:pt x="13864" y="34123"/>
                    <a:pt x="14131" y="34108"/>
                    <a:pt x="14382" y="34077"/>
                  </a:cubicBezTo>
                  <a:cubicBezTo>
                    <a:pt x="17710" y="33634"/>
                    <a:pt x="18412" y="31342"/>
                    <a:pt x="18708" y="27718"/>
                  </a:cubicBezTo>
                  <a:cubicBezTo>
                    <a:pt x="19004" y="24132"/>
                    <a:pt x="18708" y="11488"/>
                    <a:pt x="15824" y="6312"/>
                  </a:cubicBezTo>
                  <a:cubicBezTo>
                    <a:pt x="13687" y="2428"/>
                    <a:pt x="11530" y="1"/>
                    <a:pt x="95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51"/>
            <p:cNvSpPr/>
            <p:nvPr/>
          </p:nvSpPr>
          <p:spPr>
            <a:xfrm>
              <a:off x="5847525" y="3025700"/>
              <a:ext cx="462150" cy="867925"/>
            </a:xfrm>
            <a:custGeom>
              <a:avLst/>
              <a:gdLst/>
              <a:ahLst/>
              <a:cxnLst/>
              <a:rect l="l" t="t" r="r" b="b"/>
              <a:pathLst>
                <a:path w="18486" h="34717" extrusionOk="0">
                  <a:moveTo>
                    <a:pt x="8910" y="592"/>
                  </a:moveTo>
                  <a:cubicBezTo>
                    <a:pt x="9760" y="592"/>
                    <a:pt x="10759" y="1147"/>
                    <a:pt x="11757" y="2219"/>
                  </a:cubicBezTo>
                  <a:cubicBezTo>
                    <a:pt x="12792" y="3254"/>
                    <a:pt x="13864" y="4844"/>
                    <a:pt x="14936" y="6766"/>
                  </a:cubicBezTo>
                  <a:cubicBezTo>
                    <a:pt x="16082" y="8800"/>
                    <a:pt x="16822" y="12090"/>
                    <a:pt x="17265" y="15528"/>
                  </a:cubicBezTo>
                  <a:cubicBezTo>
                    <a:pt x="17709" y="19004"/>
                    <a:pt x="17857" y="22553"/>
                    <a:pt x="17857" y="25141"/>
                  </a:cubicBezTo>
                  <a:cubicBezTo>
                    <a:pt x="17857" y="26361"/>
                    <a:pt x="17820" y="27359"/>
                    <a:pt x="17783" y="28024"/>
                  </a:cubicBezTo>
                  <a:cubicBezTo>
                    <a:pt x="17635" y="29799"/>
                    <a:pt x="17376" y="31241"/>
                    <a:pt x="16785" y="32239"/>
                  </a:cubicBezTo>
                  <a:cubicBezTo>
                    <a:pt x="16193" y="33237"/>
                    <a:pt x="15306" y="33866"/>
                    <a:pt x="13716" y="34051"/>
                  </a:cubicBezTo>
                  <a:cubicBezTo>
                    <a:pt x="13494" y="34088"/>
                    <a:pt x="13199" y="34125"/>
                    <a:pt x="12903" y="34125"/>
                  </a:cubicBezTo>
                  <a:cubicBezTo>
                    <a:pt x="11276" y="34125"/>
                    <a:pt x="9095" y="33607"/>
                    <a:pt x="7283" y="33016"/>
                  </a:cubicBezTo>
                  <a:cubicBezTo>
                    <a:pt x="6396" y="32720"/>
                    <a:pt x="5583" y="32387"/>
                    <a:pt x="4954" y="32128"/>
                  </a:cubicBezTo>
                  <a:cubicBezTo>
                    <a:pt x="4621" y="31980"/>
                    <a:pt x="4363" y="31869"/>
                    <a:pt x="4141" y="31759"/>
                  </a:cubicBezTo>
                  <a:cubicBezTo>
                    <a:pt x="3956" y="31685"/>
                    <a:pt x="3808" y="31574"/>
                    <a:pt x="3734" y="31537"/>
                  </a:cubicBezTo>
                  <a:cubicBezTo>
                    <a:pt x="3512" y="31352"/>
                    <a:pt x="3217" y="31130"/>
                    <a:pt x="3032" y="30908"/>
                  </a:cubicBezTo>
                  <a:cubicBezTo>
                    <a:pt x="2810" y="30649"/>
                    <a:pt x="2699" y="30428"/>
                    <a:pt x="2699" y="30132"/>
                  </a:cubicBezTo>
                  <a:cubicBezTo>
                    <a:pt x="2699" y="29873"/>
                    <a:pt x="2810" y="29540"/>
                    <a:pt x="3217" y="29097"/>
                  </a:cubicBezTo>
                  <a:cubicBezTo>
                    <a:pt x="3771" y="28468"/>
                    <a:pt x="3993" y="27729"/>
                    <a:pt x="3993" y="26989"/>
                  </a:cubicBezTo>
                  <a:cubicBezTo>
                    <a:pt x="3993" y="25843"/>
                    <a:pt x="3586" y="24586"/>
                    <a:pt x="3438" y="22959"/>
                  </a:cubicBezTo>
                  <a:cubicBezTo>
                    <a:pt x="3291" y="21739"/>
                    <a:pt x="2588" y="19373"/>
                    <a:pt x="1923" y="16859"/>
                  </a:cubicBezTo>
                  <a:cubicBezTo>
                    <a:pt x="1257" y="14345"/>
                    <a:pt x="592" y="11720"/>
                    <a:pt x="592" y="10168"/>
                  </a:cubicBezTo>
                  <a:cubicBezTo>
                    <a:pt x="592" y="9650"/>
                    <a:pt x="703" y="9280"/>
                    <a:pt x="814" y="9058"/>
                  </a:cubicBezTo>
                  <a:cubicBezTo>
                    <a:pt x="1072" y="8578"/>
                    <a:pt x="1627" y="7838"/>
                    <a:pt x="2255" y="7025"/>
                  </a:cubicBezTo>
                  <a:cubicBezTo>
                    <a:pt x="3254" y="5805"/>
                    <a:pt x="4511" y="4400"/>
                    <a:pt x="5509" y="3291"/>
                  </a:cubicBezTo>
                  <a:cubicBezTo>
                    <a:pt x="5989" y="2700"/>
                    <a:pt x="6433" y="2219"/>
                    <a:pt x="6729" y="1886"/>
                  </a:cubicBezTo>
                  <a:cubicBezTo>
                    <a:pt x="7062" y="1553"/>
                    <a:pt x="7246" y="1369"/>
                    <a:pt x="7246" y="1369"/>
                  </a:cubicBezTo>
                  <a:lnTo>
                    <a:pt x="7229" y="1351"/>
                  </a:lnTo>
                  <a:lnTo>
                    <a:pt x="7229" y="1351"/>
                  </a:lnTo>
                  <a:cubicBezTo>
                    <a:pt x="7813" y="809"/>
                    <a:pt x="8361" y="592"/>
                    <a:pt x="8910" y="592"/>
                  </a:cubicBezTo>
                  <a:close/>
                  <a:moveTo>
                    <a:pt x="8910" y="1"/>
                  </a:moveTo>
                  <a:cubicBezTo>
                    <a:pt x="8171" y="1"/>
                    <a:pt x="7431" y="296"/>
                    <a:pt x="6803" y="925"/>
                  </a:cubicBezTo>
                  <a:lnTo>
                    <a:pt x="6766" y="925"/>
                  </a:lnTo>
                  <a:cubicBezTo>
                    <a:pt x="6766" y="925"/>
                    <a:pt x="5435" y="2367"/>
                    <a:pt x="3956" y="4067"/>
                  </a:cubicBezTo>
                  <a:cubicBezTo>
                    <a:pt x="3217" y="4918"/>
                    <a:pt x="2440" y="5842"/>
                    <a:pt x="1775" y="6655"/>
                  </a:cubicBezTo>
                  <a:cubicBezTo>
                    <a:pt x="1109" y="7469"/>
                    <a:pt x="592" y="8208"/>
                    <a:pt x="259" y="8763"/>
                  </a:cubicBezTo>
                  <a:cubicBezTo>
                    <a:pt x="74" y="9132"/>
                    <a:pt x="0" y="9613"/>
                    <a:pt x="0" y="10168"/>
                  </a:cubicBezTo>
                  <a:cubicBezTo>
                    <a:pt x="0" y="11868"/>
                    <a:pt x="666" y="14493"/>
                    <a:pt x="1331" y="17007"/>
                  </a:cubicBezTo>
                  <a:cubicBezTo>
                    <a:pt x="1997" y="19521"/>
                    <a:pt x="2699" y="21924"/>
                    <a:pt x="2810" y="23033"/>
                  </a:cubicBezTo>
                  <a:cubicBezTo>
                    <a:pt x="2995" y="24697"/>
                    <a:pt x="3364" y="25991"/>
                    <a:pt x="3364" y="26989"/>
                  </a:cubicBezTo>
                  <a:cubicBezTo>
                    <a:pt x="3364" y="27655"/>
                    <a:pt x="3217" y="28172"/>
                    <a:pt x="2736" y="28690"/>
                  </a:cubicBezTo>
                  <a:cubicBezTo>
                    <a:pt x="2292" y="29208"/>
                    <a:pt x="2071" y="29688"/>
                    <a:pt x="2071" y="30132"/>
                  </a:cubicBezTo>
                  <a:cubicBezTo>
                    <a:pt x="2071" y="30612"/>
                    <a:pt x="2292" y="30982"/>
                    <a:pt x="2551" y="31278"/>
                  </a:cubicBezTo>
                  <a:cubicBezTo>
                    <a:pt x="2810" y="31574"/>
                    <a:pt x="3143" y="31832"/>
                    <a:pt x="3364" y="32017"/>
                  </a:cubicBezTo>
                  <a:cubicBezTo>
                    <a:pt x="3475" y="32128"/>
                    <a:pt x="3660" y="32202"/>
                    <a:pt x="3882" y="32313"/>
                  </a:cubicBezTo>
                  <a:cubicBezTo>
                    <a:pt x="4658" y="32720"/>
                    <a:pt x="6137" y="33311"/>
                    <a:pt x="7801" y="33829"/>
                  </a:cubicBezTo>
                  <a:cubicBezTo>
                    <a:pt x="9502" y="34309"/>
                    <a:pt x="11387" y="34716"/>
                    <a:pt x="12903" y="34716"/>
                  </a:cubicBezTo>
                  <a:cubicBezTo>
                    <a:pt x="13236" y="34716"/>
                    <a:pt x="13531" y="34716"/>
                    <a:pt x="13827" y="34679"/>
                  </a:cubicBezTo>
                  <a:cubicBezTo>
                    <a:pt x="15528" y="34457"/>
                    <a:pt x="16674" y="33718"/>
                    <a:pt x="17339" y="32535"/>
                  </a:cubicBezTo>
                  <a:cubicBezTo>
                    <a:pt x="18005" y="31389"/>
                    <a:pt x="18227" y="29873"/>
                    <a:pt x="18375" y="28061"/>
                  </a:cubicBezTo>
                  <a:cubicBezTo>
                    <a:pt x="18448" y="27359"/>
                    <a:pt x="18485" y="26361"/>
                    <a:pt x="18485" y="25141"/>
                  </a:cubicBezTo>
                  <a:cubicBezTo>
                    <a:pt x="18485" y="22553"/>
                    <a:pt x="18338" y="18930"/>
                    <a:pt x="17857" y="15454"/>
                  </a:cubicBezTo>
                  <a:cubicBezTo>
                    <a:pt x="17413" y="11979"/>
                    <a:pt x="16674" y="8615"/>
                    <a:pt x="15491" y="6471"/>
                  </a:cubicBezTo>
                  <a:cubicBezTo>
                    <a:pt x="14382" y="4511"/>
                    <a:pt x="13310" y="2921"/>
                    <a:pt x="12200" y="1775"/>
                  </a:cubicBezTo>
                  <a:cubicBezTo>
                    <a:pt x="11128" y="666"/>
                    <a:pt x="10019" y="1"/>
                    <a:pt x="8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51"/>
            <p:cNvSpPr/>
            <p:nvPr/>
          </p:nvSpPr>
          <p:spPr>
            <a:xfrm>
              <a:off x="5828100" y="2996750"/>
              <a:ext cx="275450" cy="262825"/>
            </a:xfrm>
            <a:custGeom>
              <a:avLst/>
              <a:gdLst/>
              <a:ahLst/>
              <a:cxnLst/>
              <a:rect l="l" t="t" r="r" b="b"/>
              <a:pathLst>
                <a:path w="11018" h="10513" extrusionOk="0">
                  <a:moveTo>
                    <a:pt x="7766" y="0"/>
                  </a:moveTo>
                  <a:cubicBezTo>
                    <a:pt x="7188" y="0"/>
                    <a:pt x="6562" y="157"/>
                    <a:pt x="5916" y="567"/>
                  </a:cubicBezTo>
                  <a:lnTo>
                    <a:pt x="1" y="8331"/>
                  </a:lnTo>
                  <a:lnTo>
                    <a:pt x="740" y="10512"/>
                  </a:lnTo>
                  <a:cubicBezTo>
                    <a:pt x="740" y="10512"/>
                    <a:pt x="4215" y="6815"/>
                    <a:pt x="5657" y="5928"/>
                  </a:cubicBezTo>
                  <a:cubicBezTo>
                    <a:pt x="7099" y="5078"/>
                    <a:pt x="11018" y="1639"/>
                    <a:pt x="11018" y="1639"/>
                  </a:cubicBezTo>
                  <a:cubicBezTo>
                    <a:pt x="11018" y="1639"/>
                    <a:pt x="9638" y="0"/>
                    <a:pt x="77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51"/>
            <p:cNvSpPr/>
            <p:nvPr/>
          </p:nvSpPr>
          <p:spPr>
            <a:xfrm>
              <a:off x="5820725" y="2989650"/>
              <a:ext cx="291150" cy="277325"/>
            </a:xfrm>
            <a:custGeom>
              <a:avLst/>
              <a:gdLst/>
              <a:ahLst/>
              <a:cxnLst/>
              <a:rect l="l" t="t" r="r" b="b"/>
              <a:pathLst>
                <a:path w="11646" h="11093" extrusionOk="0">
                  <a:moveTo>
                    <a:pt x="8060" y="592"/>
                  </a:moveTo>
                  <a:cubicBezTo>
                    <a:pt x="8910" y="592"/>
                    <a:pt x="9649" y="962"/>
                    <a:pt x="10204" y="1369"/>
                  </a:cubicBezTo>
                  <a:cubicBezTo>
                    <a:pt x="10463" y="1554"/>
                    <a:pt x="10685" y="1738"/>
                    <a:pt x="10832" y="1886"/>
                  </a:cubicBezTo>
                  <a:cubicBezTo>
                    <a:pt x="10838" y="1892"/>
                    <a:pt x="10843" y="1897"/>
                    <a:pt x="10848" y="1902"/>
                  </a:cubicBezTo>
                  <a:lnTo>
                    <a:pt x="10848" y="1902"/>
                  </a:lnTo>
                  <a:cubicBezTo>
                    <a:pt x="10749" y="1985"/>
                    <a:pt x="10619" y="2091"/>
                    <a:pt x="10463" y="2219"/>
                  </a:cubicBezTo>
                  <a:cubicBezTo>
                    <a:pt x="9871" y="2737"/>
                    <a:pt x="8984" y="3513"/>
                    <a:pt x="8097" y="4252"/>
                  </a:cubicBezTo>
                  <a:cubicBezTo>
                    <a:pt x="7209" y="4992"/>
                    <a:pt x="6322" y="5657"/>
                    <a:pt x="5804" y="5953"/>
                  </a:cubicBezTo>
                  <a:cubicBezTo>
                    <a:pt x="5398" y="6212"/>
                    <a:pt x="4917" y="6619"/>
                    <a:pt x="4400" y="7062"/>
                  </a:cubicBezTo>
                  <a:cubicBezTo>
                    <a:pt x="3195" y="8129"/>
                    <a:pt x="1809" y="9541"/>
                    <a:pt x="1170" y="10202"/>
                  </a:cubicBezTo>
                  <a:lnTo>
                    <a:pt x="1170" y="10202"/>
                  </a:lnTo>
                  <a:lnTo>
                    <a:pt x="665" y="8689"/>
                  </a:lnTo>
                  <a:lnTo>
                    <a:pt x="6456" y="1054"/>
                  </a:lnTo>
                  <a:lnTo>
                    <a:pt x="6456" y="1054"/>
                  </a:lnTo>
                  <a:cubicBezTo>
                    <a:pt x="7045" y="725"/>
                    <a:pt x="7569" y="592"/>
                    <a:pt x="8060" y="592"/>
                  </a:cubicBezTo>
                  <a:close/>
                  <a:moveTo>
                    <a:pt x="8060" y="1"/>
                  </a:moveTo>
                  <a:cubicBezTo>
                    <a:pt x="7431" y="1"/>
                    <a:pt x="6729" y="149"/>
                    <a:pt x="6063" y="592"/>
                  </a:cubicBezTo>
                  <a:lnTo>
                    <a:pt x="5952" y="666"/>
                  </a:lnTo>
                  <a:lnTo>
                    <a:pt x="74" y="8430"/>
                  </a:lnTo>
                  <a:cubicBezTo>
                    <a:pt x="0" y="8504"/>
                    <a:pt x="0" y="8615"/>
                    <a:pt x="37" y="8726"/>
                  </a:cubicBezTo>
                  <a:lnTo>
                    <a:pt x="739" y="10870"/>
                  </a:lnTo>
                  <a:cubicBezTo>
                    <a:pt x="776" y="10981"/>
                    <a:pt x="850" y="11055"/>
                    <a:pt x="961" y="11092"/>
                  </a:cubicBezTo>
                  <a:cubicBezTo>
                    <a:pt x="1072" y="11092"/>
                    <a:pt x="1183" y="11055"/>
                    <a:pt x="1257" y="10981"/>
                  </a:cubicBezTo>
                  <a:cubicBezTo>
                    <a:pt x="1257" y="10981"/>
                    <a:pt x="1479" y="10759"/>
                    <a:pt x="1812" y="10390"/>
                  </a:cubicBezTo>
                  <a:cubicBezTo>
                    <a:pt x="2329" y="9872"/>
                    <a:pt x="3179" y="9059"/>
                    <a:pt x="3993" y="8282"/>
                  </a:cubicBezTo>
                  <a:cubicBezTo>
                    <a:pt x="4806" y="7506"/>
                    <a:pt x="5620" y="6803"/>
                    <a:pt x="6137" y="6508"/>
                  </a:cubicBezTo>
                  <a:cubicBezTo>
                    <a:pt x="6877" y="6027"/>
                    <a:pt x="8207" y="4955"/>
                    <a:pt x="9354" y="3994"/>
                  </a:cubicBezTo>
                  <a:cubicBezTo>
                    <a:pt x="10537" y="2995"/>
                    <a:pt x="11498" y="2145"/>
                    <a:pt x="11498" y="2145"/>
                  </a:cubicBezTo>
                  <a:cubicBezTo>
                    <a:pt x="11646" y="2034"/>
                    <a:pt x="11646" y="1849"/>
                    <a:pt x="11535" y="1701"/>
                  </a:cubicBezTo>
                  <a:cubicBezTo>
                    <a:pt x="11535" y="1701"/>
                    <a:pt x="11165" y="1295"/>
                    <a:pt x="10574" y="851"/>
                  </a:cubicBezTo>
                  <a:cubicBezTo>
                    <a:pt x="9945" y="444"/>
                    <a:pt x="9095" y="1"/>
                    <a:pt x="80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51"/>
            <p:cNvSpPr/>
            <p:nvPr/>
          </p:nvSpPr>
          <p:spPr>
            <a:xfrm>
              <a:off x="5256900" y="3187450"/>
              <a:ext cx="816150" cy="609925"/>
            </a:xfrm>
            <a:custGeom>
              <a:avLst/>
              <a:gdLst/>
              <a:ahLst/>
              <a:cxnLst/>
              <a:rect l="l" t="t" r="r" b="b"/>
              <a:pathLst>
                <a:path w="32646" h="24397" extrusionOk="0">
                  <a:moveTo>
                    <a:pt x="29060" y="1"/>
                  </a:moveTo>
                  <a:cubicBezTo>
                    <a:pt x="29060" y="1"/>
                    <a:pt x="25732" y="1590"/>
                    <a:pt x="24032" y="3882"/>
                  </a:cubicBezTo>
                  <a:cubicBezTo>
                    <a:pt x="22294" y="6175"/>
                    <a:pt x="15381" y="17820"/>
                    <a:pt x="15381" y="17820"/>
                  </a:cubicBezTo>
                  <a:lnTo>
                    <a:pt x="149" y="15085"/>
                  </a:lnTo>
                  <a:lnTo>
                    <a:pt x="1" y="17118"/>
                  </a:lnTo>
                  <a:cubicBezTo>
                    <a:pt x="1" y="17118"/>
                    <a:pt x="8911" y="21702"/>
                    <a:pt x="13089" y="22738"/>
                  </a:cubicBezTo>
                  <a:cubicBezTo>
                    <a:pt x="16084" y="23453"/>
                    <a:pt x="18338" y="24397"/>
                    <a:pt x="19633" y="24397"/>
                  </a:cubicBezTo>
                  <a:cubicBezTo>
                    <a:pt x="20144" y="24397"/>
                    <a:pt x="20506" y="24250"/>
                    <a:pt x="20704" y="23884"/>
                  </a:cubicBezTo>
                  <a:cubicBezTo>
                    <a:pt x="21444" y="22590"/>
                    <a:pt x="27914" y="11794"/>
                    <a:pt x="27914" y="11794"/>
                  </a:cubicBezTo>
                  <a:lnTo>
                    <a:pt x="32646" y="8208"/>
                  </a:lnTo>
                  <a:lnTo>
                    <a:pt x="290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51"/>
            <p:cNvSpPr/>
            <p:nvPr/>
          </p:nvSpPr>
          <p:spPr>
            <a:xfrm>
              <a:off x="5248600" y="3179325"/>
              <a:ext cx="832775" cy="625550"/>
            </a:xfrm>
            <a:custGeom>
              <a:avLst/>
              <a:gdLst/>
              <a:ahLst/>
              <a:cxnLst/>
              <a:rect l="l" t="t" r="r" b="b"/>
              <a:pathLst>
                <a:path w="33311" h="25022" extrusionOk="0">
                  <a:moveTo>
                    <a:pt x="29368" y="1"/>
                  </a:moveTo>
                  <a:cubicBezTo>
                    <a:pt x="29326" y="1"/>
                    <a:pt x="29284" y="10"/>
                    <a:pt x="29244" y="30"/>
                  </a:cubicBezTo>
                  <a:cubicBezTo>
                    <a:pt x="29244" y="67"/>
                    <a:pt x="25917" y="1620"/>
                    <a:pt x="24105" y="4023"/>
                  </a:cubicBezTo>
                  <a:cubicBezTo>
                    <a:pt x="23661" y="4614"/>
                    <a:pt x="22922" y="5760"/>
                    <a:pt x="21998" y="7202"/>
                  </a:cubicBezTo>
                  <a:cubicBezTo>
                    <a:pt x="19602" y="11029"/>
                    <a:pt x="16218" y="16711"/>
                    <a:pt x="15565" y="17810"/>
                  </a:cubicBezTo>
                  <a:lnTo>
                    <a:pt x="15565" y="17810"/>
                  </a:lnTo>
                  <a:lnTo>
                    <a:pt x="518" y="15114"/>
                  </a:lnTo>
                  <a:cubicBezTo>
                    <a:pt x="444" y="15114"/>
                    <a:pt x="333" y="15114"/>
                    <a:pt x="296" y="15188"/>
                  </a:cubicBezTo>
                  <a:cubicBezTo>
                    <a:pt x="222" y="15225"/>
                    <a:pt x="185" y="15299"/>
                    <a:pt x="148" y="15410"/>
                  </a:cubicBezTo>
                  <a:lnTo>
                    <a:pt x="37" y="17406"/>
                  </a:lnTo>
                  <a:cubicBezTo>
                    <a:pt x="0" y="17554"/>
                    <a:pt x="74" y="17665"/>
                    <a:pt x="185" y="17702"/>
                  </a:cubicBezTo>
                  <a:cubicBezTo>
                    <a:pt x="185" y="17702"/>
                    <a:pt x="2403" y="18848"/>
                    <a:pt x="5176" y="20142"/>
                  </a:cubicBezTo>
                  <a:cubicBezTo>
                    <a:pt x="7949" y="21436"/>
                    <a:pt x="11202" y="22841"/>
                    <a:pt x="13347" y="23358"/>
                  </a:cubicBezTo>
                  <a:cubicBezTo>
                    <a:pt x="14825" y="23691"/>
                    <a:pt x="16119" y="24098"/>
                    <a:pt x="17229" y="24430"/>
                  </a:cubicBezTo>
                  <a:cubicBezTo>
                    <a:pt x="18338" y="24763"/>
                    <a:pt x="19225" y="25022"/>
                    <a:pt x="19964" y="25022"/>
                  </a:cubicBezTo>
                  <a:cubicBezTo>
                    <a:pt x="20260" y="25022"/>
                    <a:pt x="20519" y="24985"/>
                    <a:pt x="20741" y="24874"/>
                  </a:cubicBezTo>
                  <a:cubicBezTo>
                    <a:pt x="20963" y="24763"/>
                    <a:pt x="21184" y="24578"/>
                    <a:pt x="21295" y="24357"/>
                  </a:cubicBezTo>
                  <a:cubicBezTo>
                    <a:pt x="21665" y="23728"/>
                    <a:pt x="23477" y="20696"/>
                    <a:pt x="25177" y="17813"/>
                  </a:cubicBezTo>
                  <a:cubicBezTo>
                    <a:pt x="26028" y="16408"/>
                    <a:pt x="26841" y="15003"/>
                    <a:pt x="27469" y="13968"/>
                  </a:cubicBezTo>
                  <a:cubicBezTo>
                    <a:pt x="28016" y="13068"/>
                    <a:pt x="28395" y="12447"/>
                    <a:pt x="28484" y="12300"/>
                  </a:cubicBezTo>
                  <a:lnTo>
                    <a:pt x="28484" y="12300"/>
                  </a:lnTo>
                  <a:lnTo>
                    <a:pt x="33163" y="8755"/>
                  </a:lnTo>
                  <a:cubicBezTo>
                    <a:pt x="33311" y="8644"/>
                    <a:pt x="33311" y="8459"/>
                    <a:pt x="33237" y="8348"/>
                  </a:cubicBezTo>
                  <a:cubicBezTo>
                    <a:pt x="33170" y="8259"/>
                    <a:pt x="33075" y="8210"/>
                    <a:pt x="32979" y="8210"/>
                  </a:cubicBezTo>
                  <a:cubicBezTo>
                    <a:pt x="32916" y="8210"/>
                    <a:pt x="32851" y="8231"/>
                    <a:pt x="32793" y="8274"/>
                  </a:cubicBezTo>
                  <a:lnTo>
                    <a:pt x="28061" y="11860"/>
                  </a:lnTo>
                  <a:lnTo>
                    <a:pt x="27950" y="11971"/>
                  </a:lnTo>
                  <a:cubicBezTo>
                    <a:pt x="27950" y="11971"/>
                    <a:pt x="26360" y="14633"/>
                    <a:pt x="24660" y="17517"/>
                  </a:cubicBezTo>
                  <a:cubicBezTo>
                    <a:pt x="22922" y="20364"/>
                    <a:pt x="21147" y="23395"/>
                    <a:pt x="20778" y="24061"/>
                  </a:cubicBezTo>
                  <a:cubicBezTo>
                    <a:pt x="20704" y="24172"/>
                    <a:pt x="20630" y="24246"/>
                    <a:pt x="20482" y="24320"/>
                  </a:cubicBezTo>
                  <a:cubicBezTo>
                    <a:pt x="20371" y="24357"/>
                    <a:pt x="20186" y="24393"/>
                    <a:pt x="19964" y="24393"/>
                  </a:cubicBezTo>
                  <a:cubicBezTo>
                    <a:pt x="19373" y="24393"/>
                    <a:pt x="18486" y="24172"/>
                    <a:pt x="17413" y="23839"/>
                  </a:cubicBezTo>
                  <a:cubicBezTo>
                    <a:pt x="16304" y="23543"/>
                    <a:pt x="15010" y="23100"/>
                    <a:pt x="13494" y="22730"/>
                  </a:cubicBezTo>
                  <a:cubicBezTo>
                    <a:pt x="11461" y="22249"/>
                    <a:pt x="8171" y="20844"/>
                    <a:pt x="5435" y="19587"/>
                  </a:cubicBezTo>
                  <a:cubicBezTo>
                    <a:pt x="4067" y="18959"/>
                    <a:pt x="2810" y="18330"/>
                    <a:pt x="1923" y="17887"/>
                  </a:cubicBezTo>
                  <a:cubicBezTo>
                    <a:pt x="1318" y="17584"/>
                    <a:pt x="868" y="17351"/>
                    <a:pt x="643" y="17233"/>
                  </a:cubicBezTo>
                  <a:lnTo>
                    <a:pt x="643" y="17233"/>
                  </a:lnTo>
                  <a:lnTo>
                    <a:pt x="740" y="15779"/>
                  </a:lnTo>
                  <a:lnTo>
                    <a:pt x="15676" y="18441"/>
                  </a:lnTo>
                  <a:cubicBezTo>
                    <a:pt x="15695" y="18448"/>
                    <a:pt x="15716" y="18451"/>
                    <a:pt x="15737" y="18451"/>
                  </a:cubicBezTo>
                  <a:cubicBezTo>
                    <a:pt x="15836" y="18451"/>
                    <a:pt x="15941" y="18385"/>
                    <a:pt x="15972" y="18293"/>
                  </a:cubicBezTo>
                  <a:cubicBezTo>
                    <a:pt x="15972" y="18293"/>
                    <a:pt x="16415" y="17591"/>
                    <a:pt x="17081" y="16445"/>
                  </a:cubicBezTo>
                  <a:cubicBezTo>
                    <a:pt x="18116" y="14781"/>
                    <a:pt x="19669" y="12156"/>
                    <a:pt x="21110" y="9790"/>
                  </a:cubicBezTo>
                  <a:cubicBezTo>
                    <a:pt x="22589" y="7424"/>
                    <a:pt x="23957" y="5243"/>
                    <a:pt x="24586" y="4392"/>
                  </a:cubicBezTo>
                  <a:cubicBezTo>
                    <a:pt x="25436" y="3283"/>
                    <a:pt x="26656" y="2322"/>
                    <a:pt x="27691" y="1656"/>
                  </a:cubicBezTo>
                  <a:cubicBezTo>
                    <a:pt x="28209" y="1324"/>
                    <a:pt x="28652" y="1065"/>
                    <a:pt x="28985" y="880"/>
                  </a:cubicBezTo>
                  <a:cubicBezTo>
                    <a:pt x="29170" y="769"/>
                    <a:pt x="29281" y="695"/>
                    <a:pt x="29392" y="658"/>
                  </a:cubicBezTo>
                  <a:cubicBezTo>
                    <a:pt x="29466" y="621"/>
                    <a:pt x="29503" y="584"/>
                    <a:pt x="29503" y="584"/>
                  </a:cubicBezTo>
                  <a:cubicBezTo>
                    <a:pt x="29688" y="510"/>
                    <a:pt x="29725" y="326"/>
                    <a:pt x="29651" y="178"/>
                  </a:cubicBezTo>
                  <a:cubicBezTo>
                    <a:pt x="29597" y="69"/>
                    <a:pt x="29483" y="1"/>
                    <a:pt x="29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51"/>
            <p:cNvSpPr/>
            <p:nvPr/>
          </p:nvSpPr>
          <p:spPr>
            <a:xfrm>
              <a:off x="5945500" y="3431225"/>
              <a:ext cx="158050" cy="58725"/>
            </a:xfrm>
            <a:custGeom>
              <a:avLst/>
              <a:gdLst/>
              <a:ahLst/>
              <a:cxnLst/>
              <a:rect l="l" t="t" r="r" b="b"/>
              <a:pathLst>
                <a:path w="6322" h="2349" extrusionOk="0">
                  <a:moveTo>
                    <a:pt x="5955" y="1"/>
                  </a:moveTo>
                  <a:cubicBezTo>
                    <a:pt x="5929" y="1"/>
                    <a:pt x="5903" y="4"/>
                    <a:pt x="5878" y="10"/>
                  </a:cubicBezTo>
                  <a:lnTo>
                    <a:pt x="259" y="1747"/>
                  </a:lnTo>
                  <a:cubicBezTo>
                    <a:pt x="111" y="1784"/>
                    <a:pt x="0" y="1969"/>
                    <a:pt x="74" y="2117"/>
                  </a:cubicBezTo>
                  <a:cubicBezTo>
                    <a:pt x="105" y="2271"/>
                    <a:pt x="238" y="2348"/>
                    <a:pt x="368" y="2348"/>
                  </a:cubicBezTo>
                  <a:cubicBezTo>
                    <a:pt x="393" y="2348"/>
                    <a:pt x="419" y="2345"/>
                    <a:pt x="444" y="2339"/>
                  </a:cubicBezTo>
                  <a:lnTo>
                    <a:pt x="6063" y="601"/>
                  </a:lnTo>
                  <a:cubicBezTo>
                    <a:pt x="6211" y="564"/>
                    <a:pt x="6322" y="380"/>
                    <a:pt x="6248" y="232"/>
                  </a:cubicBezTo>
                  <a:cubicBezTo>
                    <a:pt x="6217" y="78"/>
                    <a:pt x="6084" y="1"/>
                    <a:pt x="59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51"/>
            <p:cNvSpPr/>
            <p:nvPr/>
          </p:nvSpPr>
          <p:spPr>
            <a:xfrm>
              <a:off x="5066625" y="3521850"/>
              <a:ext cx="194000" cy="95400"/>
            </a:xfrm>
            <a:custGeom>
              <a:avLst/>
              <a:gdLst/>
              <a:ahLst/>
              <a:cxnLst/>
              <a:rect l="l" t="t" r="r" b="b"/>
              <a:pathLst>
                <a:path w="7760" h="3816" extrusionOk="0">
                  <a:moveTo>
                    <a:pt x="3169" y="1"/>
                  </a:moveTo>
                  <a:cubicBezTo>
                    <a:pt x="2001" y="1"/>
                    <a:pt x="1" y="2029"/>
                    <a:pt x="144" y="2744"/>
                  </a:cubicBezTo>
                  <a:cubicBezTo>
                    <a:pt x="168" y="2894"/>
                    <a:pt x="286" y="2953"/>
                    <a:pt x="457" y="2953"/>
                  </a:cubicBezTo>
                  <a:cubicBezTo>
                    <a:pt x="1087" y="2953"/>
                    <a:pt x="2436" y="2152"/>
                    <a:pt x="2436" y="2152"/>
                  </a:cubicBezTo>
                  <a:cubicBezTo>
                    <a:pt x="2436" y="2152"/>
                    <a:pt x="2843" y="2855"/>
                    <a:pt x="4580" y="3446"/>
                  </a:cubicBezTo>
                  <a:cubicBezTo>
                    <a:pt x="5449" y="3742"/>
                    <a:pt x="6207" y="3816"/>
                    <a:pt x="6748" y="3816"/>
                  </a:cubicBezTo>
                  <a:cubicBezTo>
                    <a:pt x="7288" y="3816"/>
                    <a:pt x="7612" y="3742"/>
                    <a:pt x="7612" y="3742"/>
                  </a:cubicBezTo>
                  <a:lnTo>
                    <a:pt x="7760" y="1709"/>
                  </a:lnTo>
                  <a:cubicBezTo>
                    <a:pt x="7760" y="1709"/>
                    <a:pt x="4432" y="156"/>
                    <a:pt x="3286" y="8"/>
                  </a:cubicBezTo>
                  <a:cubicBezTo>
                    <a:pt x="3248" y="3"/>
                    <a:pt x="3209" y="1"/>
                    <a:pt x="3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51"/>
            <p:cNvSpPr/>
            <p:nvPr/>
          </p:nvSpPr>
          <p:spPr>
            <a:xfrm>
              <a:off x="5061900" y="3513725"/>
              <a:ext cx="206125" cy="110925"/>
            </a:xfrm>
            <a:custGeom>
              <a:avLst/>
              <a:gdLst/>
              <a:ahLst/>
              <a:cxnLst/>
              <a:rect l="l" t="t" r="r" b="b"/>
              <a:pathLst>
                <a:path w="8245" h="4437" extrusionOk="0">
                  <a:moveTo>
                    <a:pt x="3438" y="629"/>
                  </a:moveTo>
                  <a:cubicBezTo>
                    <a:pt x="3697" y="666"/>
                    <a:pt x="4104" y="777"/>
                    <a:pt x="4548" y="924"/>
                  </a:cubicBezTo>
                  <a:cubicBezTo>
                    <a:pt x="5250" y="1183"/>
                    <a:pt x="6063" y="1553"/>
                    <a:pt x="6692" y="1812"/>
                  </a:cubicBezTo>
                  <a:cubicBezTo>
                    <a:pt x="7025" y="1960"/>
                    <a:pt x="7283" y="2071"/>
                    <a:pt x="7505" y="2181"/>
                  </a:cubicBezTo>
                  <a:cubicBezTo>
                    <a:pt x="7542" y="2196"/>
                    <a:pt x="7575" y="2211"/>
                    <a:pt x="7605" y="2225"/>
                  </a:cubicBezTo>
                  <a:lnTo>
                    <a:pt x="7605" y="2225"/>
                  </a:lnTo>
                  <a:lnTo>
                    <a:pt x="7519" y="3787"/>
                  </a:lnTo>
                  <a:lnTo>
                    <a:pt x="7519" y="3787"/>
                  </a:lnTo>
                  <a:cubicBezTo>
                    <a:pt x="7386" y="3797"/>
                    <a:pt x="7197" y="3808"/>
                    <a:pt x="6951" y="3808"/>
                  </a:cubicBezTo>
                  <a:cubicBezTo>
                    <a:pt x="6433" y="3808"/>
                    <a:pt x="5694" y="3771"/>
                    <a:pt x="4880" y="3475"/>
                  </a:cubicBezTo>
                  <a:cubicBezTo>
                    <a:pt x="4030" y="3217"/>
                    <a:pt x="3549" y="2884"/>
                    <a:pt x="3254" y="2662"/>
                  </a:cubicBezTo>
                  <a:cubicBezTo>
                    <a:pt x="3106" y="2551"/>
                    <a:pt x="2995" y="2440"/>
                    <a:pt x="2958" y="2403"/>
                  </a:cubicBezTo>
                  <a:lnTo>
                    <a:pt x="2884" y="2329"/>
                  </a:lnTo>
                  <a:cubicBezTo>
                    <a:pt x="2835" y="2231"/>
                    <a:pt x="2720" y="2165"/>
                    <a:pt x="2615" y="2165"/>
                  </a:cubicBezTo>
                  <a:cubicBezTo>
                    <a:pt x="2563" y="2165"/>
                    <a:pt x="2514" y="2181"/>
                    <a:pt x="2477" y="2218"/>
                  </a:cubicBezTo>
                  <a:lnTo>
                    <a:pt x="2403" y="2255"/>
                  </a:lnTo>
                  <a:cubicBezTo>
                    <a:pt x="2292" y="2329"/>
                    <a:pt x="1960" y="2514"/>
                    <a:pt x="1590" y="2662"/>
                  </a:cubicBezTo>
                  <a:cubicBezTo>
                    <a:pt x="1405" y="2736"/>
                    <a:pt x="1220" y="2810"/>
                    <a:pt x="1072" y="2884"/>
                  </a:cubicBezTo>
                  <a:cubicBezTo>
                    <a:pt x="887" y="2921"/>
                    <a:pt x="740" y="2958"/>
                    <a:pt x="666" y="2958"/>
                  </a:cubicBezTo>
                  <a:lnTo>
                    <a:pt x="622" y="2958"/>
                  </a:lnTo>
                  <a:cubicBezTo>
                    <a:pt x="621" y="2855"/>
                    <a:pt x="726" y="2629"/>
                    <a:pt x="887" y="2403"/>
                  </a:cubicBezTo>
                  <a:cubicBezTo>
                    <a:pt x="1146" y="2034"/>
                    <a:pt x="1590" y="1553"/>
                    <a:pt x="2071" y="1220"/>
                  </a:cubicBezTo>
                  <a:cubicBezTo>
                    <a:pt x="2551" y="851"/>
                    <a:pt x="3069" y="629"/>
                    <a:pt x="3364" y="629"/>
                  </a:cubicBezTo>
                  <a:close/>
                  <a:moveTo>
                    <a:pt x="3364" y="0"/>
                  </a:moveTo>
                  <a:cubicBezTo>
                    <a:pt x="2995" y="0"/>
                    <a:pt x="2625" y="148"/>
                    <a:pt x="2255" y="370"/>
                  </a:cubicBezTo>
                  <a:cubicBezTo>
                    <a:pt x="1701" y="666"/>
                    <a:pt x="1183" y="1109"/>
                    <a:pt x="740" y="1590"/>
                  </a:cubicBezTo>
                  <a:cubicBezTo>
                    <a:pt x="555" y="1849"/>
                    <a:pt x="370" y="2071"/>
                    <a:pt x="222" y="2292"/>
                  </a:cubicBezTo>
                  <a:cubicBezTo>
                    <a:pt x="111" y="2514"/>
                    <a:pt x="0" y="2736"/>
                    <a:pt x="0" y="2995"/>
                  </a:cubicBezTo>
                  <a:lnTo>
                    <a:pt x="0" y="3106"/>
                  </a:lnTo>
                  <a:cubicBezTo>
                    <a:pt x="37" y="3254"/>
                    <a:pt x="148" y="3402"/>
                    <a:pt x="259" y="3475"/>
                  </a:cubicBezTo>
                  <a:cubicBezTo>
                    <a:pt x="407" y="3549"/>
                    <a:pt x="518" y="3586"/>
                    <a:pt x="666" y="3586"/>
                  </a:cubicBezTo>
                  <a:cubicBezTo>
                    <a:pt x="887" y="3586"/>
                    <a:pt x="1109" y="3512"/>
                    <a:pt x="1331" y="3438"/>
                  </a:cubicBezTo>
                  <a:cubicBezTo>
                    <a:pt x="1796" y="3267"/>
                    <a:pt x="2277" y="3015"/>
                    <a:pt x="2549" y="2864"/>
                  </a:cubicBezTo>
                  <a:lnTo>
                    <a:pt x="2549" y="2864"/>
                  </a:lnTo>
                  <a:cubicBezTo>
                    <a:pt x="2821" y="3156"/>
                    <a:pt x="3437" y="3656"/>
                    <a:pt x="4695" y="4067"/>
                  </a:cubicBezTo>
                  <a:cubicBezTo>
                    <a:pt x="5583" y="4363"/>
                    <a:pt x="6359" y="4437"/>
                    <a:pt x="6951" y="4437"/>
                  </a:cubicBezTo>
                  <a:cubicBezTo>
                    <a:pt x="7505" y="4437"/>
                    <a:pt x="7838" y="4363"/>
                    <a:pt x="7875" y="4363"/>
                  </a:cubicBezTo>
                  <a:cubicBezTo>
                    <a:pt x="7986" y="4326"/>
                    <a:pt x="8097" y="4215"/>
                    <a:pt x="8097" y="4067"/>
                  </a:cubicBezTo>
                  <a:lnTo>
                    <a:pt x="8245" y="2071"/>
                  </a:lnTo>
                  <a:cubicBezTo>
                    <a:pt x="8245" y="1923"/>
                    <a:pt x="8171" y="1812"/>
                    <a:pt x="8060" y="1775"/>
                  </a:cubicBezTo>
                  <a:cubicBezTo>
                    <a:pt x="8060" y="1775"/>
                    <a:pt x="7246" y="1368"/>
                    <a:pt x="6248" y="961"/>
                  </a:cubicBezTo>
                  <a:cubicBezTo>
                    <a:pt x="5768" y="740"/>
                    <a:pt x="5250" y="518"/>
                    <a:pt x="4769" y="370"/>
                  </a:cubicBezTo>
                  <a:cubicBezTo>
                    <a:pt x="4289" y="185"/>
                    <a:pt x="3845" y="74"/>
                    <a:pt x="35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51"/>
            <p:cNvSpPr/>
            <p:nvPr/>
          </p:nvSpPr>
          <p:spPr>
            <a:xfrm>
              <a:off x="595842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402" y="0"/>
                  </a:moveTo>
                  <a:lnTo>
                    <a:pt x="38" y="34235"/>
                  </a:lnTo>
                  <a:cubicBezTo>
                    <a:pt x="1" y="34531"/>
                    <a:pt x="185" y="34790"/>
                    <a:pt x="481" y="34827"/>
                  </a:cubicBezTo>
                  <a:cubicBezTo>
                    <a:pt x="525" y="34836"/>
                    <a:pt x="567" y="34841"/>
                    <a:pt x="609" y="34841"/>
                  </a:cubicBezTo>
                  <a:cubicBezTo>
                    <a:pt x="887" y="34841"/>
                    <a:pt x="1119" y="34635"/>
                    <a:pt x="1184" y="34346"/>
                  </a:cubicBezTo>
                  <a:lnTo>
                    <a:pt x="5916" y="555"/>
                  </a:lnTo>
                  <a:lnTo>
                    <a:pt x="34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51"/>
            <p:cNvSpPr/>
            <p:nvPr/>
          </p:nvSpPr>
          <p:spPr>
            <a:xfrm>
              <a:off x="5951950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3920" y="703"/>
                  </a:moveTo>
                  <a:lnTo>
                    <a:pt x="5835" y="1125"/>
                  </a:lnTo>
                  <a:lnTo>
                    <a:pt x="5835" y="1125"/>
                  </a:lnTo>
                  <a:lnTo>
                    <a:pt x="1110" y="34605"/>
                  </a:lnTo>
                  <a:cubicBezTo>
                    <a:pt x="1110" y="34753"/>
                    <a:pt x="999" y="34827"/>
                    <a:pt x="851" y="34827"/>
                  </a:cubicBezTo>
                  <a:lnTo>
                    <a:pt x="814" y="34827"/>
                  </a:lnTo>
                  <a:cubicBezTo>
                    <a:pt x="666" y="34790"/>
                    <a:pt x="592" y="34716"/>
                    <a:pt x="592" y="34568"/>
                  </a:cubicBezTo>
                  <a:lnTo>
                    <a:pt x="3920" y="703"/>
                  </a:lnTo>
                  <a:close/>
                  <a:moveTo>
                    <a:pt x="3698" y="0"/>
                  </a:moveTo>
                  <a:cubicBezTo>
                    <a:pt x="3624" y="0"/>
                    <a:pt x="3550" y="0"/>
                    <a:pt x="3476" y="74"/>
                  </a:cubicBezTo>
                  <a:cubicBezTo>
                    <a:pt x="3402" y="111"/>
                    <a:pt x="3328" y="185"/>
                    <a:pt x="3328" y="296"/>
                  </a:cubicBezTo>
                  <a:lnTo>
                    <a:pt x="1" y="34494"/>
                  </a:lnTo>
                  <a:lnTo>
                    <a:pt x="1" y="34568"/>
                  </a:lnTo>
                  <a:cubicBezTo>
                    <a:pt x="1" y="34975"/>
                    <a:pt x="260" y="35344"/>
                    <a:pt x="666" y="35418"/>
                  </a:cubicBezTo>
                  <a:cubicBezTo>
                    <a:pt x="740" y="35455"/>
                    <a:pt x="777" y="35455"/>
                    <a:pt x="851" y="35455"/>
                  </a:cubicBezTo>
                  <a:cubicBezTo>
                    <a:pt x="1295" y="35455"/>
                    <a:pt x="1665" y="35160"/>
                    <a:pt x="1738" y="34716"/>
                  </a:cubicBezTo>
                  <a:lnTo>
                    <a:pt x="6471" y="925"/>
                  </a:lnTo>
                  <a:cubicBezTo>
                    <a:pt x="6508" y="740"/>
                    <a:pt x="6397" y="592"/>
                    <a:pt x="6249" y="555"/>
                  </a:cubicBezTo>
                  <a:lnTo>
                    <a:pt x="369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51"/>
            <p:cNvSpPr/>
            <p:nvPr/>
          </p:nvSpPr>
          <p:spPr>
            <a:xfrm>
              <a:off x="638820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2367" y="1"/>
                  </a:moveTo>
                  <a:lnTo>
                    <a:pt x="1" y="1258"/>
                  </a:lnTo>
                  <a:lnTo>
                    <a:pt x="9244" y="33459"/>
                  </a:lnTo>
                  <a:cubicBezTo>
                    <a:pt x="9307" y="33711"/>
                    <a:pt x="9503" y="33882"/>
                    <a:pt x="9743" y="33882"/>
                  </a:cubicBezTo>
                  <a:cubicBezTo>
                    <a:pt x="9785" y="33882"/>
                    <a:pt x="9828" y="33877"/>
                    <a:pt x="9872" y="33866"/>
                  </a:cubicBezTo>
                  <a:cubicBezTo>
                    <a:pt x="10205" y="33829"/>
                    <a:pt x="10427" y="33496"/>
                    <a:pt x="10316" y="33200"/>
                  </a:cubicBezTo>
                  <a:lnTo>
                    <a:pt x="236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51"/>
            <p:cNvSpPr/>
            <p:nvPr/>
          </p:nvSpPr>
          <p:spPr>
            <a:xfrm>
              <a:off x="6379900" y="4220175"/>
              <a:ext cx="274525" cy="862975"/>
            </a:xfrm>
            <a:custGeom>
              <a:avLst/>
              <a:gdLst/>
              <a:ahLst/>
              <a:cxnLst/>
              <a:rect l="l" t="t" r="r" b="b"/>
              <a:pathLst>
                <a:path w="10981" h="34519" extrusionOk="0">
                  <a:moveTo>
                    <a:pt x="2493" y="769"/>
                  </a:moveTo>
                  <a:lnTo>
                    <a:pt x="10352" y="33594"/>
                  </a:lnTo>
                  <a:lnTo>
                    <a:pt x="10352" y="33631"/>
                  </a:lnTo>
                  <a:cubicBezTo>
                    <a:pt x="10352" y="33779"/>
                    <a:pt x="10278" y="33890"/>
                    <a:pt x="10130" y="33890"/>
                  </a:cubicBezTo>
                  <a:lnTo>
                    <a:pt x="10093" y="33890"/>
                  </a:lnTo>
                  <a:cubicBezTo>
                    <a:pt x="9982" y="33890"/>
                    <a:pt x="9871" y="33816"/>
                    <a:pt x="9871" y="33705"/>
                  </a:cubicBezTo>
                  <a:lnTo>
                    <a:pt x="703" y="1725"/>
                  </a:lnTo>
                  <a:lnTo>
                    <a:pt x="2493" y="769"/>
                  </a:lnTo>
                  <a:close/>
                  <a:moveTo>
                    <a:pt x="2741" y="1"/>
                  </a:moveTo>
                  <a:cubicBezTo>
                    <a:pt x="2687" y="1"/>
                    <a:pt x="2631" y="18"/>
                    <a:pt x="2588" y="62"/>
                  </a:cubicBezTo>
                  <a:lnTo>
                    <a:pt x="185" y="1319"/>
                  </a:lnTo>
                  <a:cubicBezTo>
                    <a:pt x="74" y="1393"/>
                    <a:pt x="0" y="1541"/>
                    <a:pt x="37" y="1688"/>
                  </a:cubicBezTo>
                  <a:lnTo>
                    <a:pt x="9280" y="33890"/>
                  </a:lnTo>
                  <a:cubicBezTo>
                    <a:pt x="9391" y="34260"/>
                    <a:pt x="9723" y="34518"/>
                    <a:pt x="10093" y="34518"/>
                  </a:cubicBezTo>
                  <a:lnTo>
                    <a:pt x="10241" y="34518"/>
                  </a:lnTo>
                  <a:cubicBezTo>
                    <a:pt x="10685" y="34445"/>
                    <a:pt x="10980" y="34075"/>
                    <a:pt x="10980" y="33631"/>
                  </a:cubicBezTo>
                  <a:cubicBezTo>
                    <a:pt x="10980" y="33557"/>
                    <a:pt x="10980" y="33520"/>
                    <a:pt x="10980" y="33446"/>
                  </a:cubicBezTo>
                  <a:lnTo>
                    <a:pt x="3032" y="247"/>
                  </a:lnTo>
                  <a:cubicBezTo>
                    <a:pt x="2995" y="173"/>
                    <a:pt x="2921" y="62"/>
                    <a:pt x="2847" y="25"/>
                  </a:cubicBezTo>
                  <a:cubicBezTo>
                    <a:pt x="2816" y="9"/>
                    <a:pt x="2779" y="1"/>
                    <a:pt x="2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51"/>
            <p:cNvSpPr/>
            <p:nvPr/>
          </p:nvSpPr>
          <p:spPr>
            <a:xfrm>
              <a:off x="6024975" y="4218000"/>
              <a:ext cx="189500" cy="859700"/>
            </a:xfrm>
            <a:custGeom>
              <a:avLst/>
              <a:gdLst/>
              <a:ahLst/>
              <a:cxnLst/>
              <a:rect l="l" t="t" r="r" b="b"/>
              <a:pathLst>
                <a:path w="7580" h="34388" extrusionOk="0">
                  <a:moveTo>
                    <a:pt x="2478" y="1"/>
                  </a:moveTo>
                  <a:lnTo>
                    <a:pt x="1" y="1073"/>
                  </a:lnTo>
                  <a:lnTo>
                    <a:pt x="6433" y="33940"/>
                  </a:lnTo>
                  <a:cubicBezTo>
                    <a:pt x="6468" y="34180"/>
                    <a:pt x="6692" y="34388"/>
                    <a:pt x="6960" y="34388"/>
                  </a:cubicBezTo>
                  <a:cubicBezTo>
                    <a:pt x="6981" y="34388"/>
                    <a:pt x="7003" y="34386"/>
                    <a:pt x="7025" y="34384"/>
                  </a:cubicBezTo>
                  <a:cubicBezTo>
                    <a:pt x="7358" y="34384"/>
                    <a:pt x="7579" y="34088"/>
                    <a:pt x="7543" y="33755"/>
                  </a:cubicBezTo>
                  <a:lnTo>
                    <a:pt x="247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51"/>
            <p:cNvSpPr/>
            <p:nvPr/>
          </p:nvSpPr>
          <p:spPr>
            <a:xfrm>
              <a:off x="6016650" y="4210000"/>
              <a:ext cx="205225" cy="875925"/>
            </a:xfrm>
            <a:custGeom>
              <a:avLst/>
              <a:gdLst/>
              <a:ahLst/>
              <a:cxnLst/>
              <a:rect l="l" t="t" r="r" b="b"/>
              <a:pathLst>
                <a:path w="8209" h="35037" extrusionOk="0">
                  <a:moveTo>
                    <a:pt x="2576" y="766"/>
                  </a:moveTo>
                  <a:lnTo>
                    <a:pt x="7580" y="34112"/>
                  </a:lnTo>
                  <a:lnTo>
                    <a:pt x="7580" y="34149"/>
                  </a:lnTo>
                  <a:cubicBezTo>
                    <a:pt x="7580" y="34297"/>
                    <a:pt x="7469" y="34408"/>
                    <a:pt x="7321" y="34408"/>
                  </a:cubicBezTo>
                  <a:cubicBezTo>
                    <a:pt x="7173" y="34408"/>
                    <a:pt x="7062" y="34334"/>
                    <a:pt x="7062" y="34186"/>
                  </a:cubicBezTo>
                  <a:lnTo>
                    <a:pt x="703" y="1578"/>
                  </a:lnTo>
                  <a:lnTo>
                    <a:pt x="2576" y="766"/>
                  </a:lnTo>
                  <a:close/>
                  <a:moveTo>
                    <a:pt x="2805" y="1"/>
                  </a:moveTo>
                  <a:cubicBezTo>
                    <a:pt x="2767" y="1"/>
                    <a:pt x="2730" y="10"/>
                    <a:pt x="2700" y="25"/>
                  </a:cubicBezTo>
                  <a:lnTo>
                    <a:pt x="223" y="1097"/>
                  </a:lnTo>
                  <a:cubicBezTo>
                    <a:pt x="75" y="1134"/>
                    <a:pt x="1" y="1282"/>
                    <a:pt x="38" y="1430"/>
                  </a:cubicBezTo>
                  <a:lnTo>
                    <a:pt x="6434" y="34334"/>
                  </a:lnTo>
                  <a:cubicBezTo>
                    <a:pt x="6545" y="34741"/>
                    <a:pt x="6877" y="35036"/>
                    <a:pt x="7321" y="35036"/>
                  </a:cubicBezTo>
                  <a:lnTo>
                    <a:pt x="7358" y="35036"/>
                  </a:lnTo>
                  <a:cubicBezTo>
                    <a:pt x="7839" y="34999"/>
                    <a:pt x="8208" y="34593"/>
                    <a:pt x="8208" y="34149"/>
                  </a:cubicBezTo>
                  <a:lnTo>
                    <a:pt x="8171" y="34001"/>
                  </a:lnTo>
                  <a:lnTo>
                    <a:pt x="3106" y="284"/>
                  </a:lnTo>
                  <a:cubicBezTo>
                    <a:pt x="3106" y="173"/>
                    <a:pt x="3069" y="99"/>
                    <a:pt x="2958" y="62"/>
                  </a:cubicBezTo>
                  <a:cubicBezTo>
                    <a:pt x="2915" y="19"/>
                    <a:pt x="2859" y="1"/>
                    <a:pt x="2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51"/>
            <p:cNvSpPr/>
            <p:nvPr/>
          </p:nvSpPr>
          <p:spPr>
            <a:xfrm>
              <a:off x="5491675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3365" y="0"/>
                  </a:moveTo>
                  <a:lnTo>
                    <a:pt x="37" y="34235"/>
                  </a:lnTo>
                  <a:cubicBezTo>
                    <a:pt x="0" y="34531"/>
                    <a:pt x="185" y="34790"/>
                    <a:pt x="481" y="34827"/>
                  </a:cubicBezTo>
                  <a:cubicBezTo>
                    <a:pt x="520" y="34836"/>
                    <a:pt x="559" y="34841"/>
                    <a:pt x="598" y="34841"/>
                  </a:cubicBezTo>
                  <a:cubicBezTo>
                    <a:pt x="859" y="34841"/>
                    <a:pt x="1114" y="34635"/>
                    <a:pt x="1147" y="34346"/>
                  </a:cubicBezTo>
                  <a:lnTo>
                    <a:pt x="5916" y="555"/>
                  </a:lnTo>
                  <a:lnTo>
                    <a:pt x="33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51"/>
            <p:cNvSpPr/>
            <p:nvPr/>
          </p:nvSpPr>
          <p:spPr>
            <a:xfrm>
              <a:off x="5484275" y="4199525"/>
              <a:ext cx="163625" cy="886400"/>
            </a:xfrm>
            <a:custGeom>
              <a:avLst/>
              <a:gdLst/>
              <a:ahLst/>
              <a:cxnLst/>
              <a:rect l="l" t="t" r="r" b="b"/>
              <a:pathLst>
                <a:path w="6545" h="35456" extrusionOk="0">
                  <a:moveTo>
                    <a:pt x="3957" y="703"/>
                  </a:moveTo>
                  <a:lnTo>
                    <a:pt x="5872" y="1125"/>
                  </a:lnTo>
                  <a:lnTo>
                    <a:pt x="5872" y="1125"/>
                  </a:lnTo>
                  <a:lnTo>
                    <a:pt x="1147" y="34605"/>
                  </a:lnTo>
                  <a:cubicBezTo>
                    <a:pt x="1147" y="34753"/>
                    <a:pt x="1036" y="34827"/>
                    <a:pt x="888" y="34827"/>
                  </a:cubicBezTo>
                  <a:lnTo>
                    <a:pt x="851" y="34827"/>
                  </a:lnTo>
                  <a:cubicBezTo>
                    <a:pt x="703" y="34790"/>
                    <a:pt x="629" y="34716"/>
                    <a:pt x="629" y="34568"/>
                  </a:cubicBezTo>
                  <a:lnTo>
                    <a:pt x="3957" y="703"/>
                  </a:lnTo>
                  <a:close/>
                  <a:moveTo>
                    <a:pt x="3735" y="0"/>
                  </a:moveTo>
                  <a:cubicBezTo>
                    <a:pt x="3661" y="0"/>
                    <a:pt x="3550" y="0"/>
                    <a:pt x="3513" y="74"/>
                  </a:cubicBezTo>
                  <a:cubicBezTo>
                    <a:pt x="3439" y="111"/>
                    <a:pt x="3365" y="185"/>
                    <a:pt x="3365" y="296"/>
                  </a:cubicBezTo>
                  <a:lnTo>
                    <a:pt x="38" y="34494"/>
                  </a:lnTo>
                  <a:lnTo>
                    <a:pt x="1" y="34568"/>
                  </a:lnTo>
                  <a:cubicBezTo>
                    <a:pt x="1" y="34975"/>
                    <a:pt x="296" y="35344"/>
                    <a:pt x="703" y="35418"/>
                  </a:cubicBezTo>
                  <a:cubicBezTo>
                    <a:pt x="777" y="35455"/>
                    <a:pt x="814" y="35455"/>
                    <a:pt x="888" y="35455"/>
                  </a:cubicBezTo>
                  <a:cubicBezTo>
                    <a:pt x="1332" y="35455"/>
                    <a:pt x="1701" y="35160"/>
                    <a:pt x="1775" y="34716"/>
                  </a:cubicBezTo>
                  <a:lnTo>
                    <a:pt x="6508" y="925"/>
                  </a:lnTo>
                  <a:cubicBezTo>
                    <a:pt x="6545" y="740"/>
                    <a:pt x="6434" y="592"/>
                    <a:pt x="6286" y="555"/>
                  </a:cubicBezTo>
                  <a:lnTo>
                    <a:pt x="37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51"/>
            <p:cNvSpPr/>
            <p:nvPr/>
          </p:nvSpPr>
          <p:spPr>
            <a:xfrm>
              <a:off x="544730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29171" y="1"/>
                  </a:moveTo>
                  <a:cubicBezTo>
                    <a:pt x="26879" y="1"/>
                    <a:pt x="25104" y="2034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41778" y="41963"/>
                  </a:lnTo>
                  <a:lnTo>
                    <a:pt x="47545" y="4327"/>
                  </a:lnTo>
                  <a:cubicBezTo>
                    <a:pt x="47915" y="2071"/>
                    <a:pt x="46140" y="1"/>
                    <a:pt x="438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51"/>
            <p:cNvSpPr/>
            <p:nvPr/>
          </p:nvSpPr>
          <p:spPr>
            <a:xfrm>
              <a:off x="5451925" y="3229050"/>
              <a:ext cx="1193250" cy="1063850"/>
            </a:xfrm>
            <a:custGeom>
              <a:avLst/>
              <a:gdLst/>
              <a:ahLst/>
              <a:cxnLst/>
              <a:rect l="l" t="t" r="r" b="b"/>
              <a:pathLst>
                <a:path w="47730" h="42554" extrusionOk="0">
                  <a:moveTo>
                    <a:pt x="43626" y="592"/>
                  </a:moveTo>
                  <a:cubicBezTo>
                    <a:pt x="44624" y="592"/>
                    <a:pt x="45475" y="998"/>
                    <a:pt x="46103" y="1627"/>
                  </a:cubicBezTo>
                  <a:cubicBezTo>
                    <a:pt x="46732" y="2255"/>
                    <a:pt x="47101" y="3106"/>
                    <a:pt x="47101" y="4067"/>
                  </a:cubicBezTo>
                  <a:cubicBezTo>
                    <a:pt x="47101" y="4215"/>
                    <a:pt x="47101" y="4400"/>
                    <a:pt x="47064" y="4585"/>
                  </a:cubicBezTo>
                  <a:lnTo>
                    <a:pt x="41297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3106"/>
                    <a:pt x="25917" y="2255"/>
                    <a:pt x="26546" y="1627"/>
                  </a:cubicBezTo>
                  <a:cubicBezTo>
                    <a:pt x="27174" y="998"/>
                    <a:pt x="28024" y="592"/>
                    <a:pt x="28986" y="592"/>
                  </a:cubicBezTo>
                  <a:close/>
                  <a:moveTo>
                    <a:pt x="28986" y="0"/>
                  </a:moveTo>
                  <a:cubicBezTo>
                    <a:pt x="26694" y="0"/>
                    <a:pt x="24919" y="1849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41593" y="42554"/>
                  </a:lnTo>
                  <a:cubicBezTo>
                    <a:pt x="41741" y="42554"/>
                    <a:pt x="41851" y="42443"/>
                    <a:pt x="41888" y="42295"/>
                  </a:cubicBezTo>
                  <a:lnTo>
                    <a:pt x="47656" y="4696"/>
                  </a:lnTo>
                  <a:cubicBezTo>
                    <a:pt x="47693" y="4474"/>
                    <a:pt x="47730" y="4252"/>
                    <a:pt x="47730" y="4067"/>
                  </a:cubicBezTo>
                  <a:cubicBezTo>
                    <a:pt x="47730" y="1849"/>
                    <a:pt x="45918" y="0"/>
                    <a:pt x="436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51"/>
            <p:cNvSpPr/>
            <p:nvPr/>
          </p:nvSpPr>
          <p:spPr>
            <a:xfrm>
              <a:off x="544730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29023" y="1"/>
                  </a:moveTo>
                  <a:cubicBezTo>
                    <a:pt x="26805" y="75"/>
                    <a:pt x="25141" y="2071"/>
                    <a:pt x="25437" y="4290"/>
                  </a:cubicBezTo>
                  <a:cubicBezTo>
                    <a:pt x="26546" y="11906"/>
                    <a:pt x="27433" y="31315"/>
                    <a:pt x="26842" y="31463"/>
                  </a:cubicBezTo>
                  <a:cubicBezTo>
                    <a:pt x="26831" y="31466"/>
                    <a:pt x="26816" y="31467"/>
                    <a:pt x="26798" y="31467"/>
                  </a:cubicBezTo>
                  <a:cubicBezTo>
                    <a:pt x="25697" y="31467"/>
                    <a:pt x="11235" y="26262"/>
                    <a:pt x="4776" y="26262"/>
                  </a:cubicBezTo>
                  <a:cubicBezTo>
                    <a:pt x="3239" y="26262"/>
                    <a:pt x="2156" y="26556"/>
                    <a:pt x="1812" y="27285"/>
                  </a:cubicBezTo>
                  <a:cubicBezTo>
                    <a:pt x="1" y="31130"/>
                    <a:pt x="592" y="41963"/>
                    <a:pt x="592" y="41963"/>
                  </a:cubicBezTo>
                  <a:lnTo>
                    <a:pt x="26842" y="41963"/>
                  </a:lnTo>
                  <a:lnTo>
                    <a:pt x="32609" y="4327"/>
                  </a:lnTo>
                  <a:cubicBezTo>
                    <a:pt x="32979" y="2108"/>
                    <a:pt x="31278" y="75"/>
                    <a:pt x="290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51"/>
            <p:cNvSpPr/>
            <p:nvPr/>
          </p:nvSpPr>
          <p:spPr>
            <a:xfrm>
              <a:off x="5451925" y="3229050"/>
              <a:ext cx="819850" cy="1063850"/>
            </a:xfrm>
            <a:custGeom>
              <a:avLst/>
              <a:gdLst/>
              <a:ahLst/>
              <a:cxnLst/>
              <a:rect l="l" t="t" r="r" b="b"/>
              <a:pathLst>
                <a:path w="32794" h="42554" extrusionOk="0">
                  <a:moveTo>
                    <a:pt x="28856" y="629"/>
                  </a:moveTo>
                  <a:lnTo>
                    <a:pt x="28856" y="629"/>
                  </a:lnTo>
                  <a:cubicBezTo>
                    <a:pt x="30733" y="676"/>
                    <a:pt x="32165" y="2225"/>
                    <a:pt x="32165" y="4067"/>
                  </a:cubicBezTo>
                  <a:cubicBezTo>
                    <a:pt x="32165" y="4215"/>
                    <a:pt x="32165" y="4400"/>
                    <a:pt x="32128" y="4585"/>
                  </a:cubicBezTo>
                  <a:lnTo>
                    <a:pt x="26398" y="41962"/>
                  </a:lnTo>
                  <a:lnTo>
                    <a:pt x="720" y="41962"/>
                  </a:lnTo>
                  <a:cubicBezTo>
                    <a:pt x="706" y="41768"/>
                    <a:pt x="686" y="41469"/>
                    <a:pt x="666" y="41075"/>
                  </a:cubicBezTo>
                  <a:cubicBezTo>
                    <a:pt x="666" y="40335"/>
                    <a:pt x="629" y="39337"/>
                    <a:pt x="629" y="38154"/>
                  </a:cubicBezTo>
                  <a:cubicBezTo>
                    <a:pt x="629" y="36416"/>
                    <a:pt x="703" y="34346"/>
                    <a:pt x="888" y="32461"/>
                  </a:cubicBezTo>
                  <a:cubicBezTo>
                    <a:pt x="1073" y="30538"/>
                    <a:pt x="1406" y="28800"/>
                    <a:pt x="1923" y="27728"/>
                  </a:cubicBezTo>
                  <a:cubicBezTo>
                    <a:pt x="2034" y="27469"/>
                    <a:pt x="2293" y="27248"/>
                    <a:pt x="2774" y="27100"/>
                  </a:cubicBezTo>
                  <a:cubicBezTo>
                    <a:pt x="3217" y="26952"/>
                    <a:pt x="3846" y="26878"/>
                    <a:pt x="4585" y="26878"/>
                  </a:cubicBezTo>
                  <a:cubicBezTo>
                    <a:pt x="7765" y="26878"/>
                    <a:pt x="12977" y="28172"/>
                    <a:pt x="17525" y="29466"/>
                  </a:cubicBezTo>
                  <a:cubicBezTo>
                    <a:pt x="19817" y="30094"/>
                    <a:pt x="21924" y="30760"/>
                    <a:pt x="23551" y="31240"/>
                  </a:cubicBezTo>
                  <a:cubicBezTo>
                    <a:pt x="24327" y="31499"/>
                    <a:pt x="25030" y="31684"/>
                    <a:pt x="25547" y="31832"/>
                  </a:cubicBezTo>
                  <a:cubicBezTo>
                    <a:pt x="25806" y="31906"/>
                    <a:pt x="26028" y="31980"/>
                    <a:pt x="26176" y="32017"/>
                  </a:cubicBezTo>
                  <a:cubicBezTo>
                    <a:pt x="26361" y="32054"/>
                    <a:pt x="26472" y="32091"/>
                    <a:pt x="26620" y="32091"/>
                  </a:cubicBezTo>
                  <a:lnTo>
                    <a:pt x="26730" y="32054"/>
                  </a:lnTo>
                  <a:cubicBezTo>
                    <a:pt x="26804" y="32054"/>
                    <a:pt x="26878" y="31980"/>
                    <a:pt x="26915" y="31943"/>
                  </a:cubicBezTo>
                  <a:cubicBezTo>
                    <a:pt x="26989" y="31869"/>
                    <a:pt x="26989" y="31795"/>
                    <a:pt x="26989" y="31758"/>
                  </a:cubicBezTo>
                  <a:cubicBezTo>
                    <a:pt x="27063" y="31536"/>
                    <a:pt x="27100" y="31240"/>
                    <a:pt x="27100" y="30797"/>
                  </a:cubicBezTo>
                  <a:cubicBezTo>
                    <a:pt x="27137" y="30353"/>
                    <a:pt x="27137" y="29762"/>
                    <a:pt x="27137" y="29096"/>
                  </a:cubicBezTo>
                  <a:cubicBezTo>
                    <a:pt x="27137" y="23477"/>
                    <a:pt x="26435" y="10463"/>
                    <a:pt x="25584" y="4548"/>
                  </a:cubicBezTo>
                  <a:cubicBezTo>
                    <a:pt x="25547" y="4400"/>
                    <a:pt x="25547" y="4215"/>
                    <a:pt x="25547" y="4067"/>
                  </a:cubicBezTo>
                  <a:cubicBezTo>
                    <a:pt x="25547" y="2225"/>
                    <a:pt x="26980" y="676"/>
                    <a:pt x="28856" y="629"/>
                  </a:cubicBezTo>
                  <a:close/>
                  <a:moveTo>
                    <a:pt x="28838" y="0"/>
                  </a:moveTo>
                  <a:cubicBezTo>
                    <a:pt x="26620" y="74"/>
                    <a:pt x="24919" y="1886"/>
                    <a:pt x="24919" y="4067"/>
                  </a:cubicBezTo>
                  <a:cubicBezTo>
                    <a:pt x="24919" y="4252"/>
                    <a:pt x="24919" y="4437"/>
                    <a:pt x="24956" y="4659"/>
                  </a:cubicBezTo>
                  <a:cubicBezTo>
                    <a:pt x="25806" y="10500"/>
                    <a:pt x="26546" y="23514"/>
                    <a:pt x="26546" y="29096"/>
                  </a:cubicBezTo>
                  <a:cubicBezTo>
                    <a:pt x="26546" y="29910"/>
                    <a:pt x="26509" y="30575"/>
                    <a:pt x="26472" y="31019"/>
                  </a:cubicBezTo>
                  <a:cubicBezTo>
                    <a:pt x="26472" y="31208"/>
                    <a:pt x="26445" y="31344"/>
                    <a:pt x="26437" y="31448"/>
                  </a:cubicBezTo>
                  <a:lnTo>
                    <a:pt x="26437" y="31448"/>
                  </a:lnTo>
                  <a:cubicBezTo>
                    <a:pt x="26402" y="31443"/>
                    <a:pt x="26365" y="31436"/>
                    <a:pt x="26324" y="31425"/>
                  </a:cubicBezTo>
                  <a:cubicBezTo>
                    <a:pt x="25732" y="31277"/>
                    <a:pt x="24438" y="30871"/>
                    <a:pt x="22775" y="30353"/>
                  </a:cubicBezTo>
                  <a:cubicBezTo>
                    <a:pt x="20261" y="29614"/>
                    <a:pt x="16859" y="28579"/>
                    <a:pt x="13532" y="27728"/>
                  </a:cubicBezTo>
                  <a:cubicBezTo>
                    <a:pt x="10205" y="26915"/>
                    <a:pt x="6914" y="26249"/>
                    <a:pt x="4585" y="26249"/>
                  </a:cubicBezTo>
                  <a:cubicBezTo>
                    <a:pt x="3809" y="26249"/>
                    <a:pt x="3106" y="26323"/>
                    <a:pt x="2552" y="26508"/>
                  </a:cubicBezTo>
                  <a:cubicBezTo>
                    <a:pt x="2034" y="26693"/>
                    <a:pt x="1554" y="26989"/>
                    <a:pt x="1332" y="27433"/>
                  </a:cubicBezTo>
                  <a:cubicBezTo>
                    <a:pt x="777" y="28653"/>
                    <a:pt x="444" y="30464"/>
                    <a:pt x="260" y="32387"/>
                  </a:cubicBezTo>
                  <a:cubicBezTo>
                    <a:pt x="75" y="34309"/>
                    <a:pt x="1" y="36416"/>
                    <a:pt x="1" y="38154"/>
                  </a:cubicBezTo>
                  <a:cubicBezTo>
                    <a:pt x="1" y="40520"/>
                    <a:pt x="112" y="42258"/>
                    <a:pt x="112" y="42258"/>
                  </a:cubicBezTo>
                  <a:cubicBezTo>
                    <a:pt x="112" y="42443"/>
                    <a:pt x="260" y="42554"/>
                    <a:pt x="407" y="42554"/>
                  </a:cubicBezTo>
                  <a:lnTo>
                    <a:pt x="26657" y="42554"/>
                  </a:lnTo>
                  <a:cubicBezTo>
                    <a:pt x="26804" y="42554"/>
                    <a:pt x="26915" y="42443"/>
                    <a:pt x="26952" y="42295"/>
                  </a:cubicBezTo>
                  <a:lnTo>
                    <a:pt x="32757" y="4696"/>
                  </a:lnTo>
                  <a:cubicBezTo>
                    <a:pt x="32757" y="4474"/>
                    <a:pt x="32794" y="4252"/>
                    <a:pt x="32794" y="4067"/>
                  </a:cubicBezTo>
                  <a:cubicBezTo>
                    <a:pt x="32794" y="1886"/>
                    <a:pt x="31056" y="74"/>
                    <a:pt x="288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51"/>
            <p:cNvSpPr/>
            <p:nvPr/>
          </p:nvSpPr>
          <p:spPr>
            <a:xfrm>
              <a:off x="1921250" y="3013700"/>
              <a:ext cx="161750" cy="177475"/>
            </a:xfrm>
            <a:custGeom>
              <a:avLst/>
              <a:gdLst/>
              <a:ahLst/>
              <a:cxnLst/>
              <a:rect l="l" t="t" r="r" b="b"/>
              <a:pathLst>
                <a:path w="6470" h="7099" extrusionOk="0">
                  <a:moveTo>
                    <a:pt x="4880" y="0"/>
                  </a:moveTo>
                  <a:lnTo>
                    <a:pt x="0" y="4510"/>
                  </a:lnTo>
                  <a:lnTo>
                    <a:pt x="2921" y="7098"/>
                  </a:lnTo>
                  <a:lnTo>
                    <a:pt x="6470" y="4510"/>
                  </a:lnTo>
                  <a:lnTo>
                    <a:pt x="4880" y="0"/>
                  </a:ln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51"/>
            <p:cNvSpPr/>
            <p:nvPr/>
          </p:nvSpPr>
          <p:spPr>
            <a:xfrm>
              <a:off x="1913850" y="3005375"/>
              <a:ext cx="178400" cy="193650"/>
            </a:xfrm>
            <a:custGeom>
              <a:avLst/>
              <a:gdLst/>
              <a:ahLst/>
              <a:cxnLst/>
              <a:rect l="l" t="t" r="r" b="b"/>
              <a:pathLst>
                <a:path w="7136" h="7746" extrusionOk="0">
                  <a:moveTo>
                    <a:pt x="5028" y="851"/>
                  </a:moveTo>
                  <a:lnTo>
                    <a:pt x="6435" y="4754"/>
                  </a:lnTo>
                  <a:lnTo>
                    <a:pt x="3254" y="7062"/>
                  </a:lnTo>
                  <a:lnTo>
                    <a:pt x="777" y="4843"/>
                  </a:lnTo>
                  <a:lnTo>
                    <a:pt x="5028" y="851"/>
                  </a:lnTo>
                  <a:close/>
                  <a:moveTo>
                    <a:pt x="5250" y="0"/>
                  </a:moveTo>
                  <a:cubicBezTo>
                    <a:pt x="5139" y="0"/>
                    <a:pt x="5028" y="37"/>
                    <a:pt x="4954" y="74"/>
                  </a:cubicBezTo>
                  <a:lnTo>
                    <a:pt x="74" y="4622"/>
                  </a:lnTo>
                  <a:cubicBezTo>
                    <a:pt x="37" y="4696"/>
                    <a:pt x="0" y="4770"/>
                    <a:pt x="0" y="4843"/>
                  </a:cubicBezTo>
                  <a:cubicBezTo>
                    <a:pt x="0" y="4954"/>
                    <a:pt x="37" y="5028"/>
                    <a:pt x="111" y="5065"/>
                  </a:cubicBezTo>
                  <a:lnTo>
                    <a:pt x="2995" y="7690"/>
                  </a:lnTo>
                  <a:cubicBezTo>
                    <a:pt x="3050" y="7727"/>
                    <a:pt x="3124" y="7746"/>
                    <a:pt x="3198" y="7746"/>
                  </a:cubicBezTo>
                  <a:cubicBezTo>
                    <a:pt x="3272" y="7746"/>
                    <a:pt x="3346" y="7727"/>
                    <a:pt x="3402" y="7690"/>
                  </a:cubicBezTo>
                  <a:lnTo>
                    <a:pt x="6951" y="5102"/>
                  </a:lnTo>
                  <a:cubicBezTo>
                    <a:pt x="7062" y="5028"/>
                    <a:pt x="7136" y="4880"/>
                    <a:pt x="7062" y="4733"/>
                  </a:cubicBezTo>
                  <a:lnTo>
                    <a:pt x="5435" y="222"/>
                  </a:lnTo>
                  <a:cubicBezTo>
                    <a:pt x="5435" y="111"/>
                    <a:pt x="5324" y="37"/>
                    <a:pt x="5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51"/>
            <p:cNvSpPr/>
            <p:nvPr/>
          </p:nvSpPr>
          <p:spPr>
            <a:xfrm>
              <a:off x="2021050" y="3965400"/>
              <a:ext cx="612825" cy="1046575"/>
            </a:xfrm>
            <a:custGeom>
              <a:avLst/>
              <a:gdLst/>
              <a:ahLst/>
              <a:cxnLst/>
              <a:rect l="l" t="t" r="r" b="b"/>
              <a:pathLst>
                <a:path w="24513" h="41863" extrusionOk="0">
                  <a:moveTo>
                    <a:pt x="19199" y="0"/>
                  </a:moveTo>
                  <a:cubicBezTo>
                    <a:pt x="13895" y="0"/>
                    <a:pt x="1258" y="2156"/>
                    <a:pt x="1258" y="2156"/>
                  </a:cubicBezTo>
                  <a:cubicBezTo>
                    <a:pt x="1258" y="2156"/>
                    <a:pt x="1" y="6879"/>
                    <a:pt x="2405" y="6879"/>
                  </a:cubicBezTo>
                  <a:cubicBezTo>
                    <a:pt x="2508" y="6879"/>
                    <a:pt x="2619" y="6870"/>
                    <a:pt x="2737" y="6851"/>
                  </a:cubicBezTo>
                  <a:cubicBezTo>
                    <a:pt x="4610" y="6556"/>
                    <a:pt x="9622" y="6506"/>
                    <a:pt x="12754" y="6506"/>
                  </a:cubicBezTo>
                  <a:cubicBezTo>
                    <a:pt x="14321" y="6506"/>
                    <a:pt x="15418" y="6519"/>
                    <a:pt x="15418" y="6519"/>
                  </a:cubicBezTo>
                  <a:cubicBezTo>
                    <a:pt x="15418" y="6519"/>
                    <a:pt x="9096" y="21270"/>
                    <a:pt x="7506" y="29182"/>
                  </a:cubicBezTo>
                  <a:cubicBezTo>
                    <a:pt x="6656" y="33470"/>
                    <a:pt x="4253" y="35800"/>
                    <a:pt x="3698" y="37648"/>
                  </a:cubicBezTo>
                  <a:cubicBezTo>
                    <a:pt x="3143" y="39460"/>
                    <a:pt x="4807" y="38757"/>
                    <a:pt x="6471" y="39829"/>
                  </a:cubicBezTo>
                  <a:cubicBezTo>
                    <a:pt x="8097" y="40938"/>
                    <a:pt x="10870" y="41863"/>
                    <a:pt x="12904" y="41863"/>
                  </a:cubicBezTo>
                  <a:cubicBezTo>
                    <a:pt x="14900" y="41863"/>
                    <a:pt x="9391" y="38203"/>
                    <a:pt x="9391" y="35245"/>
                  </a:cubicBezTo>
                  <a:cubicBezTo>
                    <a:pt x="9391" y="32287"/>
                    <a:pt x="16083" y="22527"/>
                    <a:pt x="19374" y="17018"/>
                  </a:cubicBezTo>
                  <a:cubicBezTo>
                    <a:pt x="21967" y="12729"/>
                    <a:pt x="22246" y="12240"/>
                    <a:pt x="22122" y="12240"/>
                  </a:cubicBezTo>
                  <a:cubicBezTo>
                    <a:pt x="22085" y="12240"/>
                    <a:pt x="22013" y="12282"/>
                    <a:pt x="21955" y="12282"/>
                  </a:cubicBezTo>
                  <a:cubicBezTo>
                    <a:pt x="21846" y="12282"/>
                    <a:pt x="21787" y="12130"/>
                    <a:pt x="22109" y="11251"/>
                  </a:cubicBezTo>
                  <a:cubicBezTo>
                    <a:pt x="22516" y="10733"/>
                    <a:pt x="22849" y="10142"/>
                    <a:pt x="23034" y="9513"/>
                  </a:cubicBezTo>
                  <a:cubicBezTo>
                    <a:pt x="24217" y="5668"/>
                    <a:pt x="24512" y="677"/>
                    <a:pt x="20667" y="86"/>
                  </a:cubicBezTo>
                  <a:cubicBezTo>
                    <a:pt x="20287" y="27"/>
                    <a:pt x="19788" y="0"/>
                    <a:pt x="1919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51"/>
            <p:cNvSpPr/>
            <p:nvPr/>
          </p:nvSpPr>
          <p:spPr>
            <a:xfrm>
              <a:off x="2036775" y="3957375"/>
              <a:ext cx="586925" cy="1062000"/>
            </a:xfrm>
            <a:custGeom>
              <a:avLst/>
              <a:gdLst/>
              <a:ahLst/>
              <a:cxnLst/>
              <a:rect l="l" t="t" r="r" b="b"/>
              <a:pathLst>
                <a:path w="23477" h="42480" extrusionOk="0">
                  <a:moveTo>
                    <a:pt x="18560" y="629"/>
                  </a:moveTo>
                  <a:cubicBezTo>
                    <a:pt x="19151" y="629"/>
                    <a:pt x="19632" y="666"/>
                    <a:pt x="20002" y="703"/>
                  </a:cubicBezTo>
                  <a:cubicBezTo>
                    <a:pt x="21074" y="887"/>
                    <a:pt x="21776" y="1405"/>
                    <a:pt x="22220" y="2181"/>
                  </a:cubicBezTo>
                  <a:cubicBezTo>
                    <a:pt x="22663" y="2958"/>
                    <a:pt x="22885" y="3993"/>
                    <a:pt x="22885" y="5139"/>
                  </a:cubicBezTo>
                  <a:cubicBezTo>
                    <a:pt x="22885" y="6618"/>
                    <a:pt x="22552" y="8245"/>
                    <a:pt x="22109" y="9723"/>
                  </a:cubicBezTo>
                  <a:cubicBezTo>
                    <a:pt x="21924" y="10315"/>
                    <a:pt x="21628" y="10870"/>
                    <a:pt x="21259" y="11387"/>
                  </a:cubicBezTo>
                  <a:lnTo>
                    <a:pt x="21222" y="11461"/>
                  </a:lnTo>
                  <a:cubicBezTo>
                    <a:pt x="21037" y="11979"/>
                    <a:pt x="20926" y="12237"/>
                    <a:pt x="20926" y="12459"/>
                  </a:cubicBezTo>
                  <a:cubicBezTo>
                    <a:pt x="20926" y="12570"/>
                    <a:pt x="20963" y="12644"/>
                    <a:pt x="21037" y="12755"/>
                  </a:cubicBezTo>
                  <a:cubicBezTo>
                    <a:pt x="21048" y="12766"/>
                    <a:pt x="21059" y="12781"/>
                    <a:pt x="21072" y="12796"/>
                  </a:cubicBezTo>
                  <a:lnTo>
                    <a:pt x="21072" y="12796"/>
                  </a:lnTo>
                  <a:cubicBezTo>
                    <a:pt x="20811" y="13316"/>
                    <a:pt x="20071" y="14537"/>
                    <a:pt x="18486" y="17192"/>
                  </a:cubicBezTo>
                  <a:cubicBezTo>
                    <a:pt x="16859" y="19927"/>
                    <a:pt x="14345" y="23735"/>
                    <a:pt x="12275" y="27248"/>
                  </a:cubicBezTo>
                  <a:cubicBezTo>
                    <a:pt x="11203" y="29022"/>
                    <a:pt x="10278" y="30686"/>
                    <a:pt x="9576" y="32128"/>
                  </a:cubicBezTo>
                  <a:cubicBezTo>
                    <a:pt x="9243" y="32830"/>
                    <a:pt x="8984" y="33496"/>
                    <a:pt x="8762" y="34050"/>
                  </a:cubicBezTo>
                  <a:cubicBezTo>
                    <a:pt x="8578" y="34642"/>
                    <a:pt x="8467" y="35159"/>
                    <a:pt x="8467" y="35566"/>
                  </a:cubicBezTo>
                  <a:cubicBezTo>
                    <a:pt x="8467" y="36268"/>
                    <a:pt x="8725" y="36971"/>
                    <a:pt x="9132" y="37636"/>
                  </a:cubicBezTo>
                  <a:cubicBezTo>
                    <a:pt x="9687" y="38635"/>
                    <a:pt x="10537" y="39596"/>
                    <a:pt x="11239" y="40409"/>
                  </a:cubicBezTo>
                  <a:cubicBezTo>
                    <a:pt x="11572" y="40779"/>
                    <a:pt x="11868" y="41149"/>
                    <a:pt x="12090" y="41444"/>
                  </a:cubicBezTo>
                  <a:cubicBezTo>
                    <a:pt x="12201" y="41555"/>
                    <a:pt x="12275" y="41703"/>
                    <a:pt x="12349" y="41777"/>
                  </a:cubicBezTo>
                  <a:lnTo>
                    <a:pt x="12386" y="41888"/>
                  </a:lnTo>
                  <a:lnTo>
                    <a:pt x="12275" y="41888"/>
                  </a:lnTo>
                  <a:cubicBezTo>
                    <a:pt x="10315" y="41888"/>
                    <a:pt x="7579" y="40964"/>
                    <a:pt x="5990" y="39892"/>
                  </a:cubicBezTo>
                  <a:cubicBezTo>
                    <a:pt x="5213" y="39411"/>
                    <a:pt x="4437" y="39263"/>
                    <a:pt x="3919" y="39115"/>
                  </a:cubicBezTo>
                  <a:cubicBezTo>
                    <a:pt x="3661" y="39041"/>
                    <a:pt x="3476" y="38967"/>
                    <a:pt x="3402" y="38893"/>
                  </a:cubicBezTo>
                  <a:cubicBezTo>
                    <a:pt x="3328" y="38819"/>
                    <a:pt x="3291" y="38782"/>
                    <a:pt x="3254" y="38561"/>
                  </a:cubicBezTo>
                  <a:cubicBezTo>
                    <a:pt x="3254" y="38450"/>
                    <a:pt x="3291" y="38265"/>
                    <a:pt x="3365" y="38043"/>
                  </a:cubicBezTo>
                  <a:cubicBezTo>
                    <a:pt x="3624" y="37193"/>
                    <a:pt x="4326" y="36158"/>
                    <a:pt x="5139" y="34827"/>
                  </a:cubicBezTo>
                  <a:cubicBezTo>
                    <a:pt x="5916" y="33459"/>
                    <a:pt x="6729" y="31758"/>
                    <a:pt x="7173" y="29577"/>
                  </a:cubicBezTo>
                  <a:cubicBezTo>
                    <a:pt x="7949" y="25658"/>
                    <a:pt x="9946" y="20001"/>
                    <a:pt x="11720" y="15306"/>
                  </a:cubicBezTo>
                  <a:cubicBezTo>
                    <a:pt x="12607" y="12977"/>
                    <a:pt x="13458" y="10907"/>
                    <a:pt x="14049" y="9391"/>
                  </a:cubicBezTo>
                  <a:cubicBezTo>
                    <a:pt x="14382" y="8651"/>
                    <a:pt x="14641" y="8023"/>
                    <a:pt x="14789" y="7616"/>
                  </a:cubicBezTo>
                  <a:cubicBezTo>
                    <a:pt x="14974" y="7172"/>
                    <a:pt x="15084" y="6951"/>
                    <a:pt x="15084" y="6951"/>
                  </a:cubicBezTo>
                  <a:cubicBezTo>
                    <a:pt x="15121" y="6877"/>
                    <a:pt x="15121" y="6766"/>
                    <a:pt x="15047" y="6655"/>
                  </a:cubicBezTo>
                  <a:cubicBezTo>
                    <a:pt x="15010" y="6581"/>
                    <a:pt x="14900" y="6544"/>
                    <a:pt x="14789" y="6544"/>
                  </a:cubicBezTo>
                  <a:cubicBezTo>
                    <a:pt x="14789" y="6544"/>
                    <a:pt x="13790" y="6507"/>
                    <a:pt x="12312" y="6507"/>
                  </a:cubicBezTo>
                  <a:cubicBezTo>
                    <a:pt x="10722" y="6507"/>
                    <a:pt x="8652" y="6544"/>
                    <a:pt x="6729" y="6581"/>
                  </a:cubicBezTo>
                  <a:cubicBezTo>
                    <a:pt x="4807" y="6618"/>
                    <a:pt x="3032" y="6729"/>
                    <a:pt x="2071" y="6877"/>
                  </a:cubicBezTo>
                  <a:lnTo>
                    <a:pt x="1775" y="6877"/>
                  </a:lnTo>
                  <a:cubicBezTo>
                    <a:pt x="1516" y="6877"/>
                    <a:pt x="1368" y="6840"/>
                    <a:pt x="1220" y="6729"/>
                  </a:cubicBezTo>
                  <a:cubicBezTo>
                    <a:pt x="999" y="6618"/>
                    <a:pt x="851" y="6359"/>
                    <a:pt x="740" y="6063"/>
                  </a:cubicBezTo>
                  <a:cubicBezTo>
                    <a:pt x="666" y="5731"/>
                    <a:pt x="629" y="5324"/>
                    <a:pt x="629" y="4917"/>
                  </a:cubicBezTo>
                  <a:cubicBezTo>
                    <a:pt x="629" y="4326"/>
                    <a:pt x="703" y="3734"/>
                    <a:pt x="777" y="3291"/>
                  </a:cubicBezTo>
                  <a:cubicBezTo>
                    <a:pt x="814" y="3069"/>
                    <a:pt x="851" y="2884"/>
                    <a:pt x="888" y="2736"/>
                  </a:cubicBezTo>
                  <a:cubicBezTo>
                    <a:pt x="888" y="2735"/>
                    <a:pt x="888" y="2735"/>
                    <a:pt x="888" y="2734"/>
                  </a:cubicBezTo>
                  <a:lnTo>
                    <a:pt x="888" y="2734"/>
                  </a:lnTo>
                  <a:cubicBezTo>
                    <a:pt x="1212" y="2678"/>
                    <a:pt x="1868" y="2568"/>
                    <a:pt x="2736" y="2440"/>
                  </a:cubicBezTo>
                  <a:cubicBezTo>
                    <a:pt x="6544" y="1812"/>
                    <a:pt x="14641" y="629"/>
                    <a:pt x="18560" y="629"/>
                  </a:cubicBezTo>
                  <a:close/>
                  <a:moveTo>
                    <a:pt x="18560" y="0"/>
                  </a:moveTo>
                  <a:cubicBezTo>
                    <a:pt x="15898" y="0"/>
                    <a:pt x="11387" y="555"/>
                    <a:pt x="7579" y="1072"/>
                  </a:cubicBezTo>
                  <a:cubicBezTo>
                    <a:pt x="3734" y="1627"/>
                    <a:pt x="592" y="2144"/>
                    <a:pt x="592" y="2144"/>
                  </a:cubicBezTo>
                  <a:cubicBezTo>
                    <a:pt x="444" y="2181"/>
                    <a:pt x="370" y="2255"/>
                    <a:pt x="333" y="2366"/>
                  </a:cubicBezTo>
                  <a:cubicBezTo>
                    <a:pt x="333" y="2403"/>
                    <a:pt x="0" y="3623"/>
                    <a:pt x="0" y="4917"/>
                  </a:cubicBezTo>
                  <a:cubicBezTo>
                    <a:pt x="0" y="5509"/>
                    <a:pt x="74" y="6137"/>
                    <a:pt x="333" y="6618"/>
                  </a:cubicBezTo>
                  <a:cubicBezTo>
                    <a:pt x="444" y="6877"/>
                    <a:pt x="629" y="7099"/>
                    <a:pt x="888" y="7246"/>
                  </a:cubicBezTo>
                  <a:cubicBezTo>
                    <a:pt x="1147" y="7431"/>
                    <a:pt x="1442" y="7505"/>
                    <a:pt x="1775" y="7505"/>
                  </a:cubicBezTo>
                  <a:cubicBezTo>
                    <a:pt x="1886" y="7505"/>
                    <a:pt x="2034" y="7505"/>
                    <a:pt x="2145" y="7468"/>
                  </a:cubicBezTo>
                  <a:cubicBezTo>
                    <a:pt x="3069" y="7320"/>
                    <a:pt x="4844" y="7246"/>
                    <a:pt x="6766" y="7209"/>
                  </a:cubicBezTo>
                  <a:cubicBezTo>
                    <a:pt x="8652" y="7136"/>
                    <a:pt x="10722" y="7136"/>
                    <a:pt x="12312" y="7136"/>
                  </a:cubicBezTo>
                  <a:lnTo>
                    <a:pt x="14323" y="7136"/>
                  </a:lnTo>
                  <a:cubicBezTo>
                    <a:pt x="13873" y="8217"/>
                    <a:pt x="12585" y="11340"/>
                    <a:pt x="11129" y="15084"/>
                  </a:cubicBezTo>
                  <a:cubicBezTo>
                    <a:pt x="9354" y="19779"/>
                    <a:pt x="7395" y="25473"/>
                    <a:pt x="6581" y="29466"/>
                  </a:cubicBezTo>
                  <a:cubicBezTo>
                    <a:pt x="6175" y="31573"/>
                    <a:pt x="5361" y="33163"/>
                    <a:pt x="4585" y="34494"/>
                  </a:cubicBezTo>
                  <a:cubicBezTo>
                    <a:pt x="3808" y="35825"/>
                    <a:pt x="3069" y="36860"/>
                    <a:pt x="2773" y="37858"/>
                  </a:cubicBezTo>
                  <a:cubicBezTo>
                    <a:pt x="2699" y="38117"/>
                    <a:pt x="2662" y="38376"/>
                    <a:pt x="2662" y="38561"/>
                  </a:cubicBezTo>
                  <a:cubicBezTo>
                    <a:pt x="2625" y="38893"/>
                    <a:pt x="2773" y="39189"/>
                    <a:pt x="3032" y="39374"/>
                  </a:cubicBezTo>
                  <a:cubicBezTo>
                    <a:pt x="3365" y="39633"/>
                    <a:pt x="3771" y="39707"/>
                    <a:pt x="4215" y="39818"/>
                  </a:cubicBezTo>
                  <a:cubicBezTo>
                    <a:pt x="4659" y="39929"/>
                    <a:pt x="5176" y="40076"/>
                    <a:pt x="5657" y="40409"/>
                  </a:cubicBezTo>
                  <a:cubicBezTo>
                    <a:pt x="7395" y="41555"/>
                    <a:pt x="10167" y="42480"/>
                    <a:pt x="12275" y="42480"/>
                  </a:cubicBezTo>
                  <a:cubicBezTo>
                    <a:pt x="12460" y="42480"/>
                    <a:pt x="12607" y="42480"/>
                    <a:pt x="12755" y="42406"/>
                  </a:cubicBezTo>
                  <a:cubicBezTo>
                    <a:pt x="12829" y="42332"/>
                    <a:pt x="12903" y="42295"/>
                    <a:pt x="12940" y="42184"/>
                  </a:cubicBezTo>
                  <a:cubicBezTo>
                    <a:pt x="13014" y="42110"/>
                    <a:pt x="13014" y="42036"/>
                    <a:pt x="13014" y="41925"/>
                  </a:cubicBezTo>
                  <a:cubicBezTo>
                    <a:pt x="13014" y="41703"/>
                    <a:pt x="12903" y="41555"/>
                    <a:pt x="12792" y="41370"/>
                  </a:cubicBezTo>
                  <a:cubicBezTo>
                    <a:pt x="12607" y="41038"/>
                    <a:pt x="12238" y="40631"/>
                    <a:pt x="11868" y="40187"/>
                  </a:cubicBezTo>
                  <a:cubicBezTo>
                    <a:pt x="11276" y="39522"/>
                    <a:pt x="10574" y="38745"/>
                    <a:pt x="10019" y="37932"/>
                  </a:cubicBezTo>
                  <a:cubicBezTo>
                    <a:pt x="9465" y="37119"/>
                    <a:pt x="9058" y="36268"/>
                    <a:pt x="9095" y="35566"/>
                  </a:cubicBezTo>
                  <a:cubicBezTo>
                    <a:pt x="9058" y="35270"/>
                    <a:pt x="9169" y="34790"/>
                    <a:pt x="9354" y="34272"/>
                  </a:cubicBezTo>
                  <a:cubicBezTo>
                    <a:pt x="9982" y="32350"/>
                    <a:pt x="11683" y="29355"/>
                    <a:pt x="13606" y="26249"/>
                  </a:cubicBezTo>
                  <a:cubicBezTo>
                    <a:pt x="15491" y="23144"/>
                    <a:pt x="17561" y="19927"/>
                    <a:pt x="19040" y="17524"/>
                  </a:cubicBezTo>
                  <a:cubicBezTo>
                    <a:pt x="20149" y="15602"/>
                    <a:pt x="20852" y="14456"/>
                    <a:pt x="21259" y="13753"/>
                  </a:cubicBezTo>
                  <a:cubicBezTo>
                    <a:pt x="21443" y="13384"/>
                    <a:pt x="21591" y="13162"/>
                    <a:pt x="21665" y="12977"/>
                  </a:cubicBezTo>
                  <a:cubicBezTo>
                    <a:pt x="21702" y="12903"/>
                    <a:pt x="21739" y="12829"/>
                    <a:pt x="21776" y="12792"/>
                  </a:cubicBezTo>
                  <a:cubicBezTo>
                    <a:pt x="21813" y="12718"/>
                    <a:pt x="21813" y="12681"/>
                    <a:pt x="21813" y="12570"/>
                  </a:cubicBezTo>
                  <a:cubicBezTo>
                    <a:pt x="21813" y="12533"/>
                    <a:pt x="21813" y="12422"/>
                    <a:pt x="21739" y="12348"/>
                  </a:cubicBezTo>
                  <a:cubicBezTo>
                    <a:pt x="21681" y="12310"/>
                    <a:pt x="21633" y="12281"/>
                    <a:pt x="21590" y="12263"/>
                  </a:cubicBezTo>
                  <a:lnTo>
                    <a:pt x="21590" y="12263"/>
                  </a:lnTo>
                  <a:cubicBezTo>
                    <a:pt x="21619" y="12141"/>
                    <a:pt x="21670" y="11964"/>
                    <a:pt x="21758" y="11732"/>
                  </a:cubicBezTo>
                  <a:lnTo>
                    <a:pt x="21758" y="11732"/>
                  </a:lnTo>
                  <a:cubicBezTo>
                    <a:pt x="22156" y="11184"/>
                    <a:pt x="22482" y="10600"/>
                    <a:pt x="22700" y="9908"/>
                  </a:cubicBezTo>
                  <a:cubicBezTo>
                    <a:pt x="23181" y="8393"/>
                    <a:pt x="23477" y="6692"/>
                    <a:pt x="23477" y="5139"/>
                  </a:cubicBezTo>
                  <a:cubicBezTo>
                    <a:pt x="23477" y="3919"/>
                    <a:pt x="23292" y="2773"/>
                    <a:pt x="22774" y="1849"/>
                  </a:cubicBezTo>
                  <a:cubicBezTo>
                    <a:pt x="22220" y="961"/>
                    <a:pt x="21332" y="296"/>
                    <a:pt x="20112" y="111"/>
                  </a:cubicBezTo>
                  <a:cubicBezTo>
                    <a:pt x="19706" y="37"/>
                    <a:pt x="19188" y="0"/>
                    <a:pt x="185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51"/>
            <p:cNvSpPr/>
            <p:nvPr/>
          </p:nvSpPr>
          <p:spPr>
            <a:xfrm>
              <a:off x="2073750" y="4916750"/>
              <a:ext cx="287200" cy="118325"/>
            </a:xfrm>
            <a:custGeom>
              <a:avLst/>
              <a:gdLst/>
              <a:ahLst/>
              <a:cxnLst/>
              <a:rect l="l" t="t" r="r" b="b"/>
              <a:pathLst>
                <a:path w="11488" h="4733" extrusionOk="0">
                  <a:moveTo>
                    <a:pt x="1072" y="1"/>
                  </a:moveTo>
                  <a:cubicBezTo>
                    <a:pt x="1072" y="1"/>
                    <a:pt x="0" y="1"/>
                    <a:pt x="888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8"/>
                  </a:cubicBezTo>
                  <a:cubicBezTo>
                    <a:pt x="2995" y="2478"/>
                    <a:pt x="3092" y="2470"/>
                    <a:pt x="3246" y="2470"/>
                  </a:cubicBezTo>
                  <a:cubicBezTo>
                    <a:pt x="3785" y="2470"/>
                    <a:pt x="5028" y="2560"/>
                    <a:pt x="5287" y="3365"/>
                  </a:cubicBezTo>
                  <a:cubicBezTo>
                    <a:pt x="5509" y="4031"/>
                    <a:pt x="6248" y="4733"/>
                    <a:pt x="6248" y="4733"/>
                  </a:cubicBezTo>
                  <a:lnTo>
                    <a:pt x="9650" y="4733"/>
                  </a:lnTo>
                  <a:cubicBezTo>
                    <a:pt x="10574" y="4733"/>
                    <a:pt x="11165" y="4326"/>
                    <a:pt x="11313" y="4031"/>
                  </a:cubicBezTo>
                  <a:cubicBezTo>
                    <a:pt x="11443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70" y="3698"/>
                  </a:cubicBezTo>
                  <a:cubicBezTo>
                    <a:pt x="10782" y="3703"/>
                    <a:pt x="10655" y="3706"/>
                    <a:pt x="10501" y="3706"/>
                  </a:cubicBezTo>
                  <a:cubicBezTo>
                    <a:pt x="9614" y="3706"/>
                    <a:pt x="7819" y="3606"/>
                    <a:pt x="7283" y="3291"/>
                  </a:cubicBezTo>
                  <a:cubicBezTo>
                    <a:pt x="6951" y="3069"/>
                    <a:pt x="6581" y="2626"/>
                    <a:pt x="6322" y="2256"/>
                  </a:cubicBezTo>
                  <a:cubicBezTo>
                    <a:pt x="6063" y="1923"/>
                    <a:pt x="3697" y="814"/>
                    <a:pt x="2403" y="370"/>
                  </a:cubicBezTo>
                  <a:lnTo>
                    <a:pt x="10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51"/>
            <p:cNvSpPr/>
            <p:nvPr/>
          </p:nvSpPr>
          <p:spPr>
            <a:xfrm>
              <a:off x="2079300" y="4909350"/>
              <a:ext cx="287450" cy="134050"/>
            </a:xfrm>
            <a:custGeom>
              <a:avLst/>
              <a:gdLst/>
              <a:ahLst/>
              <a:cxnLst/>
              <a:rect l="l" t="t" r="r" b="b"/>
              <a:pathLst>
                <a:path w="11498" h="5362" extrusionOk="0">
                  <a:moveTo>
                    <a:pt x="850" y="613"/>
                  </a:moveTo>
                  <a:lnTo>
                    <a:pt x="2107" y="962"/>
                  </a:lnTo>
                  <a:lnTo>
                    <a:pt x="2113" y="940"/>
                  </a:lnTo>
                  <a:lnTo>
                    <a:pt x="2113" y="940"/>
                  </a:lnTo>
                  <a:cubicBezTo>
                    <a:pt x="2740" y="1165"/>
                    <a:pt x="3640" y="1562"/>
                    <a:pt x="4400" y="1923"/>
                  </a:cubicBezTo>
                  <a:cubicBezTo>
                    <a:pt x="4769" y="2108"/>
                    <a:pt x="5139" y="2293"/>
                    <a:pt x="5398" y="2441"/>
                  </a:cubicBezTo>
                  <a:cubicBezTo>
                    <a:pt x="5546" y="2515"/>
                    <a:pt x="5657" y="2589"/>
                    <a:pt x="5731" y="2663"/>
                  </a:cubicBezTo>
                  <a:lnTo>
                    <a:pt x="5841" y="2737"/>
                  </a:lnTo>
                  <a:cubicBezTo>
                    <a:pt x="6137" y="3107"/>
                    <a:pt x="6507" y="3550"/>
                    <a:pt x="6914" y="3846"/>
                  </a:cubicBezTo>
                  <a:cubicBezTo>
                    <a:pt x="7098" y="3957"/>
                    <a:pt x="7320" y="4031"/>
                    <a:pt x="7616" y="4068"/>
                  </a:cubicBezTo>
                  <a:cubicBezTo>
                    <a:pt x="8429" y="4253"/>
                    <a:pt x="9575" y="4327"/>
                    <a:pt x="10278" y="4327"/>
                  </a:cubicBezTo>
                  <a:cubicBezTo>
                    <a:pt x="10426" y="4327"/>
                    <a:pt x="10574" y="4327"/>
                    <a:pt x="10685" y="4290"/>
                  </a:cubicBezTo>
                  <a:lnTo>
                    <a:pt x="10742" y="4290"/>
                  </a:lnTo>
                  <a:cubicBezTo>
                    <a:pt x="10666" y="4360"/>
                    <a:pt x="10549" y="4443"/>
                    <a:pt x="10389" y="4511"/>
                  </a:cubicBezTo>
                  <a:cubicBezTo>
                    <a:pt x="10167" y="4622"/>
                    <a:pt x="9834" y="4733"/>
                    <a:pt x="9428" y="4733"/>
                  </a:cubicBezTo>
                  <a:lnTo>
                    <a:pt x="6157" y="4733"/>
                  </a:lnTo>
                  <a:cubicBezTo>
                    <a:pt x="6066" y="4661"/>
                    <a:pt x="5917" y="4506"/>
                    <a:pt x="5767" y="4327"/>
                  </a:cubicBezTo>
                  <a:cubicBezTo>
                    <a:pt x="5620" y="4068"/>
                    <a:pt x="5435" y="3809"/>
                    <a:pt x="5361" y="3550"/>
                  </a:cubicBezTo>
                  <a:cubicBezTo>
                    <a:pt x="5250" y="3291"/>
                    <a:pt x="5102" y="3070"/>
                    <a:pt x="4880" y="2922"/>
                  </a:cubicBezTo>
                  <a:cubicBezTo>
                    <a:pt x="4584" y="2700"/>
                    <a:pt x="4215" y="2589"/>
                    <a:pt x="3882" y="2515"/>
                  </a:cubicBezTo>
                  <a:cubicBezTo>
                    <a:pt x="3549" y="2478"/>
                    <a:pt x="3217" y="2441"/>
                    <a:pt x="2995" y="2441"/>
                  </a:cubicBezTo>
                  <a:cubicBezTo>
                    <a:pt x="2847" y="2441"/>
                    <a:pt x="2773" y="2478"/>
                    <a:pt x="2736" y="2478"/>
                  </a:cubicBezTo>
                  <a:cubicBezTo>
                    <a:pt x="2662" y="2478"/>
                    <a:pt x="2588" y="2515"/>
                    <a:pt x="2514" y="2589"/>
                  </a:cubicBezTo>
                  <a:cubicBezTo>
                    <a:pt x="2218" y="2996"/>
                    <a:pt x="2181" y="3476"/>
                    <a:pt x="2181" y="3883"/>
                  </a:cubicBezTo>
                  <a:cubicBezTo>
                    <a:pt x="2181" y="4158"/>
                    <a:pt x="2205" y="4400"/>
                    <a:pt x="2231" y="4585"/>
                  </a:cubicBezTo>
                  <a:lnTo>
                    <a:pt x="1842" y="4585"/>
                  </a:lnTo>
                  <a:cubicBezTo>
                    <a:pt x="1832" y="4295"/>
                    <a:pt x="1806" y="3826"/>
                    <a:pt x="1738" y="3328"/>
                  </a:cubicBezTo>
                  <a:cubicBezTo>
                    <a:pt x="1664" y="2885"/>
                    <a:pt x="1590" y="2441"/>
                    <a:pt x="1479" y="2034"/>
                  </a:cubicBezTo>
                  <a:cubicBezTo>
                    <a:pt x="1331" y="1628"/>
                    <a:pt x="1146" y="1258"/>
                    <a:pt x="887" y="962"/>
                  </a:cubicBezTo>
                  <a:cubicBezTo>
                    <a:pt x="776" y="851"/>
                    <a:pt x="703" y="777"/>
                    <a:pt x="666" y="703"/>
                  </a:cubicBezTo>
                  <a:lnTo>
                    <a:pt x="642" y="656"/>
                  </a:lnTo>
                  <a:lnTo>
                    <a:pt x="642" y="656"/>
                  </a:lnTo>
                  <a:cubicBezTo>
                    <a:pt x="676" y="645"/>
                    <a:pt x="716" y="629"/>
                    <a:pt x="739" y="629"/>
                  </a:cubicBezTo>
                  <a:lnTo>
                    <a:pt x="850" y="629"/>
                  </a:lnTo>
                  <a:lnTo>
                    <a:pt x="850" y="613"/>
                  </a:lnTo>
                  <a:close/>
                  <a:moveTo>
                    <a:pt x="850" y="1"/>
                  </a:moveTo>
                  <a:cubicBezTo>
                    <a:pt x="813" y="1"/>
                    <a:pt x="666" y="1"/>
                    <a:pt x="481" y="38"/>
                  </a:cubicBezTo>
                  <a:cubicBezTo>
                    <a:pt x="407" y="75"/>
                    <a:pt x="296" y="112"/>
                    <a:pt x="185" y="223"/>
                  </a:cubicBezTo>
                  <a:cubicBezTo>
                    <a:pt x="74" y="297"/>
                    <a:pt x="0" y="445"/>
                    <a:pt x="0" y="629"/>
                  </a:cubicBezTo>
                  <a:cubicBezTo>
                    <a:pt x="0" y="740"/>
                    <a:pt x="37" y="888"/>
                    <a:pt x="111" y="999"/>
                  </a:cubicBezTo>
                  <a:cubicBezTo>
                    <a:pt x="185" y="1147"/>
                    <a:pt x="296" y="1258"/>
                    <a:pt x="444" y="1406"/>
                  </a:cubicBezTo>
                  <a:cubicBezTo>
                    <a:pt x="629" y="1554"/>
                    <a:pt x="776" y="1850"/>
                    <a:pt x="887" y="2219"/>
                  </a:cubicBezTo>
                  <a:cubicBezTo>
                    <a:pt x="1035" y="2774"/>
                    <a:pt x="1146" y="3439"/>
                    <a:pt x="1183" y="3957"/>
                  </a:cubicBezTo>
                  <a:cubicBezTo>
                    <a:pt x="1220" y="4216"/>
                    <a:pt x="1220" y="4474"/>
                    <a:pt x="1220" y="4622"/>
                  </a:cubicBezTo>
                  <a:cubicBezTo>
                    <a:pt x="1220" y="4770"/>
                    <a:pt x="1220" y="4881"/>
                    <a:pt x="1220" y="4881"/>
                  </a:cubicBezTo>
                  <a:cubicBezTo>
                    <a:pt x="1220" y="4955"/>
                    <a:pt x="1257" y="5029"/>
                    <a:pt x="1331" y="5103"/>
                  </a:cubicBezTo>
                  <a:cubicBezTo>
                    <a:pt x="1368" y="5140"/>
                    <a:pt x="1479" y="5177"/>
                    <a:pt x="1553" y="5177"/>
                  </a:cubicBezTo>
                  <a:lnTo>
                    <a:pt x="2588" y="5177"/>
                  </a:lnTo>
                  <a:cubicBezTo>
                    <a:pt x="2699" y="5177"/>
                    <a:pt x="2773" y="5140"/>
                    <a:pt x="2847" y="5066"/>
                  </a:cubicBezTo>
                  <a:cubicBezTo>
                    <a:pt x="2884" y="4992"/>
                    <a:pt x="2921" y="4881"/>
                    <a:pt x="2884" y="4807"/>
                  </a:cubicBezTo>
                  <a:lnTo>
                    <a:pt x="2884" y="4770"/>
                  </a:lnTo>
                  <a:cubicBezTo>
                    <a:pt x="2884" y="4696"/>
                    <a:pt x="2773" y="4327"/>
                    <a:pt x="2773" y="3883"/>
                  </a:cubicBezTo>
                  <a:cubicBezTo>
                    <a:pt x="2773" y="3577"/>
                    <a:pt x="2824" y="3271"/>
                    <a:pt x="2946" y="3070"/>
                  </a:cubicBezTo>
                  <a:lnTo>
                    <a:pt x="2995" y="3070"/>
                  </a:lnTo>
                  <a:cubicBezTo>
                    <a:pt x="3253" y="3070"/>
                    <a:pt x="3697" y="3107"/>
                    <a:pt x="4067" y="3217"/>
                  </a:cubicBezTo>
                  <a:cubicBezTo>
                    <a:pt x="4252" y="3254"/>
                    <a:pt x="4400" y="3328"/>
                    <a:pt x="4510" y="3402"/>
                  </a:cubicBezTo>
                  <a:cubicBezTo>
                    <a:pt x="4658" y="3513"/>
                    <a:pt x="4732" y="3624"/>
                    <a:pt x="4769" y="3735"/>
                  </a:cubicBezTo>
                  <a:cubicBezTo>
                    <a:pt x="4880" y="4142"/>
                    <a:pt x="5139" y="4511"/>
                    <a:pt x="5398" y="4807"/>
                  </a:cubicBezTo>
                  <a:cubicBezTo>
                    <a:pt x="5620" y="5066"/>
                    <a:pt x="5804" y="5251"/>
                    <a:pt x="5841" y="5251"/>
                  </a:cubicBezTo>
                  <a:cubicBezTo>
                    <a:pt x="5878" y="5325"/>
                    <a:pt x="5952" y="5362"/>
                    <a:pt x="6026" y="5362"/>
                  </a:cubicBezTo>
                  <a:lnTo>
                    <a:pt x="9428" y="5362"/>
                  </a:lnTo>
                  <a:cubicBezTo>
                    <a:pt x="9945" y="5362"/>
                    <a:pt x="10352" y="5214"/>
                    <a:pt x="10685" y="5066"/>
                  </a:cubicBezTo>
                  <a:cubicBezTo>
                    <a:pt x="11017" y="4918"/>
                    <a:pt x="11239" y="4696"/>
                    <a:pt x="11350" y="4511"/>
                  </a:cubicBezTo>
                  <a:cubicBezTo>
                    <a:pt x="11387" y="4437"/>
                    <a:pt x="11424" y="4401"/>
                    <a:pt x="11424" y="4327"/>
                  </a:cubicBezTo>
                  <a:cubicBezTo>
                    <a:pt x="11461" y="4290"/>
                    <a:pt x="11498" y="4216"/>
                    <a:pt x="11498" y="4105"/>
                  </a:cubicBezTo>
                  <a:cubicBezTo>
                    <a:pt x="11498" y="4031"/>
                    <a:pt x="11461" y="3957"/>
                    <a:pt x="11424" y="3883"/>
                  </a:cubicBezTo>
                  <a:cubicBezTo>
                    <a:pt x="11313" y="3772"/>
                    <a:pt x="11202" y="3735"/>
                    <a:pt x="11128" y="3698"/>
                  </a:cubicBezTo>
                  <a:lnTo>
                    <a:pt x="10278" y="3698"/>
                  </a:lnTo>
                  <a:cubicBezTo>
                    <a:pt x="9834" y="3698"/>
                    <a:pt x="9169" y="3661"/>
                    <a:pt x="8577" y="3587"/>
                  </a:cubicBezTo>
                  <a:cubicBezTo>
                    <a:pt x="8281" y="3587"/>
                    <a:pt x="7986" y="3513"/>
                    <a:pt x="7727" y="3476"/>
                  </a:cubicBezTo>
                  <a:cubicBezTo>
                    <a:pt x="7505" y="3439"/>
                    <a:pt x="7320" y="3365"/>
                    <a:pt x="7246" y="3328"/>
                  </a:cubicBezTo>
                  <a:cubicBezTo>
                    <a:pt x="6951" y="3144"/>
                    <a:pt x="6581" y="2700"/>
                    <a:pt x="6322" y="2367"/>
                  </a:cubicBezTo>
                  <a:cubicBezTo>
                    <a:pt x="6248" y="2256"/>
                    <a:pt x="6174" y="2219"/>
                    <a:pt x="6100" y="2145"/>
                  </a:cubicBezTo>
                  <a:cubicBezTo>
                    <a:pt x="5731" y="1886"/>
                    <a:pt x="5065" y="1554"/>
                    <a:pt x="4363" y="1221"/>
                  </a:cubicBezTo>
                  <a:cubicBezTo>
                    <a:pt x="3660" y="888"/>
                    <a:pt x="2847" y="556"/>
                    <a:pt x="2292" y="371"/>
                  </a:cubicBezTo>
                  <a:lnTo>
                    <a:pt x="2255" y="334"/>
                  </a:lnTo>
                  <a:lnTo>
                    <a:pt x="9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51"/>
            <p:cNvSpPr/>
            <p:nvPr/>
          </p:nvSpPr>
          <p:spPr>
            <a:xfrm>
              <a:off x="2208675" y="4889025"/>
              <a:ext cx="101700" cy="88750"/>
            </a:xfrm>
            <a:custGeom>
              <a:avLst/>
              <a:gdLst/>
              <a:ahLst/>
              <a:cxnLst/>
              <a:rect l="l" t="t" r="r" b="b"/>
              <a:pathLst>
                <a:path w="4068" h="3550" extrusionOk="0">
                  <a:moveTo>
                    <a:pt x="2404" y="1"/>
                  </a:moveTo>
                  <a:cubicBezTo>
                    <a:pt x="2404" y="1"/>
                    <a:pt x="1" y="2293"/>
                    <a:pt x="1" y="2552"/>
                  </a:cubicBezTo>
                  <a:cubicBezTo>
                    <a:pt x="38" y="3180"/>
                    <a:pt x="1628" y="3550"/>
                    <a:pt x="1628" y="3550"/>
                  </a:cubicBezTo>
                  <a:lnTo>
                    <a:pt x="4068" y="2071"/>
                  </a:lnTo>
                  <a:lnTo>
                    <a:pt x="3994" y="1295"/>
                  </a:lnTo>
                  <a:cubicBezTo>
                    <a:pt x="3587" y="296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51"/>
            <p:cNvSpPr/>
            <p:nvPr/>
          </p:nvSpPr>
          <p:spPr>
            <a:xfrm>
              <a:off x="2201300" y="4881625"/>
              <a:ext cx="117400" cy="103925"/>
            </a:xfrm>
            <a:custGeom>
              <a:avLst/>
              <a:gdLst/>
              <a:ahLst/>
              <a:cxnLst/>
              <a:rect l="l" t="t" r="r" b="b"/>
              <a:pathLst>
                <a:path w="4696" h="4157" extrusionOk="0">
                  <a:moveTo>
                    <a:pt x="2776" y="662"/>
                  </a:moveTo>
                  <a:cubicBezTo>
                    <a:pt x="2896" y="699"/>
                    <a:pt x="3067" y="772"/>
                    <a:pt x="3254" y="888"/>
                  </a:cubicBezTo>
                  <a:cubicBezTo>
                    <a:pt x="3529" y="1026"/>
                    <a:pt x="3805" y="1292"/>
                    <a:pt x="3961" y="1627"/>
                  </a:cubicBezTo>
                  <a:lnTo>
                    <a:pt x="3961" y="1627"/>
                  </a:lnTo>
                  <a:lnTo>
                    <a:pt x="3956" y="1628"/>
                  </a:lnTo>
                  <a:lnTo>
                    <a:pt x="4030" y="2219"/>
                  </a:lnTo>
                  <a:lnTo>
                    <a:pt x="1879" y="3503"/>
                  </a:lnTo>
                  <a:lnTo>
                    <a:pt x="1879" y="3503"/>
                  </a:lnTo>
                  <a:cubicBezTo>
                    <a:pt x="1711" y="3463"/>
                    <a:pt x="1379" y="3389"/>
                    <a:pt x="1109" y="3254"/>
                  </a:cubicBezTo>
                  <a:cubicBezTo>
                    <a:pt x="961" y="3180"/>
                    <a:pt x="814" y="3069"/>
                    <a:pt x="740" y="2995"/>
                  </a:cubicBezTo>
                  <a:cubicBezTo>
                    <a:pt x="680" y="2956"/>
                    <a:pt x="652" y="2916"/>
                    <a:pt x="639" y="2887"/>
                  </a:cubicBezTo>
                  <a:lnTo>
                    <a:pt x="639" y="2887"/>
                  </a:lnTo>
                  <a:cubicBezTo>
                    <a:pt x="665" y="2855"/>
                    <a:pt x="696" y="2802"/>
                    <a:pt x="740" y="2737"/>
                  </a:cubicBezTo>
                  <a:cubicBezTo>
                    <a:pt x="1035" y="2404"/>
                    <a:pt x="1553" y="1849"/>
                    <a:pt x="2034" y="1369"/>
                  </a:cubicBezTo>
                  <a:cubicBezTo>
                    <a:pt x="2340" y="1086"/>
                    <a:pt x="2616" y="819"/>
                    <a:pt x="2776" y="662"/>
                  </a:cubicBezTo>
                  <a:close/>
                  <a:moveTo>
                    <a:pt x="2773" y="1"/>
                  </a:moveTo>
                  <a:cubicBezTo>
                    <a:pt x="2662" y="1"/>
                    <a:pt x="2551" y="1"/>
                    <a:pt x="2477" y="75"/>
                  </a:cubicBezTo>
                  <a:cubicBezTo>
                    <a:pt x="2477" y="75"/>
                    <a:pt x="1886" y="666"/>
                    <a:pt x="1294" y="1258"/>
                  </a:cubicBezTo>
                  <a:cubicBezTo>
                    <a:pt x="998" y="1554"/>
                    <a:pt x="666" y="1886"/>
                    <a:pt x="444" y="2145"/>
                  </a:cubicBezTo>
                  <a:cubicBezTo>
                    <a:pt x="333" y="2256"/>
                    <a:pt x="222" y="2367"/>
                    <a:pt x="148" y="2478"/>
                  </a:cubicBezTo>
                  <a:lnTo>
                    <a:pt x="74" y="2626"/>
                  </a:lnTo>
                  <a:cubicBezTo>
                    <a:pt x="37" y="2700"/>
                    <a:pt x="0" y="2737"/>
                    <a:pt x="0" y="2848"/>
                  </a:cubicBezTo>
                  <a:cubicBezTo>
                    <a:pt x="0" y="2922"/>
                    <a:pt x="0" y="2959"/>
                    <a:pt x="0" y="2959"/>
                  </a:cubicBezTo>
                  <a:lnTo>
                    <a:pt x="6" y="2956"/>
                  </a:lnTo>
                  <a:lnTo>
                    <a:pt x="6" y="2956"/>
                  </a:lnTo>
                  <a:cubicBezTo>
                    <a:pt x="25" y="3070"/>
                    <a:pt x="87" y="3162"/>
                    <a:pt x="148" y="3254"/>
                  </a:cubicBezTo>
                  <a:cubicBezTo>
                    <a:pt x="259" y="3439"/>
                    <a:pt x="407" y="3550"/>
                    <a:pt x="592" y="3661"/>
                  </a:cubicBezTo>
                  <a:cubicBezTo>
                    <a:pt x="1146" y="3994"/>
                    <a:pt x="1812" y="4142"/>
                    <a:pt x="1849" y="4142"/>
                  </a:cubicBezTo>
                  <a:cubicBezTo>
                    <a:pt x="1870" y="4152"/>
                    <a:pt x="1892" y="4157"/>
                    <a:pt x="1914" y="4157"/>
                  </a:cubicBezTo>
                  <a:cubicBezTo>
                    <a:pt x="1966" y="4157"/>
                    <a:pt x="2018" y="4131"/>
                    <a:pt x="2071" y="4105"/>
                  </a:cubicBezTo>
                  <a:lnTo>
                    <a:pt x="4548" y="2663"/>
                  </a:lnTo>
                  <a:cubicBezTo>
                    <a:pt x="4622" y="2589"/>
                    <a:pt x="4695" y="2478"/>
                    <a:pt x="4695" y="2330"/>
                  </a:cubicBezTo>
                  <a:lnTo>
                    <a:pt x="4585" y="1554"/>
                  </a:lnTo>
                  <a:lnTo>
                    <a:pt x="4548" y="1480"/>
                  </a:lnTo>
                  <a:cubicBezTo>
                    <a:pt x="4326" y="888"/>
                    <a:pt x="3882" y="518"/>
                    <a:pt x="3475" y="297"/>
                  </a:cubicBezTo>
                  <a:cubicBezTo>
                    <a:pt x="3106" y="75"/>
                    <a:pt x="2773" y="1"/>
                    <a:pt x="27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51"/>
            <p:cNvSpPr/>
            <p:nvPr/>
          </p:nvSpPr>
          <p:spPr>
            <a:xfrm>
              <a:off x="2129500" y="3838700"/>
              <a:ext cx="832475" cy="1182875"/>
            </a:xfrm>
            <a:custGeom>
              <a:avLst/>
              <a:gdLst/>
              <a:ahLst/>
              <a:cxnLst/>
              <a:rect l="l" t="t" r="r" b="b"/>
              <a:pathLst>
                <a:path w="33299" h="47315" extrusionOk="0">
                  <a:moveTo>
                    <a:pt x="13450" y="1"/>
                  </a:moveTo>
                  <a:cubicBezTo>
                    <a:pt x="9313" y="1"/>
                    <a:pt x="4795" y="348"/>
                    <a:pt x="4795" y="348"/>
                  </a:cubicBezTo>
                  <a:cubicBezTo>
                    <a:pt x="2380" y="1336"/>
                    <a:pt x="1" y="10074"/>
                    <a:pt x="1673" y="10074"/>
                  </a:cubicBezTo>
                  <a:cubicBezTo>
                    <a:pt x="1690" y="10074"/>
                    <a:pt x="1708" y="10073"/>
                    <a:pt x="1726" y="10071"/>
                  </a:cubicBezTo>
                  <a:cubicBezTo>
                    <a:pt x="3501" y="9923"/>
                    <a:pt x="14296" y="8962"/>
                    <a:pt x="14296" y="8962"/>
                  </a:cubicBezTo>
                  <a:lnTo>
                    <a:pt x="14296" y="8962"/>
                  </a:lnTo>
                  <a:cubicBezTo>
                    <a:pt x="13963" y="13990"/>
                    <a:pt x="17217" y="23935"/>
                    <a:pt x="19620" y="27040"/>
                  </a:cubicBezTo>
                  <a:cubicBezTo>
                    <a:pt x="21210" y="29000"/>
                    <a:pt x="23095" y="35285"/>
                    <a:pt x="24056" y="37725"/>
                  </a:cubicBezTo>
                  <a:cubicBezTo>
                    <a:pt x="24574" y="39019"/>
                    <a:pt x="24537" y="40461"/>
                    <a:pt x="23982" y="41718"/>
                  </a:cubicBezTo>
                  <a:cubicBezTo>
                    <a:pt x="23687" y="42346"/>
                    <a:pt x="23502" y="43012"/>
                    <a:pt x="23613" y="43419"/>
                  </a:cubicBezTo>
                  <a:cubicBezTo>
                    <a:pt x="23945" y="44380"/>
                    <a:pt x="25092" y="44047"/>
                    <a:pt x="25720" y="44380"/>
                  </a:cubicBezTo>
                  <a:cubicBezTo>
                    <a:pt x="26385" y="44712"/>
                    <a:pt x="28456" y="46635"/>
                    <a:pt x="29047" y="47042"/>
                  </a:cubicBezTo>
                  <a:cubicBezTo>
                    <a:pt x="29371" y="47232"/>
                    <a:pt x="30214" y="47315"/>
                    <a:pt x="31026" y="47315"/>
                  </a:cubicBezTo>
                  <a:cubicBezTo>
                    <a:pt x="31792" y="47315"/>
                    <a:pt x="32530" y="47241"/>
                    <a:pt x="32781" y="47116"/>
                  </a:cubicBezTo>
                  <a:cubicBezTo>
                    <a:pt x="33299" y="46857"/>
                    <a:pt x="32338" y="46561"/>
                    <a:pt x="31746" y="46043"/>
                  </a:cubicBezTo>
                  <a:cubicBezTo>
                    <a:pt x="31155" y="45489"/>
                    <a:pt x="27679" y="39500"/>
                    <a:pt x="27679" y="39500"/>
                  </a:cubicBezTo>
                  <a:cubicBezTo>
                    <a:pt x="27679" y="39500"/>
                    <a:pt x="21357" y="2529"/>
                    <a:pt x="20064" y="902"/>
                  </a:cubicBezTo>
                  <a:cubicBezTo>
                    <a:pt x="19505" y="200"/>
                    <a:pt x="16587" y="1"/>
                    <a:pt x="13450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51"/>
            <p:cNvSpPr/>
            <p:nvPr/>
          </p:nvSpPr>
          <p:spPr>
            <a:xfrm>
              <a:off x="2149525" y="3831675"/>
              <a:ext cx="811550" cy="1197875"/>
            </a:xfrm>
            <a:custGeom>
              <a:avLst/>
              <a:gdLst/>
              <a:ahLst/>
              <a:cxnLst/>
              <a:rect l="l" t="t" r="r" b="b"/>
              <a:pathLst>
                <a:path w="32462" h="47915" extrusionOk="0">
                  <a:moveTo>
                    <a:pt x="12682" y="592"/>
                  </a:moveTo>
                  <a:cubicBezTo>
                    <a:pt x="14235" y="592"/>
                    <a:pt x="15750" y="666"/>
                    <a:pt x="16896" y="777"/>
                  </a:cubicBezTo>
                  <a:cubicBezTo>
                    <a:pt x="17488" y="850"/>
                    <a:pt x="18006" y="924"/>
                    <a:pt x="18375" y="1035"/>
                  </a:cubicBezTo>
                  <a:cubicBezTo>
                    <a:pt x="18745" y="1146"/>
                    <a:pt x="18967" y="1294"/>
                    <a:pt x="19041" y="1368"/>
                  </a:cubicBezTo>
                  <a:cubicBezTo>
                    <a:pt x="19041" y="1405"/>
                    <a:pt x="19078" y="1442"/>
                    <a:pt x="19115" y="1553"/>
                  </a:cubicBezTo>
                  <a:cubicBezTo>
                    <a:pt x="19299" y="1960"/>
                    <a:pt x="19558" y="2921"/>
                    <a:pt x="19891" y="4215"/>
                  </a:cubicBezTo>
                  <a:cubicBezTo>
                    <a:pt x="20963" y="8725"/>
                    <a:pt x="22627" y="17635"/>
                    <a:pt x="24032" y="25436"/>
                  </a:cubicBezTo>
                  <a:cubicBezTo>
                    <a:pt x="24734" y="29318"/>
                    <a:pt x="25363" y="32904"/>
                    <a:pt x="25843" y="35566"/>
                  </a:cubicBezTo>
                  <a:cubicBezTo>
                    <a:pt x="26065" y="36860"/>
                    <a:pt x="26250" y="37932"/>
                    <a:pt x="26361" y="38672"/>
                  </a:cubicBezTo>
                  <a:cubicBezTo>
                    <a:pt x="26509" y="39448"/>
                    <a:pt x="26583" y="39855"/>
                    <a:pt x="26583" y="39855"/>
                  </a:cubicBezTo>
                  <a:lnTo>
                    <a:pt x="26620" y="39965"/>
                  </a:lnTo>
                  <a:cubicBezTo>
                    <a:pt x="26620" y="39965"/>
                    <a:pt x="27470" y="41444"/>
                    <a:pt x="28431" y="42997"/>
                  </a:cubicBezTo>
                  <a:cubicBezTo>
                    <a:pt x="28912" y="43773"/>
                    <a:pt x="29392" y="44587"/>
                    <a:pt x="29799" y="45215"/>
                  </a:cubicBezTo>
                  <a:cubicBezTo>
                    <a:pt x="30021" y="45548"/>
                    <a:pt x="30206" y="45807"/>
                    <a:pt x="30354" y="46029"/>
                  </a:cubicBezTo>
                  <a:cubicBezTo>
                    <a:pt x="30539" y="46251"/>
                    <a:pt x="30649" y="46435"/>
                    <a:pt x="30760" y="46546"/>
                  </a:cubicBezTo>
                  <a:cubicBezTo>
                    <a:pt x="31019" y="46768"/>
                    <a:pt x="31315" y="46953"/>
                    <a:pt x="31574" y="47101"/>
                  </a:cubicBezTo>
                  <a:cubicBezTo>
                    <a:pt x="31611" y="47126"/>
                    <a:pt x="31644" y="47151"/>
                    <a:pt x="31675" y="47174"/>
                  </a:cubicBezTo>
                  <a:lnTo>
                    <a:pt x="31675" y="47174"/>
                  </a:lnTo>
                  <a:cubicBezTo>
                    <a:pt x="31666" y="47175"/>
                    <a:pt x="31657" y="47175"/>
                    <a:pt x="31648" y="47175"/>
                  </a:cubicBezTo>
                  <a:cubicBezTo>
                    <a:pt x="31315" y="47249"/>
                    <a:pt x="30760" y="47286"/>
                    <a:pt x="30206" y="47286"/>
                  </a:cubicBezTo>
                  <a:cubicBezTo>
                    <a:pt x="29799" y="47286"/>
                    <a:pt x="29392" y="47286"/>
                    <a:pt x="29097" y="47249"/>
                  </a:cubicBezTo>
                  <a:cubicBezTo>
                    <a:pt x="28764" y="47175"/>
                    <a:pt x="28468" y="47101"/>
                    <a:pt x="28394" y="47064"/>
                  </a:cubicBezTo>
                  <a:cubicBezTo>
                    <a:pt x="28283" y="46990"/>
                    <a:pt x="28062" y="46768"/>
                    <a:pt x="27766" y="46546"/>
                  </a:cubicBezTo>
                  <a:cubicBezTo>
                    <a:pt x="27322" y="46177"/>
                    <a:pt x="26805" y="45733"/>
                    <a:pt x="26287" y="45289"/>
                  </a:cubicBezTo>
                  <a:cubicBezTo>
                    <a:pt x="26065" y="45104"/>
                    <a:pt x="25806" y="44920"/>
                    <a:pt x="25621" y="44735"/>
                  </a:cubicBezTo>
                  <a:cubicBezTo>
                    <a:pt x="25400" y="44587"/>
                    <a:pt x="25215" y="44476"/>
                    <a:pt x="25067" y="44365"/>
                  </a:cubicBezTo>
                  <a:cubicBezTo>
                    <a:pt x="24660" y="44180"/>
                    <a:pt x="24180" y="44180"/>
                    <a:pt x="23810" y="44106"/>
                  </a:cubicBezTo>
                  <a:cubicBezTo>
                    <a:pt x="23625" y="44069"/>
                    <a:pt x="23477" y="44032"/>
                    <a:pt x="23366" y="43958"/>
                  </a:cubicBezTo>
                  <a:cubicBezTo>
                    <a:pt x="23255" y="43884"/>
                    <a:pt x="23181" y="43773"/>
                    <a:pt x="23107" y="43589"/>
                  </a:cubicBezTo>
                  <a:cubicBezTo>
                    <a:pt x="23107" y="43552"/>
                    <a:pt x="23107" y="43478"/>
                    <a:pt x="23107" y="43404"/>
                  </a:cubicBezTo>
                  <a:cubicBezTo>
                    <a:pt x="23070" y="43071"/>
                    <a:pt x="23255" y="42590"/>
                    <a:pt x="23440" y="42147"/>
                  </a:cubicBezTo>
                  <a:cubicBezTo>
                    <a:pt x="23773" y="41407"/>
                    <a:pt x="23921" y="40631"/>
                    <a:pt x="23921" y="39892"/>
                  </a:cubicBezTo>
                  <a:cubicBezTo>
                    <a:pt x="23921" y="39189"/>
                    <a:pt x="23810" y="38524"/>
                    <a:pt x="23551" y="37895"/>
                  </a:cubicBezTo>
                  <a:cubicBezTo>
                    <a:pt x="23070" y="36675"/>
                    <a:pt x="22368" y="34494"/>
                    <a:pt x="21555" y="32386"/>
                  </a:cubicBezTo>
                  <a:cubicBezTo>
                    <a:pt x="21185" y="31314"/>
                    <a:pt x="20741" y="30242"/>
                    <a:pt x="20335" y="29355"/>
                  </a:cubicBezTo>
                  <a:cubicBezTo>
                    <a:pt x="19928" y="28431"/>
                    <a:pt x="19484" y="27654"/>
                    <a:pt x="19078" y="27100"/>
                  </a:cubicBezTo>
                  <a:cubicBezTo>
                    <a:pt x="18523" y="26434"/>
                    <a:pt x="17895" y="25325"/>
                    <a:pt x="17303" y="23957"/>
                  </a:cubicBezTo>
                  <a:cubicBezTo>
                    <a:pt x="15455" y="19964"/>
                    <a:pt x="13754" y="13827"/>
                    <a:pt x="13754" y="9982"/>
                  </a:cubicBezTo>
                  <a:cubicBezTo>
                    <a:pt x="13754" y="9723"/>
                    <a:pt x="13791" y="9502"/>
                    <a:pt x="13791" y="9280"/>
                  </a:cubicBezTo>
                  <a:cubicBezTo>
                    <a:pt x="13791" y="9169"/>
                    <a:pt x="13754" y="9095"/>
                    <a:pt x="13680" y="9021"/>
                  </a:cubicBezTo>
                  <a:cubicBezTo>
                    <a:pt x="13643" y="8984"/>
                    <a:pt x="13532" y="8947"/>
                    <a:pt x="13458" y="8947"/>
                  </a:cubicBezTo>
                  <a:cubicBezTo>
                    <a:pt x="13458" y="8947"/>
                    <a:pt x="2663" y="9908"/>
                    <a:pt x="888" y="10056"/>
                  </a:cubicBezTo>
                  <a:lnTo>
                    <a:pt x="814" y="10019"/>
                  </a:lnTo>
                  <a:cubicBezTo>
                    <a:pt x="777" y="10019"/>
                    <a:pt x="703" y="9945"/>
                    <a:pt x="666" y="9760"/>
                  </a:cubicBezTo>
                  <a:cubicBezTo>
                    <a:pt x="629" y="9613"/>
                    <a:pt x="629" y="9391"/>
                    <a:pt x="629" y="9132"/>
                  </a:cubicBezTo>
                  <a:cubicBezTo>
                    <a:pt x="592" y="7986"/>
                    <a:pt x="1073" y="6063"/>
                    <a:pt x="1738" y="4363"/>
                  </a:cubicBezTo>
                  <a:cubicBezTo>
                    <a:pt x="2071" y="3512"/>
                    <a:pt x="2478" y="2736"/>
                    <a:pt x="2885" y="2107"/>
                  </a:cubicBezTo>
                  <a:cubicBezTo>
                    <a:pt x="3299" y="1521"/>
                    <a:pt x="3681" y="1127"/>
                    <a:pt x="4030" y="957"/>
                  </a:cubicBezTo>
                  <a:lnTo>
                    <a:pt x="4030" y="957"/>
                  </a:lnTo>
                  <a:lnTo>
                    <a:pt x="4031" y="961"/>
                  </a:lnTo>
                  <a:cubicBezTo>
                    <a:pt x="4031" y="961"/>
                    <a:pt x="4289" y="924"/>
                    <a:pt x="4807" y="887"/>
                  </a:cubicBezTo>
                  <a:cubicBezTo>
                    <a:pt x="6249" y="813"/>
                    <a:pt x="9576" y="592"/>
                    <a:pt x="12682" y="592"/>
                  </a:cubicBezTo>
                  <a:close/>
                  <a:moveTo>
                    <a:pt x="12682" y="0"/>
                  </a:moveTo>
                  <a:cubicBezTo>
                    <a:pt x="8541" y="0"/>
                    <a:pt x="3994" y="333"/>
                    <a:pt x="3957" y="333"/>
                  </a:cubicBezTo>
                  <a:lnTo>
                    <a:pt x="3883" y="370"/>
                  </a:lnTo>
                  <a:cubicBezTo>
                    <a:pt x="3328" y="592"/>
                    <a:pt x="2848" y="1109"/>
                    <a:pt x="2404" y="1775"/>
                  </a:cubicBezTo>
                  <a:cubicBezTo>
                    <a:pt x="1701" y="2773"/>
                    <a:pt x="1110" y="4141"/>
                    <a:pt x="703" y="5472"/>
                  </a:cubicBezTo>
                  <a:cubicBezTo>
                    <a:pt x="260" y="6840"/>
                    <a:pt x="1" y="8171"/>
                    <a:pt x="1" y="9132"/>
                  </a:cubicBezTo>
                  <a:cubicBezTo>
                    <a:pt x="1" y="9539"/>
                    <a:pt x="38" y="9871"/>
                    <a:pt x="149" y="10167"/>
                  </a:cubicBezTo>
                  <a:cubicBezTo>
                    <a:pt x="223" y="10278"/>
                    <a:pt x="297" y="10426"/>
                    <a:pt x="444" y="10537"/>
                  </a:cubicBezTo>
                  <a:cubicBezTo>
                    <a:pt x="555" y="10611"/>
                    <a:pt x="703" y="10685"/>
                    <a:pt x="888" y="10685"/>
                  </a:cubicBezTo>
                  <a:lnTo>
                    <a:pt x="962" y="10685"/>
                  </a:lnTo>
                  <a:cubicBezTo>
                    <a:pt x="1849" y="10574"/>
                    <a:pt x="4992" y="10315"/>
                    <a:pt x="7913" y="10056"/>
                  </a:cubicBezTo>
                  <a:cubicBezTo>
                    <a:pt x="9354" y="9908"/>
                    <a:pt x="10759" y="9797"/>
                    <a:pt x="11794" y="9723"/>
                  </a:cubicBezTo>
                  <a:cubicBezTo>
                    <a:pt x="12393" y="9659"/>
                    <a:pt x="12868" y="9620"/>
                    <a:pt x="13162" y="9598"/>
                  </a:cubicBezTo>
                  <a:lnTo>
                    <a:pt x="13162" y="9598"/>
                  </a:lnTo>
                  <a:cubicBezTo>
                    <a:pt x="13162" y="9723"/>
                    <a:pt x="13162" y="9853"/>
                    <a:pt x="13162" y="9982"/>
                  </a:cubicBezTo>
                  <a:cubicBezTo>
                    <a:pt x="13162" y="12644"/>
                    <a:pt x="13939" y="16267"/>
                    <a:pt x="14974" y="19595"/>
                  </a:cubicBezTo>
                  <a:cubicBezTo>
                    <a:pt x="15528" y="21258"/>
                    <a:pt x="16120" y="22848"/>
                    <a:pt x="16749" y="24216"/>
                  </a:cubicBezTo>
                  <a:cubicBezTo>
                    <a:pt x="17340" y="25584"/>
                    <a:pt x="17969" y="26730"/>
                    <a:pt x="18597" y="27506"/>
                  </a:cubicBezTo>
                  <a:cubicBezTo>
                    <a:pt x="18967" y="27950"/>
                    <a:pt x="19373" y="28726"/>
                    <a:pt x="19780" y="29614"/>
                  </a:cubicBezTo>
                  <a:cubicBezTo>
                    <a:pt x="21000" y="32276"/>
                    <a:pt x="22257" y="36268"/>
                    <a:pt x="22997" y="38117"/>
                  </a:cubicBezTo>
                  <a:cubicBezTo>
                    <a:pt x="23218" y="38672"/>
                    <a:pt x="23329" y="39263"/>
                    <a:pt x="23329" y="39892"/>
                  </a:cubicBezTo>
                  <a:cubicBezTo>
                    <a:pt x="23329" y="40557"/>
                    <a:pt x="23181" y="41259"/>
                    <a:pt x="22886" y="41888"/>
                  </a:cubicBezTo>
                  <a:cubicBezTo>
                    <a:pt x="22664" y="42406"/>
                    <a:pt x="22479" y="42923"/>
                    <a:pt x="22479" y="43404"/>
                  </a:cubicBezTo>
                  <a:cubicBezTo>
                    <a:pt x="22479" y="43515"/>
                    <a:pt x="22479" y="43663"/>
                    <a:pt x="22553" y="43773"/>
                  </a:cubicBezTo>
                  <a:cubicBezTo>
                    <a:pt x="22627" y="44069"/>
                    <a:pt x="22812" y="44328"/>
                    <a:pt x="23034" y="44439"/>
                  </a:cubicBezTo>
                  <a:cubicBezTo>
                    <a:pt x="23366" y="44661"/>
                    <a:pt x="23699" y="44735"/>
                    <a:pt x="24032" y="44772"/>
                  </a:cubicBezTo>
                  <a:cubicBezTo>
                    <a:pt x="24364" y="44809"/>
                    <a:pt x="24623" y="44846"/>
                    <a:pt x="24808" y="44920"/>
                  </a:cubicBezTo>
                  <a:cubicBezTo>
                    <a:pt x="24919" y="44993"/>
                    <a:pt x="25178" y="45178"/>
                    <a:pt x="25437" y="45400"/>
                  </a:cubicBezTo>
                  <a:cubicBezTo>
                    <a:pt x="25880" y="45733"/>
                    <a:pt x="26398" y="46214"/>
                    <a:pt x="26915" y="46620"/>
                  </a:cubicBezTo>
                  <a:cubicBezTo>
                    <a:pt x="27396" y="47027"/>
                    <a:pt x="27803" y="47397"/>
                    <a:pt x="28062" y="47581"/>
                  </a:cubicBezTo>
                  <a:cubicBezTo>
                    <a:pt x="28320" y="47729"/>
                    <a:pt x="28616" y="47803"/>
                    <a:pt x="28986" y="47840"/>
                  </a:cubicBezTo>
                  <a:cubicBezTo>
                    <a:pt x="29355" y="47877"/>
                    <a:pt x="29799" y="47914"/>
                    <a:pt x="30206" y="47914"/>
                  </a:cubicBezTo>
                  <a:cubicBezTo>
                    <a:pt x="30612" y="47914"/>
                    <a:pt x="30982" y="47877"/>
                    <a:pt x="31315" y="47840"/>
                  </a:cubicBezTo>
                  <a:cubicBezTo>
                    <a:pt x="31500" y="47840"/>
                    <a:pt x="31648" y="47803"/>
                    <a:pt x="31759" y="47766"/>
                  </a:cubicBezTo>
                  <a:cubicBezTo>
                    <a:pt x="31906" y="47766"/>
                    <a:pt x="32017" y="47729"/>
                    <a:pt x="32128" y="47655"/>
                  </a:cubicBezTo>
                  <a:cubicBezTo>
                    <a:pt x="32202" y="47618"/>
                    <a:pt x="32276" y="47581"/>
                    <a:pt x="32313" y="47508"/>
                  </a:cubicBezTo>
                  <a:cubicBezTo>
                    <a:pt x="32387" y="47434"/>
                    <a:pt x="32461" y="47323"/>
                    <a:pt x="32461" y="47212"/>
                  </a:cubicBezTo>
                  <a:cubicBezTo>
                    <a:pt x="32424" y="47101"/>
                    <a:pt x="32387" y="47027"/>
                    <a:pt x="32350" y="46953"/>
                  </a:cubicBezTo>
                  <a:cubicBezTo>
                    <a:pt x="32276" y="46879"/>
                    <a:pt x="32202" y="46805"/>
                    <a:pt x="32091" y="46731"/>
                  </a:cubicBezTo>
                  <a:cubicBezTo>
                    <a:pt x="31833" y="46546"/>
                    <a:pt x="31426" y="46324"/>
                    <a:pt x="31167" y="46066"/>
                  </a:cubicBezTo>
                  <a:cubicBezTo>
                    <a:pt x="31130" y="46066"/>
                    <a:pt x="31019" y="45881"/>
                    <a:pt x="30871" y="45696"/>
                  </a:cubicBezTo>
                  <a:cubicBezTo>
                    <a:pt x="30354" y="44957"/>
                    <a:pt x="29429" y="43441"/>
                    <a:pt x="28616" y="42110"/>
                  </a:cubicBezTo>
                  <a:cubicBezTo>
                    <a:pt x="28209" y="41444"/>
                    <a:pt x="27840" y="40816"/>
                    <a:pt x="27581" y="40372"/>
                  </a:cubicBezTo>
                  <a:cubicBezTo>
                    <a:pt x="27378" y="40025"/>
                    <a:pt x="27221" y="39768"/>
                    <a:pt x="27162" y="39673"/>
                  </a:cubicBezTo>
                  <a:lnTo>
                    <a:pt x="27162" y="39673"/>
                  </a:lnTo>
                  <a:cubicBezTo>
                    <a:pt x="27016" y="38804"/>
                    <a:pt x="25533" y="30020"/>
                    <a:pt x="23884" y="21036"/>
                  </a:cubicBezTo>
                  <a:cubicBezTo>
                    <a:pt x="22997" y="16304"/>
                    <a:pt x="22072" y="11535"/>
                    <a:pt x="21296" y="7838"/>
                  </a:cubicBezTo>
                  <a:cubicBezTo>
                    <a:pt x="20926" y="5989"/>
                    <a:pt x="20556" y="4400"/>
                    <a:pt x="20261" y="3254"/>
                  </a:cubicBezTo>
                  <a:cubicBezTo>
                    <a:pt x="20113" y="2662"/>
                    <a:pt x="20002" y="2144"/>
                    <a:pt x="19854" y="1775"/>
                  </a:cubicBezTo>
                  <a:cubicBezTo>
                    <a:pt x="19817" y="1590"/>
                    <a:pt x="19743" y="1442"/>
                    <a:pt x="19706" y="1331"/>
                  </a:cubicBezTo>
                  <a:cubicBezTo>
                    <a:pt x="19632" y="1183"/>
                    <a:pt x="19595" y="1072"/>
                    <a:pt x="19521" y="998"/>
                  </a:cubicBezTo>
                  <a:cubicBezTo>
                    <a:pt x="19299" y="740"/>
                    <a:pt x="18967" y="592"/>
                    <a:pt x="18523" y="444"/>
                  </a:cubicBezTo>
                  <a:cubicBezTo>
                    <a:pt x="17895" y="259"/>
                    <a:pt x="17044" y="148"/>
                    <a:pt x="16009" y="74"/>
                  </a:cubicBezTo>
                  <a:cubicBezTo>
                    <a:pt x="15011" y="0"/>
                    <a:pt x="13865" y="0"/>
                    <a:pt x="126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51"/>
            <p:cNvSpPr/>
            <p:nvPr/>
          </p:nvSpPr>
          <p:spPr>
            <a:xfrm>
              <a:off x="2676375" y="4926925"/>
              <a:ext cx="287175" cy="118325"/>
            </a:xfrm>
            <a:custGeom>
              <a:avLst/>
              <a:gdLst/>
              <a:ahLst/>
              <a:cxnLst/>
              <a:rect l="l" t="t" r="r" b="b"/>
              <a:pathLst>
                <a:path w="11487" h="4733" extrusionOk="0">
                  <a:moveTo>
                    <a:pt x="1072" y="0"/>
                  </a:moveTo>
                  <a:cubicBezTo>
                    <a:pt x="1072" y="0"/>
                    <a:pt x="0" y="0"/>
                    <a:pt x="887" y="888"/>
                  </a:cubicBezTo>
                  <a:cubicBezTo>
                    <a:pt x="1775" y="1775"/>
                    <a:pt x="1775" y="4585"/>
                    <a:pt x="1775" y="4585"/>
                  </a:cubicBezTo>
                  <a:lnTo>
                    <a:pt x="2810" y="4585"/>
                  </a:lnTo>
                  <a:cubicBezTo>
                    <a:pt x="2810" y="4585"/>
                    <a:pt x="2477" y="3180"/>
                    <a:pt x="2995" y="2477"/>
                  </a:cubicBezTo>
                  <a:cubicBezTo>
                    <a:pt x="2995" y="2477"/>
                    <a:pt x="3097" y="2470"/>
                    <a:pt x="3259" y="2470"/>
                  </a:cubicBezTo>
                  <a:cubicBezTo>
                    <a:pt x="3805" y="2470"/>
                    <a:pt x="5030" y="2558"/>
                    <a:pt x="5287" y="3328"/>
                  </a:cubicBezTo>
                  <a:cubicBezTo>
                    <a:pt x="5509" y="4030"/>
                    <a:pt x="6248" y="4733"/>
                    <a:pt x="6248" y="4733"/>
                  </a:cubicBezTo>
                  <a:lnTo>
                    <a:pt x="9649" y="4733"/>
                  </a:lnTo>
                  <a:cubicBezTo>
                    <a:pt x="10574" y="4733"/>
                    <a:pt x="11165" y="4289"/>
                    <a:pt x="11313" y="4030"/>
                  </a:cubicBezTo>
                  <a:cubicBezTo>
                    <a:pt x="11442" y="3804"/>
                    <a:pt x="11487" y="3691"/>
                    <a:pt x="11075" y="3691"/>
                  </a:cubicBezTo>
                  <a:cubicBezTo>
                    <a:pt x="11016" y="3691"/>
                    <a:pt x="10948" y="3693"/>
                    <a:pt x="10869" y="3698"/>
                  </a:cubicBezTo>
                  <a:cubicBezTo>
                    <a:pt x="10783" y="3703"/>
                    <a:pt x="10660" y="3706"/>
                    <a:pt x="10509" y="3706"/>
                  </a:cubicBezTo>
                  <a:cubicBezTo>
                    <a:pt x="9626" y="3706"/>
                    <a:pt x="7820" y="3601"/>
                    <a:pt x="7283" y="3254"/>
                  </a:cubicBezTo>
                  <a:cubicBezTo>
                    <a:pt x="6951" y="3032"/>
                    <a:pt x="6581" y="2588"/>
                    <a:pt x="6322" y="2256"/>
                  </a:cubicBezTo>
                  <a:cubicBezTo>
                    <a:pt x="6063" y="1923"/>
                    <a:pt x="3697" y="814"/>
                    <a:pt x="2403" y="333"/>
                  </a:cubicBezTo>
                  <a:lnTo>
                    <a:pt x="107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51"/>
            <p:cNvSpPr/>
            <p:nvPr/>
          </p:nvSpPr>
          <p:spPr>
            <a:xfrm>
              <a:off x="2681900" y="4919525"/>
              <a:ext cx="287475" cy="133125"/>
            </a:xfrm>
            <a:custGeom>
              <a:avLst/>
              <a:gdLst/>
              <a:ahLst/>
              <a:cxnLst/>
              <a:rect l="l" t="t" r="r" b="b"/>
              <a:pathLst>
                <a:path w="11499" h="5325" extrusionOk="0">
                  <a:moveTo>
                    <a:pt x="802" y="598"/>
                  </a:moveTo>
                  <a:lnTo>
                    <a:pt x="2074" y="916"/>
                  </a:lnTo>
                  <a:lnTo>
                    <a:pt x="2074" y="916"/>
                  </a:lnTo>
                  <a:lnTo>
                    <a:pt x="2071" y="925"/>
                  </a:lnTo>
                  <a:cubicBezTo>
                    <a:pt x="2700" y="1147"/>
                    <a:pt x="3624" y="1553"/>
                    <a:pt x="4400" y="1923"/>
                  </a:cubicBezTo>
                  <a:cubicBezTo>
                    <a:pt x="4807" y="2108"/>
                    <a:pt x="5140" y="2293"/>
                    <a:pt x="5399" y="2441"/>
                  </a:cubicBezTo>
                  <a:cubicBezTo>
                    <a:pt x="5546" y="2515"/>
                    <a:pt x="5657" y="2589"/>
                    <a:pt x="5731" y="2626"/>
                  </a:cubicBezTo>
                  <a:lnTo>
                    <a:pt x="5842" y="2700"/>
                  </a:lnTo>
                  <a:lnTo>
                    <a:pt x="5842" y="2737"/>
                  </a:lnTo>
                  <a:cubicBezTo>
                    <a:pt x="6138" y="3106"/>
                    <a:pt x="6508" y="3550"/>
                    <a:pt x="6914" y="3809"/>
                  </a:cubicBezTo>
                  <a:cubicBezTo>
                    <a:pt x="7099" y="3957"/>
                    <a:pt x="7321" y="3994"/>
                    <a:pt x="7617" y="4067"/>
                  </a:cubicBezTo>
                  <a:cubicBezTo>
                    <a:pt x="8430" y="4252"/>
                    <a:pt x="9613" y="4289"/>
                    <a:pt x="10279" y="4289"/>
                  </a:cubicBezTo>
                  <a:lnTo>
                    <a:pt x="10744" y="4289"/>
                  </a:lnTo>
                  <a:cubicBezTo>
                    <a:pt x="10673" y="4360"/>
                    <a:pt x="10564" y="4443"/>
                    <a:pt x="10427" y="4511"/>
                  </a:cubicBezTo>
                  <a:cubicBezTo>
                    <a:pt x="10168" y="4622"/>
                    <a:pt x="9835" y="4733"/>
                    <a:pt x="9428" y="4733"/>
                  </a:cubicBezTo>
                  <a:lnTo>
                    <a:pt x="6175" y="4733"/>
                  </a:lnTo>
                  <a:cubicBezTo>
                    <a:pt x="6087" y="4644"/>
                    <a:pt x="5933" y="4480"/>
                    <a:pt x="5805" y="4289"/>
                  </a:cubicBezTo>
                  <a:cubicBezTo>
                    <a:pt x="5620" y="4067"/>
                    <a:pt x="5436" y="3772"/>
                    <a:pt x="5362" y="3550"/>
                  </a:cubicBezTo>
                  <a:cubicBezTo>
                    <a:pt x="5288" y="3291"/>
                    <a:pt x="5103" y="3069"/>
                    <a:pt x="4881" y="2921"/>
                  </a:cubicBezTo>
                  <a:cubicBezTo>
                    <a:pt x="4585" y="2700"/>
                    <a:pt x="4216" y="2589"/>
                    <a:pt x="3883" y="2515"/>
                  </a:cubicBezTo>
                  <a:cubicBezTo>
                    <a:pt x="3550" y="2441"/>
                    <a:pt x="3217" y="2441"/>
                    <a:pt x="3032" y="2441"/>
                  </a:cubicBezTo>
                  <a:lnTo>
                    <a:pt x="2774" y="2441"/>
                  </a:lnTo>
                  <a:cubicBezTo>
                    <a:pt x="2663" y="2441"/>
                    <a:pt x="2589" y="2515"/>
                    <a:pt x="2515" y="2589"/>
                  </a:cubicBezTo>
                  <a:cubicBezTo>
                    <a:pt x="2256" y="2958"/>
                    <a:pt x="2182" y="3439"/>
                    <a:pt x="2182" y="3883"/>
                  </a:cubicBezTo>
                  <a:cubicBezTo>
                    <a:pt x="2182" y="4130"/>
                    <a:pt x="2204" y="4363"/>
                    <a:pt x="2229" y="4548"/>
                  </a:cubicBezTo>
                  <a:lnTo>
                    <a:pt x="1842" y="4548"/>
                  </a:lnTo>
                  <a:cubicBezTo>
                    <a:pt x="1832" y="4256"/>
                    <a:pt x="1805" y="3800"/>
                    <a:pt x="1739" y="3291"/>
                  </a:cubicBezTo>
                  <a:cubicBezTo>
                    <a:pt x="1702" y="2884"/>
                    <a:pt x="1591" y="2441"/>
                    <a:pt x="1480" y="2034"/>
                  </a:cubicBezTo>
                  <a:cubicBezTo>
                    <a:pt x="1332" y="1627"/>
                    <a:pt x="1184" y="1258"/>
                    <a:pt x="888" y="962"/>
                  </a:cubicBezTo>
                  <a:cubicBezTo>
                    <a:pt x="777" y="851"/>
                    <a:pt x="703" y="740"/>
                    <a:pt x="666" y="703"/>
                  </a:cubicBezTo>
                  <a:lnTo>
                    <a:pt x="638" y="647"/>
                  </a:lnTo>
                  <a:lnTo>
                    <a:pt x="638" y="647"/>
                  </a:lnTo>
                  <a:cubicBezTo>
                    <a:pt x="659" y="629"/>
                    <a:pt x="711" y="629"/>
                    <a:pt x="740" y="629"/>
                  </a:cubicBezTo>
                  <a:lnTo>
                    <a:pt x="802" y="598"/>
                  </a:lnTo>
                  <a:close/>
                  <a:moveTo>
                    <a:pt x="851" y="1"/>
                  </a:moveTo>
                  <a:cubicBezTo>
                    <a:pt x="814" y="1"/>
                    <a:pt x="666" y="1"/>
                    <a:pt x="482" y="38"/>
                  </a:cubicBezTo>
                  <a:cubicBezTo>
                    <a:pt x="408" y="75"/>
                    <a:pt x="297" y="112"/>
                    <a:pt x="186" y="186"/>
                  </a:cubicBezTo>
                  <a:cubicBezTo>
                    <a:pt x="112" y="296"/>
                    <a:pt x="1" y="444"/>
                    <a:pt x="1" y="592"/>
                  </a:cubicBezTo>
                  <a:cubicBezTo>
                    <a:pt x="1" y="740"/>
                    <a:pt x="75" y="888"/>
                    <a:pt x="149" y="999"/>
                  </a:cubicBezTo>
                  <a:cubicBezTo>
                    <a:pt x="223" y="1110"/>
                    <a:pt x="297" y="1258"/>
                    <a:pt x="445" y="1406"/>
                  </a:cubicBezTo>
                  <a:cubicBezTo>
                    <a:pt x="629" y="1553"/>
                    <a:pt x="777" y="1849"/>
                    <a:pt x="888" y="2219"/>
                  </a:cubicBezTo>
                  <a:cubicBezTo>
                    <a:pt x="1073" y="2773"/>
                    <a:pt x="1147" y="3439"/>
                    <a:pt x="1184" y="3957"/>
                  </a:cubicBezTo>
                  <a:cubicBezTo>
                    <a:pt x="1221" y="4215"/>
                    <a:pt x="1221" y="4437"/>
                    <a:pt x="1221" y="4622"/>
                  </a:cubicBezTo>
                  <a:cubicBezTo>
                    <a:pt x="1258" y="4770"/>
                    <a:pt x="1258" y="4881"/>
                    <a:pt x="1258" y="4881"/>
                  </a:cubicBezTo>
                  <a:cubicBezTo>
                    <a:pt x="1258" y="4955"/>
                    <a:pt x="1258" y="5029"/>
                    <a:pt x="1332" y="5066"/>
                  </a:cubicBezTo>
                  <a:cubicBezTo>
                    <a:pt x="1406" y="5140"/>
                    <a:pt x="1480" y="5177"/>
                    <a:pt x="1554" y="5177"/>
                  </a:cubicBezTo>
                  <a:lnTo>
                    <a:pt x="2589" y="5177"/>
                  </a:lnTo>
                  <a:cubicBezTo>
                    <a:pt x="2700" y="5177"/>
                    <a:pt x="2774" y="5140"/>
                    <a:pt x="2848" y="5066"/>
                  </a:cubicBezTo>
                  <a:cubicBezTo>
                    <a:pt x="2922" y="4992"/>
                    <a:pt x="2922" y="4881"/>
                    <a:pt x="2885" y="4807"/>
                  </a:cubicBezTo>
                  <a:lnTo>
                    <a:pt x="2885" y="4770"/>
                  </a:lnTo>
                  <a:cubicBezTo>
                    <a:pt x="2885" y="4696"/>
                    <a:pt x="2811" y="4289"/>
                    <a:pt x="2811" y="3883"/>
                  </a:cubicBezTo>
                  <a:cubicBezTo>
                    <a:pt x="2811" y="3577"/>
                    <a:pt x="2836" y="3270"/>
                    <a:pt x="2950" y="3069"/>
                  </a:cubicBezTo>
                  <a:lnTo>
                    <a:pt x="3032" y="3069"/>
                  </a:lnTo>
                  <a:cubicBezTo>
                    <a:pt x="3254" y="3069"/>
                    <a:pt x="3698" y="3069"/>
                    <a:pt x="4068" y="3180"/>
                  </a:cubicBezTo>
                  <a:cubicBezTo>
                    <a:pt x="4253" y="3254"/>
                    <a:pt x="4400" y="3328"/>
                    <a:pt x="4511" y="3402"/>
                  </a:cubicBezTo>
                  <a:cubicBezTo>
                    <a:pt x="4659" y="3513"/>
                    <a:pt x="4733" y="3587"/>
                    <a:pt x="4770" y="3735"/>
                  </a:cubicBezTo>
                  <a:cubicBezTo>
                    <a:pt x="4881" y="4141"/>
                    <a:pt x="5177" y="4511"/>
                    <a:pt x="5399" y="4770"/>
                  </a:cubicBezTo>
                  <a:cubicBezTo>
                    <a:pt x="5620" y="5066"/>
                    <a:pt x="5842" y="5251"/>
                    <a:pt x="5842" y="5251"/>
                  </a:cubicBezTo>
                  <a:cubicBezTo>
                    <a:pt x="5879" y="5287"/>
                    <a:pt x="5953" y="5324"/>
                    <a:pt x="6027" y="5324"/>
                  </a:cubicBezTo>
                  <a:lnTo>
                    <a:pt x="9428" y="5324"/>
                  </a:lnTo>
                  <a:cubicBezTo>
                    <a:pt x="9946" y="5324"/>
                    <a:pt x="10353" y="5214"/>
                    <a:pt x="10685" y="5066"/>
                  </a:cubicBezTo>
                  <a:cubicBezTo>
                    <a:pt x="11018" y="4881"/>
                    <a:pt x="11240" y="4696"/>
                    <a:pt x="11351" y="4474"/>
                  </a:cubicBezTo>
                  <a:cubicBezTo>
                    <a:pt x="11388" y="4437"/>
                    <a:pt x="11425" y="4400"/>
                    <a:pt x="11425" y="4326"/>
                  </a:cubicBezTo>
                  <a:cubicBezTo>
                    <a:pt x="11462" y="4252"/>
                    <a:pt x="11499" y="4215"/>
                    <a:pt x="11499" y="4104"/>
                  </a:cubicBezTo>
                  <a:cubicBezTo>
                    <a:pt x="11499" y="4030"/>
                    <a:pt x="11462" y="3920"/>
                    <a:pt x="11425" y="3846"/>
                  </a:cubicBezTo>
                  <a:cubicBezTo>
                    <a:pt x="11314" y="3735"/>
                    <a:pt x="11240" y="3698"/>
                    <a:pt x="11129" y="3698"/>
                  </a:cubicBezTo>
                  <a:cubicBezTo>
                    <a:pt x="11055" y="3661"/>
                    <a:pt x="10981" y="3661"/>
                    <a:pt x="10870" y="3661"/>
                  </a:cubicBezTo>
                  <a:lnTo>
                    <a:pt x="10648" y="3661"/>
                  </a:lnTo>
                  <a:cubicBezTo>
                    <a:pt x="10574" y="3698"/>
                    <a:pt x="10427" y="3698"/>
                    <a:pt x="10279" y="3698"/>
                  </a:cubicBezTo>
                  <a:cubicBezTo>
                    <a:pt x="9835" y="3698"/>
                    <a:pt x="9170" y="3661"/>
                    <a:pt x="8578" y="3587"/>
                  </a:cubicBezTo>
                  <a:cubicBezTo>
                    <a:pt x="8282" y="3550"/>
                    <a:pt x="7987" y="3513"/>
                    <a:pt x="7728" y="3476"/>
                  </a:cubicBezTo>
                  <a:cubicBezTo>
                    <a:pt x="7506" y="3402"/>
                    <a:pt x="7321" y="3365"/>
                    <a:pt x="7247" y="3291"/>
                  </a:cubicBezTo>
                  <a:cubicBezTo>
                    <a:pt x="6951" y="3143"/>
                    <a:pt x="6582" y="2700"/>
                    <a:pt x="6360" y="2367"/>
                  </a:cubicBezTo>
                  <a:cubicBezTo>
                    <a:pt x="6286" y="2256"/>
                    <a:pt x="6212" y="2219"/>
                    <a:pt x="6101" y="2145"/>
                  </a:cubicBezTo>
                  <a:cubicBezTo>
                    <a:pt x="5731" y="1886"/>
                    <a:pt x="5103" y="1553"/>
                    <a:pt x="4363" y="1221"/>
                  </a:cubicBezTo>
                  <a:cubicBezTo>
                    <a:pt x="3661" y="888"/>
                    <a:pt x="2885" y="555"/>
                    <a:pt x="2293" y="333"/>
                  </a:cubicBezTo>
                  <a:lnTo>
                    <a:pt x="2256" y="333"/>
                  </a:lnTo>
                  <a:lnTo>
                    <a:pt x="92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51"/>
            <p:cNvSpPr/>
            <p:nvPr/>
          </p:nvSpPr>
          <p:spPr>
            <a:xfrm>
              <a:off x="2816850" y="4909350"/>
              <a:ext cx="98000" cy="95225"/>
            </a:xfrm>
            <a:custGeom>
              <a:avLst/>
              <a:gdLst/>
              <a:ahLst/>
              <a:cxnLst/>
              <a:rect l="l" t="t" r="r" b="b"/>
              <a:pathLst>
                <a:path w="3920" h="3809" extrusionOk="0">
                  <a:moveTo>
                    <a:pt x="2404" y="1"/>
                  </a:moveTo>
                  <a:cubicBezTo>
                    <a:pt x="2404" y="1"/>
                    <a:pt x="1" y="2293"/>
                    <a:pt x="38" y="2552"/>
                  </a:cubicBezTo>
                  <a:cubicBezTo>
                    <a:pt x="75" y="3144"/>
                    <a:pt x="1442" y="3809"/>
                    <a:pt x="1442" y="3809"/>
                  </a:cubicBezTo>
                  <a:lnTo>
                    <a:pt x="3919" y="2367"/>
                  </a:lnTo>
                  <a:lnTo>
                    <a:pt x="3624" y="1258"/>
                  </a:lnTo>
                  <a:cubicBezTo>
                    <a:pt x="3217" y="260"/>
                    <a:pt x="2404" y="1"/>
                    <a:pt x="24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51"/>
            <p:cNvSpPr/>
            <p:nvPr/>
          </p:nvSpPr>
          <p:spPr>
            <a:xfrm>
              <a:off x="2809450" y="4901600"/>
              <a:ext cx="113725" cy="111000"/>
            </a:xfrm>
            <a:custGeom>
              <a:avLst/>
              <a:gdLst/>
              <a:ahLst/>
              <a:cxnLst/>
              <a:rect l="l" t="t" r="r" b="b"/>
              <a:pathLst>
                <a:path w="4549" h="4440" extrusionOk="0">
                  <a:moveTo>
                    <a:pt x="629" y="2751"/>
                  </a:moveTo>
                  <a:lnTo>
                    <a:pt x="614" y="2757"/>
                  </a:lnTo>
                  <a:lnTo>
                    <a:pt x="614" y="2757"/>
                  </a:lnTo>
                  <a:cubicBezTo>
                    <a:pt x="616" y="2753"/>
                    <a:pt x="621" y="2751"/>
                    <a:pt x="629" y="2751"/>
                  </a:cubicBezTo>
                  <a:close/>
                  <a:moveTo>
                    <a:pt x="2769" y="674"/>
                  </a:moveTo>
                  <a:lnTo>
                    <a:pt x="2769" y="674"/>
                  </a:lnTo>
                  <a:cubicBezTo>
                    <a:pt x="2840" y="710"/>
                    <a:pt x="2933" y="762"/>
                    <a:pt x="3032" y="829"/>
                  </a:cubicBezTo>
                  <a:cubicBezTo>
                    <a:pt x="3217" y="1013"/>
                    <a:pt x="3476" y="1272"/>
                    <a:pt x="3624" y="1679"/>
                  </a:cubicBezTo>
                  <a:lnTo>
                    <a:pt x="3846" y="2529"/>
                  </a:lnTo>
                  <a:lnTo>
                    <a:pt x="1733" y="3776"/>
                  </a:lnTo>
                  <a:lnTo>
                    <a:pt x="1733" y="3776"/>
                  </a:lnTo>
                  <a:cubicBezTo>
                    <a:pt x="1584" y="3694"/>
                    <a:pt x="1322" y="3562"/>
                    <a:pt x="1110" y="3380"/>
                  </a:cubicBezTo>
                  <a:cubicBezTo>
                    <a:pt x="962" y="3269"/>
                    <a:pt x="814" y="3158"/>
                    <a:pt x="740" y="3047"/>
                  </a:cubicBezTo>
                  <a:cubicBezTo>
                    <a:pt x="693" y="2999"/>
                    <a:pt x="660" y="2936"/>
                    <a:pt x="643" y="2887"/>
                  </a:cubicBezTo>
                  <a:lnTo>
                    <a:pt x="643" y="2887"/>
                  </a:lnTo>
                  <a:cubicBezTo>
                    <a:pt x="663" y="2849"/>
                    <a:pt x="704" y="2800"/>
                    <a:pt x="777" y="2751"/>
                  </a:cubicBezTo>
                  <a:cubicBezTo>
                    <a:pt x="1036" y="2418"/>
                    <a:pt x="1591" y="1864"/>
                    <a:pt x="2034" y="1383"/>
                  </a:cubicBezTo>
                  <a:cubicBezTo>
                    <a:pt x="2335" y="1082"/>
                    <a:pt x="2608" y="824"/>
                    <a:pt x="2769" y="674"/>
                  </a:cubicBezTo>
                  <a:close/>
                  <a:moveTo>
                    <a:pt x="2722" y="1"/>
                  </a:moveTo>
                  <a:cubicBezTo>
                    <a:pt x="2643" y="1"/>
                    <a:pt x="2569" y="35"/>
                    <a:pt x="2515" y="89"/>
                  </a:cubicBezTo>
                  <a:cubicBezTo>
                    <a:pt x="2515" y="89"/>
                    <a:pt x="1886" y="644"/>
                    <a:pt x="1295" y="1272"/>
                  </a:cubicBezTo>
                  <a:cubicBezTo>
                    <a:pt x="999" y="1568"/>
                    <a:pt x="703" y="1864"/>
                    <a:pt x="481" y="2123"/>
                  </a:cubicBezTo>
                  <a:cubicBezTo>
                    <a:pt x="334" y="2270"/>
                    <a:pt x="260" y="2381"/>
                    <a:pt x="186" y="2492"/>
                  </a:cubicBezTo>
                  <a:lnTo>
                    <a:pt x="75" y="2640"/>
                  </a:lnTo>
                  <a:cubicBezTo>
                    <a:pt x="38" y="2677"/>
                    <a:pt x="1" y="2714"/>
                    <a:pt x="1" y="2862"/>
                  </a:cubicBezTo>
                  <a:cubicBezTo>
                    <a:pt x="1" y="2862"/>
                    <a:pt x="1" y="2862"/>
                    <a:pt x="1" y="2862"/>
                  </a:cubicBezTo>
                  <a:lnTo>
                    <a:pt x="1" y="2862"/>
                  </a:lnTo>
                  <a:cubicBezTo>
                    <a:pt x="1" y="2882"/>
                    <a:pt x="4" y="2897"/>
                    <a:pt x="7" y="2907"/>
                  </a:cubicBezTo>
                  <a:lnTo>
                    <a:pt x="7" y="2907"/>
                  </a:lnTo>
                  <a:cubicBezTo>
                    <a:pt x="53" y="3177"/>
                    <a:pt x="193" y="3352"/>
                    <a:pt x="334" y="3527"/>
                  </a:cubicBezTo>
                  <a:cubicBezTo>
                    <a:pt x="555" y="3786"/>
                    <a:pt x="888" y="4008"/>
                    <a:pt x="1147" y="4156"/>
                  </a:cubicBezTo>
                  <a:cubicBezTo>
                    <a:pt x="1406" y="4304"/>
                    <a:pt x="1628" y="4415"/>
                    <a:pt x="1628" y="4415"/>
                  </a:cubicBezTo>
                  <a:cubicBezTo>
                    <a:pt x="1658" y="4430"/>
                    <a:pt x="1695" y="4439"/>
                    <a:pt x="1733" y="4439"/>
                  </a:cubicBezTo>
                  <a:cubicBezTo>
                    <a:pt x="1787" y="4439"/>
                    <a:pt x="1843" y="4421"/>
                    <a:pt x="1886" y="4378"/>
                  </a:cubicBezTo>
                  <a:lnTo>
                    <a:pt x="4363" y="2936"/>
                  </a:lnTo>
                  <a:cubicBezTo>
                    <a:pt x="4474" y="2862"/>
                    <a:pt x="4548" y="2714"/>
                    <a:pt x="4511" y="2566"/>
                  </a:cubicBezTo>
                  <a:lnTo>
                    <a:pt x="4215" y="1494"/>
                  </a:lnTo>
                  <a:lnTo>
                    <a:pt x="4179" y="1457"/>
                  </a:lnTo>
                  <a:cubicBezTo>
                    <a:pt x="3994" y="903"/>
                    <a:pt x="3624" y="533"/>
                    <a:pt x="3365" y="311"/>
                  </a:cubicBezTo>
                  <a:cubicBezTo>
                    <a:pt x="3069" y="89"/>
                    <a:pt x="2848" y="15"/>
                    <a:pt x="2811" y="15"/>
                  </a:cubicBezTo>
                  <a:cubicBezTo>
                    <a:pt x="2781" y="5"/>
                    <a:pt x="2751" y="1"/>
                    <a:pt x="2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51"/>
            <p:cNvSpPr/>
            <p:nvPr/>
          </p:nvSpPr>
          <p:spPr>
            <a:xfrm>
              <a:off x="1840825" y="3478600"/>
              <a:ext cx="636850" cy="232925"/>
            </a:xfrm>
            <a:custGeom>
              <a:avLst/>
              <a:gdLst/>
              <a:ahLst/>
              <a:cxnLst/>
              <a:rect l="l" t="t" r="r" b="b"/>
              <a:pathLst>
                <a:path w="25474" h="9317" extrusionOk="0">
                  <a:moveTo>
                    <a:pt x="22590" y="0"/>
                  </a:moveTo>
                  <a:cubicBezTo>
                    <a:pt x="21628" y="0"/>
                    <a:pt x="20187" y="333"/>
                    <a:pt x="20187" y="333"/>
                  </a:cubicBezTo>
                  <a:lnTo>
                    <a:pt x="17414" y="1442"/>
                  </a:lnTo>
                  <a:lnTo>
                    <a:pt x="1" y="4252"/>
                  </a:lnTo>
                  <a:lnTo>
                    <a:pt x="407" y="9317"/>
                  </a:lnTo>
                  <a:lnTo>
                    <a:pt x="17931" y="3623"/>
                  </a:lnTo>
                  <a:lnTo>
                    <a:pt x="23107" y="2071"/>
                  </a:lnTo>
                  <a:cubicBezTo>
                    <a:pt x="23107" y="2071"/>
                    <a:pt x="24327" y="2921"/>
                    <a:pt x="24845" y="3217"/>
                  </a:cubicBezTo>
                  <a:cubicBezTo>
                    <a:pt x="24954" y="3279"/>
                    <a:pt x="25044" y="3305"/>
                    <a:pt x="25120" y="3305"/>
                  </a:cubicBezTo>
                  <a:cubicBezTo>
                    <a:pt x="25404" y="3305"/>
                    <a:pt x="25473" y="2933"/>
                    <a:pt x="25473" y="2699"/>
                  </a:cubicBezTo>
                  <a:cubicBezTo>
                    <a:pt x="25473" y="2403"/>
                    <a:pt x="23514" y="0"/>
                    <a:pt x="22590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51"/>
            <p:cNvSpPr/>
            <p:nvPr/>
          </p:nvSpPr>
          <p:spPr>
            <a:xfrm>
              <a:off x="1832500" y="3471200"/>
              <a:ext cx="652575" cy="248325"/>
            </a:xfrm>
            <a:custGeom>
              <a:avLst/>
              <a:gdLst/>
              <a:ahLst/>
              <a:cxnLst/>
              <a:rect l="l" t="t" r="r" b="b"/>
              <a:pathLst>
                <a:path w="26103" h="9933" extrusionOk="0">
                  <a:moveTo>
                    <a:pt x="22923" y="592"/>
                  </a:moveTo>
                  <a:cubicBezTo>
                    <a:pt x="22997" y="592"/>
                    <a:pt x="23292" y="703"/>
                    <a:pt x="23588" y="925"/>
                  </a:cubicBezTo>
                  <a:cubicBezTo>
                    <a:pt x="24032" y="1258"/>
                    <a:pt x="24512" y="1738"/>
                    <a:pt x="24919" y="2219"/>
                  </a:cubicBezTo>
                  <a:cubicBezTo>
                    <a:pt x="25104" y="2441"/>
                    <a:pt x="25252" y="2625"/>
                    <a:pt x="25363" y="2810"/>
                  </a:cubicBezTo>
                  <a:cubicBezTo>
                    <a:pt x="25437" y="2884"/>
                    <a:pt x="25474" y="2958"/>
                    <a:pt x="25474" y="2995"/>
                  </a:cubicBezTo>
                  <a:lnTo>
                    <a:pt x="25509" y="3031"/>
                  </a:lnTo>
                  <a:lnTo>
                    <a:pt x="25509" y="3031"/>
                  </a:lnTo>
                  <a:cubicBezTo>
                    <a:pt x="25503" y="3130"/>
                    <a:pt x="25474" y="3225"/>
                    <a:pt x="25474" y="3291"/>
                  </a:cubicBezTo>
                  <a:cubicBezTo>
                    <a:pt x="25474" y="3291"/>
                    <a:pt x="25437" y="3291"/>
                    <a:pt x="25363" y="3254"/>
                  </a:cubicBezTo>
                  <a:cubicBezTo>
                    <a:pt x="25104" y="3106"/>
                    <a:pt x="24660" y="2810"/>
                    <a:pt x="24291" y="2552"/>
                  </a:cubicBezTo>
                  <a:cubicBezTo>
                    <a:pt x="23921" y="2330"/>
                    <a:pt x="23588" y="2108"/>
                    <a:pt x="23588" y="2108"/>
                  </a:cubicBezTo>
                  <a:cubicBezTo>
                    <a:pt x="23536" y="2082"/>
                    <a:pt x="23484" y="2056"/>
                    <a:pt x="23418" y="2056"/>
                  </a:cubicBezTo>
                  <a:cubicBezTo>
                    <a:pt x="23391" y="2056"/>
                    <a:pt x="23362" y="2060"/>
                    <a:pt x="23329" y="2071"/>
                  </a:cubicBezTo>
                  <a:lnTo>
                    <a:pt x="18153" y="3624"/>
                  </a:lnTo>
                  <a:lnTo>
                    <a:pt x="1036" y="9206"/>
                  </a:lnTo>
                  <a:lnTo>
                    <a:pt x="666" y="4807"/>
                  </a:lnTo>
                  <a:lnTo>
                    <a:pt x="17784" y="2071"/>
                  </a:lnTo>
                  <a:lnTo>
                    <a:pt x="17858" y="2034"/>
                  </a:lnTo>
                  <a:lnTo>
                    <a:pt x="20589" y="905"/>
                  </a:lnTo>
                  <a:lnTo>
                    <a:pt x="20589" y="905"/>
                  </a:lnTo>
                  <a:lnTo>
                    <a:pt x="20594" y="925"/>
                  </a:lnTo>
                  <a:cubicBezTo>
                    <a:pt x="20594" y="925"/>
                    <a:pt x="20667" y="888"/>
                    <a:pt x="20815" y="851"/>
                  </a:cubicBezTo>
                  <a:cubicBezTo>
                    <a:pt x="21259" y="777"/>
                    <a:pt x="22257" y="592"/>
                    <a:pt x="22923" y="592"/>
                  </a:cubicBezTo>
                  <a:close/>
                  <a:moveTo>
                    <a:pt x="22923" y="1"/>
                  </a:moveTo>
                  <a:cubicBezTo>
                    <a:pt x="21924" y="1"/>
                    <a:pt x="20483" y="296"/>
                    <a:pt x="20446" y="296"/>
                  </a:cubicBezTo>
                  <a:lnTo>
                    <a:pt x="20409" y="333"/>
                  </a:lnTo>
                  <a:lnTo>
                    <a:pt x="17674" y="1449"/>
                  </a:lnTo>
                  <a:lnTo>
                    <a:pt x="17674" y="1449"/>
                  </a:lnTo>
                  <a:lnTo>
                    <a:pt x="17673" y="1442"/>
                  </a:lnTo>
                  <a:lnTo>
                    <a:pt x="297" y="4252"/>
                  </a:lnTo>
                  <a:cubicBezTo>
                    <a:pt x="112" y="4252"/>
                    <a:pt x="1" y="4400"/>
                    <a:pt x="38" y="4585"/>
                  </a:cubicBezTo>
                  <a:lnTo>
                    <a:pt x="445" y="9650"/>
                  </a:lnTo>
                  <a:cubicBezTo>
                    <a:pt x="445" y="9724"/>
                    <a:pt x="482" y="9835"/>
                    <a:pt x="592" y="9872"/>
                  </a:cubicBezTo>
                  <a:cubicBezTo>
                    <a:pt x="636" y="9915"/>
                    <a:pt x="679" y="9933"/>
                    <a:pt x="730" y="9933"/>
                  </a:cubicBezTo>
                  <a:cubicBezTo>
                    <a:pt x="766" y="9933"/>
                    <a:pt x="805" y="9924"/>
                    <a:pt x="851" y="9909"/>
                  </a:cubicBezTo>
                  <a:lnTo>
                    <a:pt x="18338" y="4215"/>
                  </a:lnTo>
                  <a:lnTo>
                    <a:pt x="23376" y="2704"/>
                  </a:lnTo>
                  <a:lnTo>
                    <a:pt x="23376" y="2704"/>
                  </a:lnTo>
                  <a:cubicBezTo>
                    <a:pt x="23704" y="2916"/>
                    <a:pt x="24610" y="3502"/>
                    <a:pt x="25030" y="3772"/>
                  </a:cubicBezTo>
                  <a:cubicBezTo>
                    <a:pt x="25178" y="3846"/>
                    <a:pt x="25326" y="3919"/>
                    <a:pt x="25474" y="3919"/>
                  </a:cubicBezTo>
                  <a:cubicBezTo>
                    <a:pt x="25622" y="3919"/>
                    <a:pt x="25732" y="3846"/>
                    <a:pt x="25843" y="3772"/>
                  </a:cubicBezTo>
                  <a:cubicBezTo>
                    <a:pt x="25991" y="3661"/>
                    <a:pt x="26028" y="3513"/>
                    <a:pt x="26065" y="3365"/>
                  </a:cubicBezTo>
                  <a:cubicBezTo>
                    <a:pt x="26102" y="3217"/>
                    <a:pt x="26102" y="3106"/>
                    <a:pt x="26102" y="2995"/>
                  </a:cubicBezTo>
                  <a:cubicBezTo>
                    <a:pt x="26102" y="2884"/>
                    <a:pt x="26102" y="2847"/>
                    <a:pt x="26065" y="2773"/>
                  </a:cubicBezTo>
                  <a:cubicBezTo>
                    <a:pt x="25991" y="2589"/>
                    <a:pt x="25843" y="2367"/>
                    <a:pt x="25622" y="2108"/>
                  </a:cubicBezTo>
                  <a:cubicBezTo>
                    <a:pt x="25289" y="1664"/>
                    <a:pt x="24808" y="1184"/>
                    <a:pt x="24365" y="777"/>
                  </a:cubicBezTo>
                  <a:cubicBezTo>
                    <a:pt x="24106" y="555"/>
                    <a:pt x="23884" y="370"/>
                    <a:pt x="23625" y="222"/>
                  </a:cubicBezTo>
                  <a:cubicBezTo>
                    <a:pt x="23403" y="111"/>
                    <a:pt x="23181" y="1"/>
                    <a:pt x="229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51"/>
            <p:cNvSpPr/>
            <p:nvPr/>
          </p:nvSpPr>
          <p:spPr>
            <a:xfrm>
              <a:off x="2303875" y="3514650"/>
              <a:ext cx="171025" cy="49925"/>
            </a:xfrm>
            <a:custGeom>
              <a:avLst/>
              <a:gdLst/>
              <a:ahLst/>
              <a:cxnLst/>
              <a:rect l="l" t="t" r="r" b="b"/>
              <a:pathLst>
                <a:path w="6841" h="1997" extrusionOk="0">
                  <a:moveTo>
                    <a:pt x="1665" y="0"/>
                  </a:moveTo>
                  <a:lnTo>
                    <a:pt x="1" y="1997"/>
                  </a:lnTo>
                  <a:cubicBezTo>
                    <a:pt x="1" y="1997"/>
                    <a:pt x="334" y="1997"/>
                    <a:pt x="1665" y="1886"/>
                  </a:cubicBezTo>
                  <a:cubicBezTo>
                    <a:pt x="3033" y="1775"/>
                    <a:pt x="3735" y="1146"/>
                    <a:pt x="3735" y="1146"/>
                  </a:cubicBezTo>
                  <a:cubicBezTo>
                    <a:pt x="3735" y="1146"/>
                    <a:pt x="4992" y="1257"/>
                    <a:pt x="5916" y="1257"/>
                  </a:cubicBezTo>
                  <a:cubicBezTo>
                    <a:pt x="6840" y="1257"/>
                    <a:pt x="6545" y="444"/>
                    <a:pt x="5805" y="333"/>
                  </a:cubicBezTo>
                  <a:cubicBezTo>
                    <a:pt x="5103" y="222"/>
                    <a:pt x="1665" y="0"/>
                    <a:pt x="166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51"/>
            <p:cNvSpPr/>
            <p:nvPr/>
          </p:nvSpPr>
          <p:spPr>
            <a:xfrm>
              <a:off x="2296500" y="3507250"/>
              <a:ext cx="177475" cy="64725"/>
            </a:xfrm>
            <a:custGeom>
              <a:avLst/>
              <a:gdLst/>
              <a:ahLst/>
              <a:cxnLst/>
              <a:rect l="l" t="t" r="r" b="b"/>
              <a:pathLst>
                <a:path w="7099" h="2589" extrusionOk="0">
                  <a:moveTo>
                    <a:pt x="1997" y="0"/>
                  </a:moveTo>
                  <a:cubicBezTo>
                    <a:pt x="1812" y="0"/>
                    <a:pt x="1664" y="111"/>
                    <a:pt x="1664" y="296"/>
                  </a:cubicBezTo>
                  <a:cubicBezTo>
                    <a:pt x="1664" y="444"/>
                    <a:pt x="1775" y="592"/>
                    <a:pt x="1960" y="629"/>
                  </a:cubicBezTo>
                  <a:cubicBezTo>
                    <a:pt x="1960" y="629"/>
                    <a:pt x="2810" y="666"/>
                    <a:pt x="3734" y="740"/>
                  </a:cubicBezTo>
                  <a:cubicBezTo>
                    <a:pt x="4695" y="814"/>
                    <a:pt x="5731" y="888"/>
                    <a:pt x="6063" y="925"/>
                  </a:cubicBezTo>
                  <a:cubicBezTo>
                    <a:pt x="6211" y="962"/>
                    <a:pt x="6322" y="999"/>
                    <a:pt x="6396" y="1073"/>
                  </a:cubicBezTo>
                  <a:lnTo>
                    <a:pt x="6470" y="1147"/>
                  </a:lnTo>
                  <a:lnTo>
                    <a:pt x="6470" y="1183"/>
                  </a:lnTo>
                  <a:cubicBezTo>
                    <a:pt x="6470" y="1220"/>
                    <a:pt x="6359" y="1257"/>
                    <a:pt x="6211" y="1257"/>
                  </a:cubicBezTo>
                  <a:cubicBezTo>
                    <a:pt x="5768" y="1257"/>
                    <a:pt x="5213" y="1220"/>
                    <a:pt x="4806" y="1183"/>
                  </a:cubicBezTo>
                  <a:cubicBezTo>
                    <a:pt x="4363" y="1183"/>
                    <a:pt x="4067" y="1147"/>
                    <a:pt x="4067" y="1147"/>
                  </a:cubicBezTo>
                  <a:cubicBezTo>
                    <a:pt x="3993" y="1147"/>
                    <a:pt x="3882" y="1147"/>
                    <a:pt x="3845" y="1220"/>
                  </a:cubicBezTo>
                  <a:cubicBezTo>
                    <a:pt x="3808" y="1220"/>
                    <a:pt x="3180" y="1775"/>
                    <a:pt x="1960" y="1849"/>
                  </a:cubicBezTo>
                  <a:cubicBezTo>
                    <a:pt x="1257" y="1923"/>
                    <a:pt x="850" y="1960"/>
                    <a:pt x="629" y="1960"/>
                  </a:cubicBezTo>
                  <a:lnTo>
                    <a:pt x="296" y="1960"/>
                  </a:lnTo>
                  <a:cubicBezTo>
                    <a:pt x="148" y="1960"/>
                    <a:pt x="0" y="2108"/>
                    <a:pt x="0" y="2293"/>
                  </a:cubicBezTo>
                  <a:cubicBezTo>
                    <a:pt x="0" y="2440"/>
                    <a:pt x="148" y="2588"/>
                    <a:pt x="296" y="2588"/>
                  </a:cubicBezTo>
                  <a:cubicBezTo>
                    <a:pt x="333" y="2588"/>
                    <a:pt x="629" y="2588"/>
                    <a:pt x="1997" y="2477"/>
                  </a:cubicBezTo>
                  <a:cubicBezTo>
                    <a:pt x="3158" y="2388"/>
                    <a:pt x="3888" y="1939"/>
                    <a:pt x="4147" y="1748"/>
                  </a:cubicBezTo>
                  <a:lnTo>
                    <a:pt x="4147" y="1748"/>
                  </a:lnTo>
                  <a:cubicBezTo>
                    <a:pt x="4475" y="1775"/>
                    <a:pt x="5429" y="1849"/>
                    <a:pt x="6211" y="1849"/>
                  </a:cubicBezTo>
                  <a:cubicBezTo>
                    <a:pt x="6470" y="1849"/>
                    <a:pt x="6655" y="1812"/>
                    <a:pt x="6840" y="1701"/>
                  </a:cubicBezTo>
                  <a:cubicBezTo>
                    <a:pt x="6988" y="1590"/>
                    <a:pt x="7099" y="1405"/>
                    <a:pt x="7099" y="1220"/>
                  </a:cubicBezTo>
                  <a:cubicBezTo>
                    <a:pt x="7099" y="962"/>
                    <a:pt x="6988" y="777"/>
                    <a:pt x="6803" y="629"/>
                  </a:cubicBezTo>
                  <a:cubicBezTo>
                    <a:pt x="6655" y="481"/>
                    <a:pt x="6433" y="370"/>
                    <a:pt x="6137" y="296"/>
                  </a:cubicBezTo>
                  <a:cubicBezTo>
                    <a:pt x="5768" y="259"/>
                    <a:pt x="4732" y="185"/>
                    <a:pt x="3771" y="111"/>
                  </a:cubicBezTo>
                  <a:cubicBezTo>
                    <a:pt x="2847" y="37"/>
                    <a:pt x="1997" y="0"/>
                    <a:pt x="19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51"/>
            <p:cNvSpPr/>
            <p:nvPr/>
          </p:nvSpPr>
          <p:spPr>
            <a:xfrm>
              <a:off x="1536750" y="3107250"/>
              <a:ext cx="905800" cy="1073350"/>
            </a:xfrm>
            <a:custGeom>
              <a:avLst/>
              <a:gdLst/>
              <a:ahLst/>
              <a:cxnLst/>
              <a:rect l="l" t="t" r="r" b="b"/>
              <a:pathLst>
                <a:path w="36232" h="42934" extrusionOk="0">
                  <a:moveTo>
                    <a:pt x="12856" y="1"/>
                  </a:moveTo>
                  <a:cubicBezTo>
                    <a:pt x="7710" y="1"/>
                    <a:pt x="4615" y="2378"/>
                    <a:pt x="4215" y="7090"/>
                  </a:cubicBezTo>
                  <a:cubicBezTo>
                    <a:pt x="3734" y="12784"/>
                    <a:pt x="2921" y="20881"/>
                    <a:pt x="2440" y="25095"/>
                  </a:cubicBezTo>
                  <a:cubicBezTo>
                    <a:pt x="1923" y="29310"/>
                    <a:pt x="0" y="30419"/>
                    <a:pt x="333" y="34819"/>
                  </a:cubicBezTo>
                  <a:cubicBezTo>
                    <a:pt x="629" y="39181"/>
                    <a:pt x="3069" y="42434"/>
                    <a:pt x="7284" y="42730"/>
                  </a:cubicBezTo>
                  <a:cubicBezTo>
                    <a:pt x="9090" y="42873"/>
                    <a:pt x="10563" y="42934"/>
                    <a:pt x="12094" y="42934"/>
                  </a:cubicBezTo>
                  <a:cubicBezTo>
                    <a:pt x="14135" y="42934"/>
                    <a:pt x="16278" y="42825"/>
                    <a:pt x="19447" y="42656"/>
                  </a:cubicBezTo>
                  <a:cubicBezTo>
                    <a:pt x="24105" y="42398"/>
                    <a:pt x="33754" y="41362"/>
                    <a:pt x="33754" y="41362"/>
                  </a:cubicBezTo>
                  <a:cubicBezTo>
                    <a:pt x="33754" y="41362"/>
                    <a:pt x="35455" y="37591"/>
                    <a:pt x="35603" y="35817"/>
                  </a:cubicBezTo>
                  <a:cubicBezTo>
                    <a:pt x="35751" y="34042"/>
                    <a:pt x="36232" y="28681"/>
                    <a:pt x="35270" y="28681"/>
                  </a:cubicBezTo>
                  <a:cubicBezTo>
                    <a:pt x="34309" y="28681"/>
                    <a:pt x="15713" y="29606"/>
                    <a:pt x="15713" y="29606"/>
                  </a:cubicBezTo>
                  <a:lnTo>
                    <a:pt x="16859" y="22507"/>
                  </a:lnTo>
                  <a:cubicBezTo>
                    <a:pt x="16859" y="22507"/>
                    <a:pt x="20741" y="19882"/>
                    <a:pt x="21074" y="18293"/>
                  </a:cubicBezTo>
                  <a:cubicBezTo>
                    <a:pt x="21369" y="16666"/>
                    <a:pt x="21221" y="9678"/>
                    <a:pt x="20408" y="5944"/>
                  </a:cubicBezTo>
                  <a:cubicBezTo>
                    <a:pt x="19595" y="2247"/>
                    <a:pt x="16193" y="288"/>
                    <a:pt x="16193" y="288"/>
                  </a:cubicBezTo>
                  <a:cubicBezTo>
                    <a:pt x="15002" y="97"/>
                    <a:pt x="13888" y="1"/>
                    <a:pt x="128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51"/>
            <p:cNvSpPr/>
            <p:nvPr/>
          </p:nvSpPr>
          <p:spPr>
            <a:xfrm>
              <a:off x="1535825" y="3099650"/>
              <a:ext cx="904875" cy="1088800"/>
            </a:xfrm>
            <a:custGeom>
              <a:avLst/>
              <a:gdLst/>
              <a:ahLst/>
              <a:cxnLst/>
              <a:rect l="l" t="t" r="r" b="b"/>
              <a:pathLst>
                <a:path w="36195" h="43552" extrusionOk="0">
                  <a:moveTo>
                    <a:pt x="12940" y="629"/>
                  </a:moveTo>
                  <a:cubicBezTo>
                    <a:pt x="13914" y="629"/>
                    <a:pt x="14958" y="699"/>
                    <a:pt x="16106" y="874"/>
                  </a:cubicBezTo>
                  <a:lnTo>
                    <a:pt x="16106" y="874"/>
                  </a:lnTo>
                  <a:lnTo>
                    <a:pt x="16120" y="888"/>
                  </a:lnTo>
                  <a:cubicBezTo>
                    <a:pt x="16267" y="999"/>
                    <a:pt x="17118" y="1516"/>
                    <a:pt x="18005" y="2440"/>
                  </a:cubicBezTo>
                  <a:cubicBezTo>
                    <a:pt x="18855" y="3365"/>
                    <a:pt x="19780" y="4659"/>
                    <a:pt x="20149" y="6322"/>
                  </a:cubicBezTo>
                  <a:cubicBezTo>
                    <a:pt x="20704" y="8836"/>
                    <a:pt x="20926" y="12903"/>
                    <a:pt x="20926" y="15713"/>
                  </a:cubicBezTo>
                  <a:cubicBezTo>
                    <a:pt x="20926" y="17007"/>
                    <a:pt x="20889" y="18042"/>
                    <a:pt x="20778" y="18523"/>
                  </a:cubicBezTo>
                  <a:cubicBezTo>
                    <a:pt x="20741" y="18818"/>
                    <a:pt x="20445" y="19262"/>
                    <a:pt x="20075" y="19706"/>
                  </a:cubicBezTo>
                  <a:cubicBezTo>
                    <a:pt x="19484" y="20408"/>
                    <a:pt x="18634" y="21111"/>
                    <a:pt x="17931" y="21628"/>
                  </a:cubicBezTo>
                  <a:cubicBezTo>
                    <a:pt x="17598" y="21924"/>
                    <a:pt x="17303" y="22146"/>
                    <a:pt x="17081" y="22294"/>
                  </a:cubicBezTo>
                  <a:cubicBezTo>
                    <a:pt x="16859" y="22442"/>
                    <a:pt x="16711" y="22552"/>
                    <a:pt x="16711" y="22552"/>
                  </a:cubicBezTo>
                  <a:cubicBezTo>
                    <a:pt x="16637" y="22589"/>
                    <a:pt x="16600" y="22663"/>
                    <a:pt x="16563" y="22737"/>
                  </a:cubicBezTo>
                  <a:lnTo>
                    <a:pt x="15454" y="29873"/>
                  </a:lnTo>
                  <a:cubicBezTo>
                    <a:pt x="15417" y="29984"/>
                    <a:pt x="15454" y="30058"/>
                    <a:pt x="15528" y="30131"/>
                  </a:cubicBezTo>
                  <a:cubicBezTo>
                    <a:pt x="15565" y="30205"/>
                    <a:pt x="15676" y="30242"/>
                    <a:pt x="15750" y="30242"/>
                  </a:cubicBezTo>
                  <a:cubicBezTo>
                    <a:pt x="15750" y="30242"/>
                    <a:pt x="16933" y="30168"/>
                    <a:pt x="18671" y="30094"/>
                  </a:cubicBezTo>
                  <a:cubicBezTo>
                    <a:pt x="21332" y="29947"/>
                    <a:pt x="25288" y="29762"/>
                    <a:pt x="28727" y="29614"/>
                  </a:cubicBezTo>
                  <a:cubicBezTo>
                    <a:pt x="30427" y="29503"/>
                    <a:pt x="31980" y="29429"/>
                    <a:pt x="33163" y="29392"/>
                  </a:cubicBezTo>
                  <a:cubicBezTo>
                    <a:pt x="34280" y="29357"/>
                    <a:pt x="35068" y="29322"/>
                    <a:pt x="35276" y="29318"/>
                  </a:cubicBezTo>
                  <a:lnTo>
                    <a:pt x="35276" y="29318"/>
                  </a:lnTo>
                  <a:cubicBezTo>
                    <a:pt x="35311" y="29322"/>
                    <a:pt x="35346" y="29361"/>
                    <a:pt x="35381" y="29466"/>
                  </a:cubicBezTo>
                  <a:cubicBezTo>
                    <a:pt x="35455" y="29651"/>
                    <a:pt x="35529" y="29984"/>
                    <a:pt x="35529" y="30316"/>
                  </a:cubicBezTo>
                  <a:cubicBezTo>
                    <a:pt x="35566" y="30686"/>
                    <a:pt x="35603" y="31130"/>
                    <a:pt x="35603" y="31573"/>
                  </a:cubicBezTo>
                  <a:cubicBezTo>
                    <a:pt x="35603" y="33200"/>
                    <a:pt x="35418" y="35159"/>
                    <a:pt x="35344" y="36121"/>
                  </a:cubicBezTo>
                  <a:cubicBezTo>
                    <a:pt x="35270" y="36934"/>
                    <a:pt x="34790" y="38302"/>
                    <a:pt x="34383" y="39448"/>
                  </a:cubicBezTo>
                  <a:cubicBezTo>
                    <a:pt x="34161" y="40040"/>
                    <a:pt x="33939" y="40557"/>
                    <a:pt x="33755" y="40927"/>
                  </a:cubicBezTo>
                  <a:cubicBezTo>
                    <a:pt x="33681" y="41129"/>
                    <a:pt x="33617" y="41286"/>
                    <a:pt x="33570" y="41392"/>
                  </a:cubicBezTo>
                  <a:lnTo>
                    <a:pt x="33570" y="41392"/>
                  </a:lnTo>
                  <a:cubicBezTo>
                    <a:pt x="33323" y="41419"/>
                    <a:pt x="32836" y="41469"/>
                    <a:pt x="32165" y="41518"/>
                  </a:cubicBezTo>
                  <a:cubicBezTo>
                    <a:pt x="29244" y="41851"/>
                    <a:pt x="22959" y="42443"/>
                    <a:pt x="19484" y="42628"/>
                  </a:cubicBezTo>
                  <a:cubicBezTo>
                    <a:pt x="16230" y="42812"/>
                    <a:pt x="14049" y="42923"/>
                    <a:pt x="11979" y="42923"/>
                  </a:cubicBezTo>
                  <a:cubicBezTo>
                    <a:pt x="10500" y="42923"/>
                    <a:pt x="9095" y="42886"/>
                    <a:pt x="7358" y="42738"/>
                  </a:cubicBezTo>
                  <a:cubicBezTo>
                    <a:pt x="5324" y="42591"/>
                    <a:pt x="3734" y="41740"/>
                    <a:pt x="2625" y="40409"/>
                  </a:cubicBezTo>
                  <a:cubicBezTo>
                    <a:pt x="1479" y="39078"/>
                    <a:pt x="814" y="37230"/>
                    <a:pt x="666" y="35086"/>
                  </a:cubicBezTo>
                  <a:cubicBezTo>
                    <a:pt x="629" y="34753"/>
                    <a:pt x="629" y="34457"/>
                    <a:pt x="629" y="34161"/>
                  </a:cubicBezTo>
                  <a:cubicBezTo>
                    <a:pt x="629" y="32387"/>
                    <a:pt x="1036" y="31241"/>
                    <a:pt x="1516" y="29984"/>
                  </a:cubicBezTo>
                  <a:cubicBezTo>
                    <a:pt x="1997" y="28727"/>
                    <a:pt x="2551" y="27396"/>
                    <a:pt x="2773" y="25436"/>
                  </a:cubicBezTo>
                  <a:cubicBezTo>
                    <a:pt x="3254" y="21222"/>
                    <a:pt x="4067" y="13088"/>
                    <a:pt x="4548" y="7431"/>
                  </a:cubicBezTo>
                  <a:cubicBezTo>
                    <a:pt x="4733" y="5102"/>
                    <a:pt x="5583" y="3439"/>
                    <a:pt x="6988" y="2329"/>
                  </a:cubicBezTo>
                  <a:cubicBezTo>
                    <a:pt x="8393" y="1183"/>
                    <a:pt x="10389" y="629"/>
                    <a:pt x="12940" y="629"/>
                  </a:cubicBezTo>
                  <a:close/>
                  <a:moveTo>
                    <a:pt x="12940" y="0"/>
                  </a:moveTo>
                  <a:cubicBezTo>
                    <a:pt x="10315" y="0"/>
                    <a:pt x="8171" y="592"/>
                    <a:pt x="6618" y="1849"/>
                  </a:cubicBezTo>
                  <a:cubicBezTo>
                    <a:pt x="5065" y="3069"/>
                    <a:pt x="4141" y="4954"/>
                    <a:pt x="3919" y="7358"/>
                  </a:cubicBezTo>
                  <a:cubicBezTo>
                    <a:pt x="3439" y="13051"/>
                    <a:pt x="2625" y="21148"/>
                    <a:pt x="2145" y="25362"/>
                  </a:cubicBezTo>
                  <a:cubicBezTo>
                    <a:pt x="1923" y="27248"/>
                    <a:pt x="1405" y="28505"/>
                    <a:pt x="925" y="29762"/>
                  </a:cubicBezTo>
                  <a:cubicBezTo>
                    <a:pt x="444" y="31019"/>
                    <a:pt x="0" y="32313"/>
                    <a:pt x="0" y="34161"/>
                  </a:cubicBezTo>
                  <a:cubicBezTo>
                    <a:pt x="0" y="34457"/>
                    <a:pt x="37" y="34790"/>
                    <a:pt x="37" y="35123"/>
                  </a:cubicBezTo>
                  <a:cubicBezTo>
                    <a:pt x="222" y="37378"/>
                    <a:pt x="925" y="39337"/>
                    <a:pt x="2145" y="40779"/>
                  </a:cubicBezTo>
                  <a:cubicBezTo>
                    <a:pt x="3365" y="42258"/>
                    <a:pt x="5102" y="43182"/>
                    <a:pt x="7284" y="43367"/>
                  </a:cubicBezTo>
                  <a:cubicBezTo>
                    <a:pt x="9058" y="43478"/>
                    <a:pt x="10500" y="43552"/>
                    <a:pt x="11979" y="43552"/>
                  </a:cubicBezTo>
                  <a:cubicBezTo>
                    <a:pt x="14086" y="43552"/>
                    <a:pt x="16267" y="43441"/>
                    <a:pt x="19521" y="43256"/>
                  </a:cubicBezTo>
                  <a:cubicBezTo>
                    <a:pt x="24179" y="42997"/>
                    <a:pt x="33828" y="41999"/>
                    <a:pt x="33828" y="41999"/>
                  </a:cubicBezTo>
                  <a:cubicBezTo>
                    <a:pt x="33939" y="41962"/>
                    <a:pt x="34013" y="41888"/>
                    <a:pt x="34087" y="41814"/>
                  </a:cubicBezTo>
                  <a:cubicBezTo>
                    <a:pt x="34087" y="41814"/>
                    <a:pt x="34494" y="40853"/>
                    <a:pt x="34938" y="39670"/>
                  </a:cubicBezTo>
                  <a:cubicBezTo>
                    <a:pt x="35381" y="38487"/>
                    <a:pt x="35862" y="37119"/>
                    <a:pt x="35936" y="36158"/>
                  </a:cubicBezTo>
                  <a:cubicBezTo>
                    <a:pt x="36047" y="35196"/>
                    <a:pt x="36195" y="33237"/>
                    <a:pt x="36195" y="31573"/>
                  </a:cubicBezTo>
                  <a:cubicBezTo>
                    <a:pt x="36195" y="30871"/>
                    <a:pt x="36195" y="30205"/>
                    <a:pt x="36084" y="29688"/>
                  </a:cubicBezTo>
                  <a:cubicBezTo>
                    <a:pt x="36047" y="29466"/>
                    <a:pt x="35973" y="29244"/>
                    <a:pt x="35862" y="29059"/>
                  </a:cubicBezTo>
                  <a:cubicBezTo>
                    <a:pt x="35825" y="28948"/>
                    <a:pt x="35751" y="28874"/>
                    <a:pt x="35640" y="28801"/>
                  </a:cubicBezTo>
                  <a:cubicBezTo>
                    <a:pt x="35566" y="28727"/>
                    <a:pt x="35455" y="28690"/>
                    <a:pt x="35307" y="28690"/>
                  </a:cubicBezTo>
                  <a:cubicBezTo>
                    <a:pt x="35048" y="28690"/>
                    <a:pt x="33718" y="28764"/>
                    <a:pt x="31832" y="28837"/>
                  </a:cubicBezTo>
                  <a:cubicBezTo>
                    <a:pt x="26798" y="29068"/>
                    <a:pt x="17985" y="29503"/>
                    <a:pt x="16108" y="29596"/>
                  </a:cubicBezTo>
                  <a:lnTo>
                    <a:pt x="16108" y="29596"/>
                  </a:lnTo>
                  <a:lnTo>
                    <a:pt x="17176" y="22948"/>
                  </a:lnTo>
                  <a:lnTo>
                    <a:pt x="17176" y="22948"/>
                  </a:lnTo>
                  <a:cubicBezTo>
                    <a:pt x="17480" y="22747"/>
                    <a:pt x="18267" y="22211"/>
                    <a:pt x="19077" y="21517"/>
                  </a:cubicBezTo>
                  <a:cubicBezTo>
                    <a:pt x="19595" y="21111"/>
                    <a:pt x="20112" y="20630"/>
                    <a:pt x="20519" y="20112"/>
                  </a:cubicBezTo>
                  <a:cubicBezTo>
                    <a:pt x="20963" y="19632"/>
                    <a:pt x="21295" y="19151"/>
                    <a:pt x="21406" y="18634"/>
                  </a:cubicBezTo>
                  <a:cubicBezTo>
                    <a:pt x="21517" y="18079"/>
                    <a:pt x="21554" y="17044"/>
                    <a:pt x="21554" y="15713"/>
                  </a:cubicBezTo>
                  <a:cubicBezTo>
                    <a:pt x="21554" y="12866"/>
                    <a:pt x="21295" y="8799"/>
                    <a:pt x="20741" y="6211"/>
                  </a:cubicBezTo>
                  <a:cubicBezTo>
                    <a:pt x="20334" y="4252"/>
                    <a:pt x="19225" y="2810"/>
                    <a:pt x="18264" y="1812"/>
                  </a:cubicBezTo>
                  <a:cubicBezTo>
                    <a:pt x="17266" y="851"/>
                    <a:pt x="16415" y="333"/>
                    <a:pt x="16378" y="333"/>
                  </a:cubicBezTo>
                  <a:lnTo>
                    <a:pt x="16267" y="296"/>
                  </a:lnTo>
                  <a:cubicBezTo>
                    <a:pt x="15084" y="111"/>
                    <a:pt x="13975" y="0"/>
                    <a:pt x="129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51"/>
            <p:cNvSpPr/>
            <p:nvPr/>
          </p:nvSpPr>
          <p:spPr>
            <a:xfrm>
              <a:off x="2022900" y="2863875"/>
              <a:ext cx="279150" cy="311575"/>
            </a:xfrm>
            <a:custGeom>
              <a:avLst/>
              <a:gdLst/>
              <a:ahLst/>
              <a:cxnLst/>
              <a:rect l="l" t="t" r="r" b="b"/>
              <a:pathLst>
                <a:path w="11166" h="12463" extrusionOk="0">
                  <a:moveTo>
                    <a:pt x="8878" y="1"/>
                  </a:moveTo>
                  <a:cubicBezTo>
                    <a:pt x="8592" y="1"/>
                    <a:pt x="8271" y="46"/>
                    <a:pt x="7913" y="152"/>
                  </a:cubicBezTo>
                  <a:cubicBezTo>
                    <a:pt x="5177" y="965"/>
                    <a:pt x="1" y="8396"/>
                    <a:pt x="1" y="8396"/>
                  </a:cubicBezTo>
                  <a:cubicBezTo>
                    <a:pt x="1" y="8396"/>
                    <a:pt x="1775" y="12463"/>
                    <a:pt x="2737" y="12463"/>
                  </a:cubicBezTo>
                  <a:cubicBezTo>
                    <a:pt x="3735" y="12463"/>
                    <a:pt x="7765" y="10836"/>
                    <a:pt x="9244" y="8248"/>
                  </a:cubicBezTo>
                  <a:cubicBezTo>
                    <a:pt x="10685" y="5660"/>
                    <a:pt x="11166" y="2074"/>
                    <a:pt x="11166" y="2074"/>
                  </a:cubicBezTo>
                  <a:cubicBezTo>
                    <a:pt x="11166" y="2074"/>
                    <a:pt x="10802" y="1"/>
                    <a:pt x="8878" y="1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51"/>
            <p:cNvSpPr/>
            <p:nvPr/>
          </p:nvSpPr>
          <p:spPr>
            <a:xfrm>
              <a:off x="2014600" y="2855650"/>
              <a:ext cx="294850" cy="327200"/>
            </a:xfrm>
            <a:custGeom>
              <a:avLst/>
              <a:gdLst/>
              <a:ahLst/>
              <a:cxnLst/>
              <a:rect l="l" t="t" r="r" b="b"/>
              <a:pathLst>
                <a:path w="11794" h="13088" extrusionOk="0">
                  <a:moveTo>
                    <a:pt x="9206" y="629"/>
                  </a:moveTo>
                  <a:cubicBezTo>
                    <a:pt x="9649" y="629"/>
                    <a:pt x="9945" y="739"/>
                    <a:pt x="10204" y="924"/>
                  </a:cubicBezTo>
                  <a:cubicBezTo>
                    <a:pt x="10611" y="1146"/>
                    <a:pt x="10869" y="1553"/>
                    <a:pt x="11017" y="1886"/>
                  </a:cubicBezTo>
                  <a:cubicBezTo>
                    <a:pt x="11091" y="2033"/>
                    <a:pt x="11128" y="2181"/>
                    <a:pt x="11165" y="2292"/>
                  </a:cubicBezTo>
                  <a:lnTo>
                    <a:pt x="11197" y="2418"/>
                  </a:lnTo>
                  <a:lnTo>
                    <a:pt x="11197" y="2418"/>
                  </a:lnTo>
                  <a:cubicBezTo>
                    <a:pt x="11192" y="2445"/>
                    <a:pt x="11183" y="2479"/>
                    <a:pt x="11165" y="2514"/>
                  </a:cubicBezTo>
                  <a:cubicBezTo>
                    <a:pt x="11054" y="3217"/>
                    <a:pt x="10537" y="6211"/>
                    <a:pt x="9280" y="8429"/>
                  </a:cubicBezTo>
                  <a:cubicBezTo>
                    <a:pt x="8614" y="9649"/>
                    <a:pt x="7283" y="10685"/>
                    <a:pt x="5989" y="11387"/>
                  </a:cubicBezTo>
                  <a:cubicBezTo>
                    <a:pt x="5361" y="11757"/>
                    <a:pt x="4695" y="12016"/>
                    <a:pt x="4178" y="12200"/>
                  </a:cubicBezTo>
                  <a:cubicBezTo>
                    <a:pt x="3660" y="12385"/>
                    <a:pt x="3254" y="12496"/>
                    <a:pt x="3069" y="12496"/>
                  </a:cubicBezTo>
                  <a:cubicBezTo>
                    <a:pt x="3069" y="12496"/>
                    <a:pt x="2995" y="12459"/>
                    <a:pt x="2884" y="12385"/>
                  </a:cubicBezTo>
                  <a:cubicBezTo>
                    <a:pt x="2662" y="12200"/>
                    <a:pt x="2403" y="11905"/>
                    <a:pt x="2144" y="11498"/>
                  </a:cubicBezTo>
                  <a:cubicBezTo>
                    <a:pt x="1775" y="10943"/>
                    <a:pt x="1368" y="10204"/>
                    <a:pt x="1072" y="9612"/>
                  </a:cubicBezTo>
                  <a:cubicBezTo>
                    <a:pt x="924" y="9317"/>
                    <a:pt x="813" y="9095"/>
                    <a:pt x="740" y="8910"/>
                  </a:cubicBezTo>
                  <a:cubicBezTo>
                    <a:pt x="719" y="8860"/>
                    <a:pt x="699" y="8815"/>
                    <a:pt x="681" y="8776"/>
                  </a:cubicBezTo>
                  <a:lnTo>
                    <a:pt x="681" y="8776"/>
                  </a:lnTo>
                  <a:cubicBezTo>
                    <a:pt x="715" y="8725"/>
                    <a:pt x="759" y="8659"/>
                    <a:pt x="813" y="8577"/>
                  </a:cubicBezTo>
                  <a:cubicBezTo>
                    <a:pt x="1294" y="7875"/>
                    <a:pt x="2625" y="6063"/>
                    <a:pt x="4104" y="4363"/>
                  </a:cubicBezTo>
                  <a:cubicBezTo>
                    <a:pt x="4880" y="3512"/>
                    <a:pt x="5657" y="2699"/>
                    <a:pt x="6396" y="2033"/>
                  </a:cubicBezTo>
                  <a:cubicBezTo>
                    <a:pt x="7135" y="1405"/>
                    <a:pt x="7838" y="924"/>
                    <a:pt x="8355" y="776"/>
                  </a:cubicBezTo>
                  <a:cubicBezTo>
                    <a:pt x="8688" y="666"/>
                    <a:pt x="8947" y="629"/>
                    <a:pt x="9206" y="629"/>
                  </a:cubicBezTo>
                  <a:close/>
                  <a:moveTo>
                    <a:pt x="9206" y="0"/>
                  </a:moveTo>
                  <a:cubicBezTo>
                    <a:pt x="8910" y="0"/>
                    <a:pt x="8540" y="74"/>
                    <a:pt x="8171" y="185"/>
                  </a:cubicBezTo>
                  <a:cubicBezTo>
                    <a:pt x="7394" y="407"/>
                    <a:pt x="6544" y="1072"/>
                    <a:pt x="5657" y="1886"/>
                  </a:cubicBezTo>
                  <a:cubicBezTo>
                    <a:pt x="2995" y="4363"/>
                    <a:pt x="74" y="8540"/>
                    <a:pt x="74" y="8577"/>
                  </a:cubicBezTo>
                  <a:cubicBezTo>
                    <a:pt x="0" y="8651"/>
                    <a:pt x="0" y="8762"/>
                    <a:pt x="37" y="8873"/>
                  </a:cubicBezTo>
                  <a:cubicBezTo>
                    <a:pt x="37" y="8873"/>
                    <a:pt x="481" y="9871"/>
                    <a:pt x="1072" y="10906"/>
                  </a:cubicBezTo>
                  <a:cubicBezTo>
                    <a:pt x="1368" y="11424"/>
                    <a:pt x="1664" y="11942"/>
                    <a:pt x="1997" y="12348"/>
                  </a:cubicBezTo>
                  <a:cubicBezTo>
                    <a:pt x="2144" y="12533"/>
                    <a:pt x="2329" y="12718"/>
                    <a:pt x="2477" y="12866"/>
                  </a:cubicBezTo>
                  <a:cubicBezTo>
                    <a:pt x="2662" y="12977"/>
                    <a:pt x="2847" y="13088"/>
                    <a:pt x="3069" y="13088"/>
                  </a:cubicBezTo>
                  <a:cubicBezTo>
                    <a:pt x="3401" y="13088"/>
                    <a:pt x="3845" y="12977"/>
                    <a:pt x="4400" y="12792"/>
                  </a:cubicBezTo>
                  <a:cubicBezTo>
                    <a:pt x="5250" y="12496"/>
                    <a:pt x="6285" y="11979"/>
                    <a:pt x="7283" y="11313"/>
                  </a:cubicBezTo>
                  <a:cubicBezTo>
                    <a:pt x="8282" y="10611"/>
                    <a:pt x="9243" y="9760"/>
                    <a:pt x="9834" y="8725"/>
                  </a:cubicBezTo>
                  <a:cubicBezTo>
                    <a:pt x="11313" y="6063"/>
                    <a:pt x="11794" y="2477"/>
                    <a:pt x="11794" y="2440"/>
                  </a:cubicBezTo>
                  <a:lnTo>
                    <a:pt x="11794" y="2366"/>
                  </a:lnTo>
                  <a:cubicBezTo>
                    <a:pt x="11794" y="2329"/>
                    <a:pt x="11720" y="1775"/>
                    <a:pt x="11350" y="1220"/>
                  </a:cubicBezTo>
                  <a:cubicBezTo>
                    <a:pt x="11165" y="924"/>
                    <a:pt x="10906" y="629"/>
                    <a:pt x="10537" y="407"/>
                  </a:cubicBezTo>
                  <a:cubicBezTo>
                    <a:pt x="10204" y="148"/>
                    <a:pt x="9760" y="0"/>
                    <a:pt x="9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51"/>
            <p:cNvSpPr/>
            <p:nvPr/>
          </p:nvSpPr>
          <p:spPr>
            <a:xfrm>
              <a:off x="1440650" y="2636575"/>
              <a:ext cx="1007450" cy="899975"/>
            </a:xfrm>
            <a:custGeom>
              <a:avLst/>
              <a:gdLst/>
              <a:ahLst/>
              <a:cxnLst/>
              <a:rect l="l" t="t" r="r" b="b"/>
              <a:pathLst>
                <a:path w="40298" h="35999" extrusionOk="0">
                  <a:moveTo>
                    <a:pt x="25818" y="0"/>
                  </a:moveTo>
                  <a:cubicBezTo>
                    <a:pt x="24898" y="0"/>
                    <a:pt x="23943" y="132"/>
                    <a:pt x="22958" y="482"/>
                  </a:cubicBezTo>
                  <a:cubicBezTo>
                    <a:pt x="18891" y="1960"/>
                    <a:pt x="18891" y="6471"/>
                    <a:pt x="18743" y="9392"/>
                  </a:cubicBezTo>
                  <a:cubicBezTo>
                    <a:pt x="18596" y="12312"/>
                    <a:pt x="18411" y="13126"/>
                    <a:pt x="12089" y="15381"/>
                  </a:cubicBezTo>
                  <a:cubicBezTo>
                    <a:pt x="5767" y="17673"/>
                    <a:pt x="2070" y="21703"/>
                    <a:pt x="924" y="27544"/>
                  </a:cubicBezTo>
                  <a:cubicBezTo>
                    <a:pt x="0" y="32252"/>
                    <a:pt x="3927" y="35999"/>
                    <a:pt x="8040" y="35999"/>
                  </a:cubicBezTo>
                  <a:cubicBezTo>
                    <a:pt x="9031" y="35999"/>
                    <a:pt x="10033" y="35782"/>
                    <a:pt x="10980" y="35308"/>
                  </a:cubicBezTo>
                  <a:cubicBezTo>
                    <a:pt x="15823" y="32905"/>
                    <a:pt x="15823" y="21703"/>
                    <a:pt x="19409" y="20409"/>
                  </a:cubicBezTo>
                  <a:cubicBezTo>
                    <a:pt x="22958" y="19115"/>
                    <a:pt x="27653" y="18967"/>
                    <a:pt x="29428" y="14087"/>
                  </a:cubicBezTo>
                  <a:cubicBezTo>
                    <a:pt x="29428" y="14087"/>
                    <a:pt x="29280" y="12978"/>
                    <a:pt x="33014" y="12978"/>
                  </a:cubicBezTo>
                  <a:cubicBezTo>
                    <a:pt x="36711" y="12978"/>
                    <a:pt x="39632" y="9392"/>
                    <a:pt x="39965" y="5510"/>
                  </a:cubicBezTo>
                  <a:cubicBezTo>
                    <a:pt x="40297" y="1628"/>
                    <a:pt x="36083" y="1295"/>
                    <a:pt x="33310" y="1295"/>
                  </a:cubicBezTo>
                  <a:cubicBezTo>
                    <a:pt x="31237" y="1295"/>
                    <a:pt x="28697" y="0"/>
                    <a:pt x="25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51"/>
            <p:cNvSpPr/>
            <p:nvPr/>
          </p:nvSpPr>
          <p:spPr>
            <a:xfrm>
              <a:off x="1452650" y="2629200"/>
              <a:ext cx="995450" cy="915050"/>
            </a:xfrm>
            <a:custGeom>
              <a:avLst/>
              <a:gdLst/>
              <a:ahLst/>
              <a:cxnLst/>
              <a:rect l="l" t="t" r="r" b="b"/>
              <a:pathLst>
                <a:path w="39818" h="36602" extrusionOk="0">
                  <a:moveTo>
                    <a:pt x="25325" y="592"/>
                  </a:moveTo>
                  <a:cubicBezTo>
                    <a:pt x="26730" y="592"/>
                    <a:pt x="28061" y="925"/>
                    <a:pt x="29318" y="1257"/>
                  </a:cubicBezTo>
                  <a:cubicBezTo>
                    <a:pt x="30575" y="1553"/>
                    <a:pt x="31758" y="1886"/>
                    <a:pt x="32830" y="1886"/>
                  </a:cubicBezTo>
                  <a:cubicBezTo>
                    <a:pt x="34161" y="1886"/>
                    <a:pt x="35788" y="1960"/>
                    <a:pt x="37045" y="2477"/>
                  </a:cubicBezTo>
                  <a:cubicBezTo>
                    <a:pt x="37710" y="2699"/>
                    <a:pt x="38228" y="3032"/>
                    <a:pt x="38597" y="3512"/>
                  </a:cubicBezTo>
                  <a:cubicBezTo>
                    <a:pt x="38967" y="3993"/>
                    <a:pt x="39189" y="4585"/>
                    <a:pt x="39189" y="5398"/>
                  </a:cubicBezTo>
                  <a:cubicBezTo>
                    <a:pt x="39189" y="5509"/>
                    <a:pt x="39189" y="5657"/>
                    <a:pt x="39189" y="5768"/>
                  </a:cubicBezTo>
                  <a:cubicBezTo>
                    <a:pt x="39041" y="7653"/>
                    <a:pt x="38228" y="9465"/>
                    <a:pt x="37045" y="10796"/>
                  </a:cubicBezTo>
                  <a:cubicBezTo>
                    <a:pt x="35861" y="12090"/>
                    <a:pt x="34272" y="12940"/>
                    <a:pt x="32534" y="12940"/>
                  </a:cubicBezTo>
                  <a:cubicBezTo>
                    <a:pt x="30797" y="12940"/>
                    <a:pt x="29835" y="13199"/>
                    <a:pt x="29318" y="13495"/>
                  </a:cubicBezTo>
                  <a:cubicBezTo>
                    <a:pt x="29022" y="13642"/>
                    <a:pt x="28874" y="13827"/>
                    <a:pt x="28763" y="13975"/>
                  </a:cubicBezTo>
                  <a:cubicBezTo>
                    <a:pt x="28686" y="14078"/>
                    <a:pt x="28662" y="14181"/>
                    <a:pt x="28655" y="14272"/>
                  </a:cubicBezTo>
                  <a:lnTo>
                    <a:pt x="28652" y="14271"/>
                  </a:lnTo>
                  <a:cubicBezTo>
                    <a:pt x="27802" y="16637"/>
                    <a:pt x="26286" y="17820"/>
                    <a:pt x="24475" y="18597"/>
                  </a:cubicBezTo>
                  <a:cubicBezTo>
                    <a:pt x="22700" y="19410"/>
                    <a:pt x="20630" y="19743"/>
                    <a:pt x="18818" y="20408"/>
                  </a:cubicBezTo>
                  <a:cubicBezTo>
                    <a:pt x="18300" y="20593"/>
                    <a:pt x="17857" y="20963"/>
                    <a:pt x="17487" y="21443"/>
                  </a:cubicBezTo>
                  <a:cubicBezTo>
                    <a:pt x="16822" y="22257"/>
                    <a:pt x="16341" y="23403"/>
                    <a:pt x="15860" y="24697"/>
                  </a:cubicBezTo>
                  <a:cubicBezTo>
                    <a:pt x="15158" y="26656"/>
                    <a:pt x="14566" y="28948"/>
                    <a:pt x="13716" y="30945"/>
                  </a:cubicBezTo>
                  <a:cubicBezTo>
                    <a:pt x="12866" y="32941"/>
                    <a:pt x="11831" y="34605"/>
                    <a:pt x="10352" y="35344"/>
                  </a:cubicBezTo>
                  <a:cubicBezTo>
                    <a:pt x="9464" y="35788"/>
                    <a:pt x="8503" y="36010"/>
                    <a:pt x="7579" y="36010"/>
                  </a:cubicBezTo>
                  <a:cubicBezTo>
                    <a:pt x="5804" y="36010"/>
                    <a:pt x="4067" y="35270"/>
                    <a:pt x="2773" y="34050"/>
                  </a:cubicBezTo>
                  <a:cubicBezTo>
                    <a:pt x="1479" y="32830"/>
                    <a:pt x="629" y="31130"/>
                    <a:pt x="629" y="29207"/>
                  </a:cubicBezTo>
                  <a:cubicBezTo>
                    <a:pt x="629" y="28800"/>
                    <a:pt x="665" y="28357"/>
                    <a:pt x="739" y="27913"/>
                  </a:cubicBezTo>
                  <a:cubicBezTo>
                    <a:pt x="1294" y="25029"/>
                    <a:pt x="2477" y="22626"/>
                    <a:pt x="4326" y="20630"/>
                  </a:cubicBezTo>
                  <a:cubicBezTo>
                    <a:pt x="6137" y="18670"/>
                    <a:pt x="8614" y="17081"/>
                    <a:pt x="11720" y="15972"/>
                  </a:cubicBezTo>
                  <a:cubicBezTo>
                    <a:pt x="14899" y="14825"/>
                    <a:pt x="16526" y="14086"/>
                    <a:pt x="17487" y="13162"/>
                  </a:cubicBezTo>
                  <a:cubicBezTo>
                    <a:pt x="17931" y="12681"/>
                    <a:pt x="18190" y="12164"/>
                    <a:pt x="18337" y="11609"/>
                  </a:cubicBezTo>
                  <a:cubicBezTo>
                    <a:pt x="18485" y="11054"/>
                    <a:pt x="18522" y="10426"/>
                    <a:pt x="18559" y="9724"/>
                  </a:cubicBezTo>
                  <a:cubicBezTo>
                    <a:pt x="18633" y="8245"/>
                    <a:pt x="18707" y="6396"/>
                    <a:pt x="19188" y="4769"/>
                  </a:cubicBezTo>
                  <a:cubicBezTo>
                    <a:pt x="19705" y="3143"/>
                    <a:pt x="20667" y="1775"/>
                    <a:pt x="22589" y="1072"/>
                  </a:cubicBezTo>
                  <a:cubicBezTo>
                    <a:pt x="23513" y="740"/>
                    <a:pt x="24438" y="592"/>
                    <a:pt x="25325" y="592"/>
                  </a:cubicBezTo>
                  <a:close/>
                  <a:moveTo>
                    <a:pt x="25325" y="0"/>
                  </a:moveTo>
                  <a:cubicBezTo>
                    <a:pt x="24401" y="0"/>
                    <a:pt x="23402" y="111"/>
                    <a:pt x="22367" y="481"/>
                  </a:cubicBezTo>
                  <a:cubicBezTo>
                    <a:pt x="20260" y="1257"/>
                    <a:pt x="19151" y="2847"/>
                    <a:pt x="18633" y="4585"/>
                  </a:cubicBezTo>
                  <a:cubicBezTo>
                    <a:pt x="18079" y="6322"/>
                    <a:pt x="18042" y="8208"/>
                    <a:pt x="17968" y="9687"/>
                  </a:cubicBezTo>
                  <a:cubicBezTo>
                    <a:pt x="17931" y="10389"/>
                    <a:pt x="17857" y="10981"/>
                    <a:pt x="17746" y="11461"/>
                  </a:cubicBezTo>
                  <a:cubicBezTo>
                    <a:pt x="17561" y="12164"/>
                    <a:pt x="17191" y="12681"/>
                    <a:pt x="16304" y="13310"/>
                  </a:cubicBezTo>
                  <a:cubicBezTo>
                    <a:pt x="15380" y="13901"/>
                    <a:pt x="13864" y="14567"/>
                    <a:pt x="11535" y="15380"/>
                  </a:cubicBezTo>
                  <a:cubicBezTo>
                    <a:pt x="8318" y="16526"/>
                    <a:pt x="5767" y="18153"/>
                    <a:pt x="3845" y="20223"/>
                  </a:cubicBezTo>
                  <a:cubicBezTo>
                    <a:pt x="1959" y="22294"/>
                    <a:pt x="702" y="24808"/>
                    <a:pt x="148" y="27765"/>
                  </a:cubicBezTo>
                  <a:cubicBezTo>
                    <a:pt x="37" y="28283"/>
                    <a:pt x="0" y="28726"/>
                    <a:pt x="0" y="29207"/>
                  </a:cubicBezTo>
                  <a:cubicBezTo>
                    <a:pt x="0" y="31314"/>
                    <a:pt x="924" y="33163"/>
                    <a:pt x="2329" y="34494"/>
                  </a:cubicBezTo>
                  <a:cubicBezTo>
                    <a:pt x="3734" y="35825"/>
                    <a:pt x="5620" y="36601"/>
                    <a:pt x="7579" y="36601"/>
                  </a:cubicBezTo>
                  <a:cubicBezTo>
                    <a:pt x="8614" y="36601"/>
                    <a:pt x="9649" y="36379"/>
                    <a:pt x="10611" y="35899"/>
                  </a:cubicBezTo>
                  <a:cubicBezTo>
                    <a:pt x="11942" y="35233"/>
                    <a:pt x="12866" y="34013"/>
                    <a:pt x="13642" y="32571"/>
                  </a:cubicBezTo>
                  <a:cubicBezTo>
                    <a:pt x="14751" y="30427"/>
                    <a:pt x="15491" y="27728"/>
                    <a:pt x="16267" y="25436"/>
                  </a:cubicBezTo>
                  <a:cubicBezTo>
                    <a:pt x="16637" y="24327"/>
                    <a:pt x="17043" y="23292"/>
                    <a:pt x="17487" y="22515"/>
                  </a:cubicBezTo>
                  <a:cubicBezTo>
                    <a:pt x="17931" y="21739"/>
                    <a:pt x="18448" y="21184"/>
                    <a:pt x="19003" y="21000"/>
                  </a:cubicBezTo>
                  <a:cubicBezTo>
                    <a:pt x="20777" y="20371"/>
                    <a:pt x="22848" y="20001"/>
                    <a:pt x="24733" y="19151"/>
                  </a:cubicBezTo>
                  <a:cubicBezTo>
                    <a:pt x="26619" y="18338"/>
                    <a:pt x="28319" y="17007"/>
                    <a:pt x="29244" y="14493"/>
                  </a:cubicBezTo>
                  <a:cubicBezTo>
                    <a:pt x="29271" y="14466"/>
                    <a:pt x="29278" y="14419"/>
                    <a:pt x="29266" y="14382"/>
                  </a:cubicBezTo>
                  <a:lnTo>
                    <a:pt x="29281" y="14382"/>
                  </a:lnTo>
                  <a:lnTo>
                    <a:pt x="29281" y="14345"/>
                  </a:lnTo>
                  <a:cubicBezTo>
                    <a:pt x="29281" y="14308"/>
                    <a:pt x="29318" y="14123"/>
                    <a:pt x="29761" y="13938"/>
                  </a:cubicBezTo>
                  <a:cubicBezTo>
                    <a:pt x="30205" y="13753"/>
                    <a:pt x="31055" y="13568"/>
                    <a:pt x="32534" y="13568"/>
                  </a:cubicBezTo>
                  <a:cubicBezTo>
                    <a:pt x="34494" y="13568"/>
                    <a:pt x="36231" y="12607"/>
                    <a:pt x="37525" y="11202"/>
                  </a:cubicBezTo>
                  <a:cubicBezTo>
                    <a:pt x="38782" y="9761"/>
                    <a:pt x="39632" y="7838"/>
                    <a:pt x="39780" y="5842"/>
                  </a:cubicBezTo>
                  <a:cubicBezTo>
                    <a:pt x="39817" y="5694"/>
                    <a:pt x="39817" y="5546"/>
                    <a:pt x="39817" y="5398"/>
                  </a:cubicBezTo>
                  <a:cubicBezTo>
                    <a:pt x="39817" y="4474"/>
                    <a:pt x="39559" y="3697"/>
                    <a:pt x="39078" y="3143"/>
                  </a:cubicBezTo>
                  <a:cubicBezTo>
                    <a:pt x="38375" y="2255"/>
                    <a:pt x="37303" y="1812"/>
                    <a:pt x="36194" y="1553"/>
                  </a:cubicBezTo>
                  <a:cubicBezTo>
                    <a:pt x="35048" y="1331"/>
                    <a:pt x="33865" y="1294"/>
                    <a:pt x="32830" y="1294"/>
                  </a:cubicBezTo>
                  <a:cubicBezTo>
                    <a:pt x="31869" y="1294"/>
                    <a:pt x="30723" y="961"/>
                    <a:pt x="29466" y="629"/>
                  </a:cubicBezTo>
                  <a:cubicBezTo>
                    <a:pt x="28209" y="333"/>
                    <a:pt x="26841" y="0"/>
                    <a:pt x="253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51"/>
            <p:cNvSpPr/>
            <p:nvPr/>
          </p:nvSpPr>
          <p:spPr>
            <a:xfrm>
              <a:off x="1917550" y="3189350"/>
              <a:ext cx="738725" cy="637725"/>
            </a:xfrm>
            <a:custGeom>
              <a:avLst/>
              <a:gdLst/>
              <a:ahLst/>
              <a:cxnLst/>
              <a:rect l="l" t="t" r="r" b="b"/>
              <a:pathLst>
                <a:path w="29549" h="25509" extrusionOk="0">
                  <a:moveTo>
                    <a:pt x="3335" y="0"/>
                  </a:moveTo>
                  <a:cubicBezTo>
                    <a:pt x="3240" y="0"/>
                    <a:pt x="3151" y="24"/>
                    <a:pt x="3069" y="72"/>
                  </a:cubicBezTo>
                  <a:lnTo>
                    <a:pt x="0" y="7873"/>
                  </a:lnTo>
                  <a:cubicBezTo>
                    <a:pt x="0" y="7873"/>
                    <a:pt x="8245" y="25508"/>
                    <a:pt x="9391" y="25508"/>
                  </a:cubicBezTo>
                  <a:cubicBezTo>
                    <a:pt x="10537" y="25508"/>
                    <a:pt x="23477" y="16783"/>
                    <a:pt x="23477" y="16783"/>
                  </a:cubicBezTo>
                  <a:cubicBezTo>
                    <a:pt x="23477" y="16783"/>
                    <a:pt x="23986" y="16931"/>
                    <a:pt x="24512" y="16931"/>
                  </a:cubicBezTo>
                  <a:cubicBezTo>
                    <a:pt x="24775" y="16931"/>
                    <a:pt x="25042" y="16894"/>
                    <a:pt x="25251" y="16783"/>
                  </a:cubicBezTo>
                  <a:cubicBezTo>
                    <a:pt x="25917" y="16450"/>
                    <a:pt x="27211" y="14824"/>
                    <a:pt x="27211" y="14824"/>
                  </a:cubicBezTo>
                  <a:cubicBezTo>
                    <a:pt x="27211" y="14824"/>
                    <a:pt x="28673" y="15931"/>
                    <a:pt x="29258" y="15931"/>
                  </a:cubicBezTo>
                  <a:cubicBezTo>
                    <a:pt x="29451" y="15931"/>
                    <a:pt x="29548" y="15810"/>
                    <a:pt x="29466" y="15489"/>
                  </a:cubicBezTo>
                  <a:cubicBezTo>
                    <a:pt x="29170" y="14195"/>
                    <a:pt x="27543" y="12901"/>
                    <a:pt x="26064" y="12901"/>
                  </a:cubicBezTo>
                  <a:cubicBezTo>
                    <a:pt x="24623" y="12901"/>
                    <a:pt x="22515" y="16303"/>
                    <a:pt x="22515" y="16303"/>
                  </a:cubicBezTo>
                  <a:lnTo>
                    <a:pt x="11165" y="20332"/>
                  </a:lnTo>
                  <a:cubicBezTo>
                    <a:pt x="11165" y="20332"/>
                    <a:pt x="8245" y="7688"/>
                    <a:pt x="6803" y="4620"/>
                  </a:cubicBezTo>
                  <a:cubicBezTo>
                    <a:pt x="5474" y="1862"/>
                    <a:pt x="4175" y="0"/>
                    <a:pt x="33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51"/>
            <p:cNvSpPr/>
            <p:nvPr/>
          </p:nvSpPr>
          <p:spPr>
            <a:xfrm>
              <a:off x="1908300" y="3181900"/>
              <a:ext cx="755150" cy="653500"/>
            </a:xfrm>
            <a:custGeom>
              <a:avLst/>
              <a:gdLst/>
              <a:ahLst/>
              <a:cxnLst/>
              <a:rect l="l" t="t" r="r" b="b"/>
              <a:pathLst>
                <a:path w="30206" h="26140" extrusionOk="0">
                  <a:moveTo>
                    <a:pt x="3698" y="1"/>
                  </a:moveTo>
                  <a:cubicBezTo>
                    <a:pt x="3550" y="1"/>
                    <a:pt x="3402" y="38"/>
                    <a:pt x="3291" y="112"/>
                  </a:cubicBezTo>
                  <a:cubicBezTo>
                    <a:pt x="3143" y="223"/>
                    <a:pt x="3106" y="407"/>
                    <a:pt x="3180" y="555"/>
                  </a:cubicBezTo>
                  <a:cubicBezTo>
                    <a:pt x="3225" y="645"/>
                    <a:pt x="3310" y="694"/>
                    <a:pt x="3403" y="694"/>
                  </a:cubicBezTo>
                  <a:cubicBezTo>
                    <a:pt x="3464" y="694"/>
                    <a:pt x="3528" y="673"/>
                    <a:pt x="3587" y="629"/>
                  </a:cubicBezTo>
                  <a:lnTo>
                    <a:pt x="3698" y="629"/>
                  </a:lnTo>
                  <a:cubicBezTo>
                    <a:pt x="3808" y="629"/>
                    <a:pt x="3993" y="666"/>
                    <a:pt x="4215" y="888"/>
                  </a:cubicBezTo>
                  <a:cubicBezTo>
                    <a:pt x="4585" y="1184"/>
                    <a:pt x="4992" y="1701"/>
                    <a:pt x="5472" y="2404"/>
                  </a:cubicBezTo>
                  <a:cubicBezTo>
                    <a:pt x="5916" y="3143"/>
                    <a:pt x="6396" y="4031"/>
                    <a:pt x="6877" y="5066"/>
                  </a:cubicBezTo>
                  <a:cubicBezTo>
                    <a:pt x="7247" y="5805"/>
                    <a:pt x="7690" y="7136"/>
                    <a:pt x="8171" y="8763"/>
                  </a:cubicBezTo>
                  <a:cubicBezTo>
                    <a:pt x="8873" y="11166"/>
                    <a:pt x="9650" y="14161"/>
                    <a:pt x="10241" y="16564"/>
                  </a:cubicBezTo>
                  <a:cubicBezTo>
                    <a:pt x="10537" y="17747"/>
                    <a:pt x="10796" y="18782"/>
                    <a:pt x="10981" y="19521"/>
                  </a:cubicBezTo>
                  <a:cubicBezTo>
                    <a:pt x="11129" y="20261"/>
                    <a:pt x="11240" y="20704"/>
                    <a:pt x="11240" y="20704"/>
                  </a:cubicBezTo>
                  <a:cubicBezTo>
                    <a:pt x="11277" y="20778"/>
                    <a:pt x="11314" y="20852"/>
                    <a:pt x="11387" y="20889"/>
                  </a:cubicBezTo>
                  <a:cubicBezTo>
                    <a:pt x="11431" y="20932"/>
                    <a:pt x="11487" y="20950"/>
                    <a:pt x="11541" y="20950"/>
                  </a:cubicBezTo>
                  <a:cubicBezTo>
                    <a:pt x="11579" y="20950"/>
                    <a:pt x="11616" y="20941"/>
                    <a:pt x="11646" y="20926"/>
                  </a:cubicBezTo>
                  <a:lnTo>
                    <a:pt x="22996" y="16859"/>
                  </a:lnTo>
                  <a:cubicBezTo>
                    <a:pt x="23070" y="16859"/>
                    <a:pt x="23107" y="16822"/>
                    <a:pt x="23144" y="16748"/>
                  </a:cubicBezTo>
                  <a:cubicBezTo>
                    <a:pt x="23144" y="16748"/>
                    <a:pt x="23181" y="16711"/>
                    <a:pt x="23218" y="16601"/>
                  </a:cubicBezTo>
                  <a:cubicBezTo>
                    <a:pt x="23440" y="16305"/>
                    <a:pt x="23994" y="15491"/>
                    <a:pt x="24623" y="14789"/>
                  </a:cubicBezTo>
                  <a:cubicBezTo>
                    <a:pt x="24956" y="14419"/>
                    <a:pt x="25288" y="14087"/>
                    <a:pt x="25621" y="13865"/>
                  </a:cubicBezTo>
                  <a:cubicBezTo>
                    <a:pt x="25917" y="13606"/>
                    <a:pt x="26250" y="13495"/>
                    <a:pt x="26434" y="13495"/>
                  </a:cubicBezTo>
                  <a:cubicBezTo>
                    <a:pt x="27100" y="13495"/>
                    <a:pt x="27802" y="13791"/>
                    <a:pt x="28394" y="14234"/>
                  </a:cubicBezTo>
                  <a:cubicBezTo>
                    <a:pt x="28985" y="14678"/>
                    <a:pt x="29429" y="15307"/>
                    <a:pt x="29540" y="15861"/>
                  </a:cubicBezTo>
                  <a:cubicBezTo>
                    <a:pt x="29556" y="15877"/>
                    <a:pt x="29565" y="15892"/>
                    <a:pt x="29570" y="15908"/>
                  </a:cubicBezTo>
                  <a:lnTo>
                    <a:pt x="29570" y="15908"/>
                  </a:lnTo>
                  <a:cubicBezTo>
                    <a:pt x="29496" y="15903"/>
                    <a:pt x="29352" y="15845"/>
                    <a:pt x="29207" y="15787"/>
                  </a:cubicBezTo>
                  <a:cubicBezTo>
                    <a:pt x="28875" y="15639"/>
                    <a:pt x="28542" y="15418"/>
                    <a:pt x="28246" y="15233"/>
                  </a:cubicBezTo>
                  <a:cubicBezTo>
                    <a:pt x="28098" y="15122"/>
                    <a:pt x="27987" y="15048"/>
                    <a:pt x="27913" y="14974"/>
                  </a:cubicBezTo>
                  <a:cubicBezTo>
                    <a:pt x="27802" y="14900"/>
                    <a:pt x="27765" y="14900"/>
                    <a:pt x="27765" y="14900"/>
                  </a:cubicBezTo>
                  <a:cubicBezTo>
                    <a:pt x="27697" y="14848"/>
                    <a:pt x="27620" y="14821"/>
                    <a:pt x="27550" y="14821"/>
                  </a:cubicBezTo>
                  <a:cubicBezTo>
                    <a:pt x="27470" y="14821"/>
                    <a:pt x="27398" y="14858"/>
                    <a:pt x="27359" y="14937"/>
                  </a:cubicBezTo>
                  <a:cubicBezTo>
                    <a:pt x="27359" y="14937"/>
                    <a:pt x="27248" y="15048"/>
                    <a:pt x="27137" y="15196"/>
                  </a:cubicBezTo>
                  <a:cubicBezTo>
                    <a:pt x="26952" y="15418"/>
                    <a:pt x="26619" y="15787"/>
                    <a:pt x="26324" y="16083"/>
                  </a:cubicBezTo>
                  <a:cubicBezTo>
                    <a:pt x="25991" y="16416"/>
                    <a:pt x="25658" y="16711"/>
                    <a:pt x="25510" y="16785"/>
                  </a:cubicBezTo>
                  <a:cubicBezTo>
                    <a:pt x="25362" y="16859"/>
                    <a:pt x="25141" y="16896"/>
                    <a:pt x="24882" y="16896"/>
                  </a:cubicBezTo>
                  <a:cubicBezTo>
                    <a:pt x="24660" y="16896"/>
                    <a:pt x="24401" y="16859"/>
                    <a:pt x="24216" y="16859"/>
                  </a:cubicBezTo>
                  <a:cubicBezTo>
                    <a:pt x="24142" y="16822"/>
                    <a:pt x="24068" y="16822"/>
                    <a:pt x="24031" y="16785"/>
                  </a:cubicBezTo>
                  <a:lnTo>
                    <a:pt x="23957" y="16785"/>
                  </a:lnTo>
                  <a:cubicBezTo>
                    <a:pt x="23912" y="16770"/>
                    <a:pt x="23872" y="16761"/>
                    <a:pt x="23836" y="16761"/>
                  </a:cubicBezTo>
                  <a:cubicBezTo>
                    <a:pt x="23785" y="16761"/>
                    <a:pt x="23742" y="16779"/>
                    <a:pt x="23699" y="16822"/>
                  </a:cubicBezTo>
                  <a:cubicBezTo>
                    <a:pt x="23699" y="16822"/>
                    <a:pt x="23477" y="16970"/>
                    <a:pt x="23107" y="17192"/>
                  </a:cubicBezTo>
                  <a:cubicBezTo>
                    <a:pt x="21887" y="18042"/>
                    <a:pt x="18745" y="20113"/>
                    <a:pt x="15787" y="21998"/>
                  </a:cubicBezTo>
                  <a:cubicBezTo>
                    <a:pt x="14308" y="22960"/>
                    <a:pt x="12903" y="23847"/>
                    <a:pt x="11794" y="24475"/>
                  </a:cubicBezTo>
                  <a:cubicBezTo>
                    <a:pt x="11240" y="24808"/>
                    <a:pt x="10759" y="25067"/>
                    <a:pt x="10389" y="25252"/>
                  </a:cubicBezTo>
                  <a:cubicBezTo>
                    <a:pt x="10204" y="25363"/>
                    <a:pt x="10057" y="25400"/>
                    <a:pt x="9946" y="25474"/>
                  </a:cubicBezTo>
                  <a:cubicBezTo>
                    <a:pt x="9885" y="25474"/>
                    <a:pt x="9849" y="25498"/>
                    <a:pt x="9818" y="25507"/>
                  </a:cubicBezTo>
                  <a:lnTo>
                    <a:pt x="9818" y="25507"/>
                  </a:lnTo>
                  <a:cubicBezTo>
                    <a:pt x="9771" y="25492"/>
                    <a:pt x="9673" y="25419"/>
                    <a:pt x="9576" y="25289"/>
                  </a:cubicBezTo>
                  <a:cubicBezTo>
                    <a:pt x="9095" y="24697"/>
                    <a:pt x="8282" y="23292"/>
                    <a:pt x="7321" y="21555"/>
                  </a:cubicBezTo>
                  <a:cubicBezTo>
                    <a:pt x="5953" y="18967"/>
                    <a:pt x="4252" y="15565"/>
                    <a:pt x="2921" y="12830"/>
                  </a:cubicBezTo>
                  <a:cubicBezTo>
                    <a:pt x="2293" y="11462"/>
                    <a:pt x="1701" y="10279"/>
                    <a:pt x="1294" y="9428"/>
                  </a:cubicBezTo>
                  <a:cubicBezTo>
                    <a:pt x="888" y="8541"/>
                    <a:pt x="629" y="8023"/>
                    <a:pt x="629" y="8023"/>
                  </a:cubicBezTo>
                  <a:cubicBezTo>
                    <a:pt x="575" y="7915"/>
                    <a:pt x="461" y="7846"/>
                    <a:pt x="346" y="7846"/>
                  </a:cubicBezTo>
                  <a:cubicBezTo>
                    <a:pt x="304" y="7846"/>
                    <a:pt x="262" y="7856"/>
                    <a:pt x="222" y="7875"/>
                  </a:cubicBezTo>
                  <a:cubicBezTo>
                    <a:pt x="74" y="7949"/>
                    <a:pt x="1" y="8134"/>
                    <a:pt x="74" y="8282"/>
                  </a:cubicBezTo>
                  <a:cubicBezTo>
                    <a:pt x="74" y="8282"/>
                    <a:pt x="2145" y="12719"/>
                    <a:pt x="4363" y="17118"/>
                  </a:cubicBezTo>
                  <a:cubicBezTo>
                    <a:pt x="5472" y="19336"/>
                    <a:pt x="6618" y="21555"/>
                    <a:pt x="7543" y="23218"/>
                  </a:cubicBezTo>
                  <a:cubicBezTo>
                    <a:pt x="8023" y="24032"/>
                    <a:pt x="8430" y="24734"/>
                    <a:pt x="8763" y="25252"/>
                  </a:cubicBezTo>
                  <a:cubicBezTo>
                    <a:pt x="8947" y="25474"/>
                    <a:pt x="9095" y="25695"/>
                    <a:pt x="9243" y="25843"/>
                  </a:cubicBezTo>
                  <a:cubicBezTo>
                    <a:pt x="9317" y="25917"/>
                    <a:pt x="9391" y="25991"/>
                    <a:pt x="9465" y="26028"/>
                  </a:cubicBezTo>
                  <a:cubicBezTo>
                    <a:pt x="9539" y="26065"/>
                    <a:pt x="9613" y="26139"/>
                    <a:pt x="9761" y="26139"/>
                  </a:cubicBezTo>
                  <a:cubicBezTo>
                    <a:pt x="9909" y="26139"/>
                    <a:pt x="10057" y="26065"/>
                    <a:pt x="10204" y="25991"/>
                  </a:cubicBezTo>
                  <a:cubicBezTo>
                    <a:pt x="10870" y="25732"/>
                    <a:pt x="12016" y="25104"/>
                    <a:pt x="13421" y="24217"/>
                  </a:cubicBezTo>
                  <a:cubicBezTo>
                    <a:pt x="17312" y="21862"/>
                    <a:pt x="23062" y="17994"/>
                    <a:pt x="23922" y="17414"/>
                  </a:cubicBezTo>
                  <a:lnTo>
                    <a:pt x="23922" y="17414"/>
                  </a:lnTo>
                  <a:cubicBezTo>
                    <a:pt x="24118" y="17458"/>
                    <a:pt x="24483" y="17525"/>
                    <a:pt x="24882" y="17525"/>
                  </a:cubicBezTo>
                  <a:cubicBezTo>
                    <a:pt x="25177" y="17525"/>
                    <a:pt x="25473" y="17488"/>
                    <a:pt x="25769" y="17340"/>
                  </a:cubicBezTo>
                  <a:cubicBezTo>
                    <a:pt x="25991" y="17229"/>
                    <a:pt x="26213" y="17081"/>
                    <a:pt x="26434" y="16859"/>
                  </a:cubicBezTo>
                  <a:cubicBezTo>
                    <a:pt x="26896" y="16424"/>
                    <a:pt x="27375" y="15863"/>
                    <a:pt x="27638" y="15548"/>
                  </a:cubicBezTo>
                  <a:lnTo>
                    <a:pt x="27638" y="15548"/>
                  </a:lnTo>
                  <a:cubicBezTo>
                    <a:pt x="27786" y="15650"/>
                    <a:pt x="27988" y="15788"/>
                    <a:pt x="28209" y="15935"/>
                  </a:cubicBezTo>
                  <a:cubicBezTo>
                    <a:pt x="28431" y="16083"/>
                    <a:pt x="28690" y="16231"/>
                    <a:pt x="28948" y="16342"/>
                  </a:cubicBezTo>
                  <a:cubicBezTo>
                    <a:pt x="29170" y="16453"/>
                    <a:pt x="29392" y="16527"/>
                    <a:pt x="29614" y="16527"/>
                  </a:cubicBezTo>
                  <a:cubicBezTo>
                    <a:pt x="29762" y="16527"/>
                    <a:pt x="29910" y="16490"/>
                    <a:pt x="30021" y="16379"/>
                  </a:cubicBezTo>
                  <a:cubicBezTo>
                    <a:pt x="30132" y="16268"/>
                    <a:pt x="30205" y="16120"/>
                    <a:pt x="30169" y="15972"/>
                  </a:cubicBezTo>
                  <a:cubicBezTo>
                    <a:pt x="30169" y="15898"/>
                    <a:pt x="30169" y="15787"/>
                    <a:pt x="30132" y="15713"/>
                  </a:cubicBezTo>
                  <a:cubicBezTo>
                    <a:pt x="29947" y="14974"/>
                    <a:pt x="29429" y="14271"/>
                    <a:pt x="28764" y="13754"/>
                  </a:cubicBezTo>
                  <a:cubicBezTo>
                    <a:pt x="28098" y="13236"/>
                    <a:pt x="27285" y="12867"/>
                    <a:pt x="26434" y="12867"/>
                  </a:cubicBezTo>
                  <a:cubicBezTo>
                    <a:pt x="25954" y="12867"/>
                    <a:pt x="25510" y="13125"/>
                    <a:pt x="25067" y="13458"/>
                  </a:cubicBezTo>
                  <a:cubicBezTo>
                    <a:pt x="24438" y="13976"/>
                    <a:pt x="23847" y="14715"/>
                    <a:pt x="23366" y="15344"/>
                  </a:cubicBezTo>
                  <a:cubicBezTo>
                    <a:pt x="23027" y="15796"/>
                    <a:pt x="22774" y="16183"/>
                    <a:pt x="22674" y="16341"/>
                  </a:cubicBezTo>
                  <a:lnTo>
                    <a:pt x="22674" y="16341"/>
                  </a:lnTo>
                  <a:lnTo>
                    <a:pt x="11754" y="20217"/>
                  </a:lnTo>
                  <a:lnTo>
                    <a:pt x="11754" y="20217"/>
                  </a:lnTo>
                  <a:cubicBezTo>
                    <a:pt x="11548" y="19314"/>
                    <a:pt x="10948" y="16721"/>
                    <a:pt x="10204" y="13865"/>
                  </a:cubicBezTo>
                  <a:cubicBezTo>
                    <a:pt x="9761" y="12090"/>
                    <a:pt x="9243" y="10205"/>
                    <a:pt x="8763" y="8578"/>
                  </a:cubicBezTo>
                  <a:cubicBezTo>
                    <a:pt x="8282" y="6951"/>
                    <a:pt x="7838" y="5583"/>
                    <a:pt x="7432" y="4807"/>
                  </a:cubicBezTo>
                  <a:cubicBezTo>
                    <a:pt x="6803" y="3402"/>
                    <a:pt x="6138" y="2219"/>
                    <a:pt x="5509" y="1406"/>
                  </a:cubicBezTo>
                  <a:cubicBezTo>
                    <a:pt x="5213" y="962"/>
                    <a:pt x="4918" y="629"/>
                    <a:pt x="4622" y="407"/>
                  </a:cubicBezTo>
                  <a:cubicBezTo>
                    <a:pt x="4326" y="149"/>
                    <a:pt x="4030" y="1"/>
                    <a:pt x="36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51"/>
            <p:cNvSpPr/>
            <p:nvPr/>
          </p:nvSpPr>
          <p:spPr>
            <a:xfrm>
              <a:off x="2058950" y="3511875"/>
              <a:ext cx="597325" cy="315200"/>
            </a:xfrm>
            <a:custGeom>
              <a:avLst/>
              <a:gdLst/>
              <a:ahLst/>
              <a:cxnLst/>
              <a:rect l="l" t="t" r="r" b="b"/>
              <a:pathLst>
                <a:path w="23893" h="12608" extrusionOk="0">
                  <a:moveTo>
                    <a:pt x="20408" y="0"/>
                  </a:moveTo>
                  <a:cubicBezTo>
                    <a:pt x="18967" y="0"/>
                    <a:pt x="16859" y="3402"/>
                    <a:pt x="16859" y="3402"/>
                  </a:cubicBezTo>
                  <a:lnTo>
                    <a:pt x="5509" y="7431"/>
                  </a:lnTo>
                  <a:cubicBezTo>
                    <a:pt x="5509" y="7431"/>
                    <a:pt x="5140" y="5842"/>
                    <a:pt x="4622" y="3623"/>
                  </a:cubicBezTo>
                  <a:lnTo>
                    <a:pt x="1" y="6544"/>
                  </a:lnTo>
                  <a:cubicBezTo>
                    <a:pt x="1738" y="9871"/>
                    <a:pt x="3291" y="12607"/>
                    <a:pt x="3735" y="12607"/>
                  </a:cubicBezTo>
                  <a:cubicBezTo>
                    <a:pt x="4881" y="12607"/>
                    <a:pt x="17821" y="3882"/>
                    <a:pt x="17821" y="3882"/>
                  </a:cubicBezTo>
                  <a:cubicBezTo>
                    <a:pt x="17821" y="3882"/>
                    <a:pt x="18330" y="4030"/>
                    <a:pt x="18856" y="4030"/>
                  </a:cubicBezTo>
                  <a:cubicBezTo>
                    <a:pt x="19119" y="4030"/>
                    <a:pt x="19386" y="3993"/>
                    <a:pt x="19595" y="3882"/>
                  </a:cubicBezTo>
                  <a:cubicBezTo>
                    <a:pt x="20261" y="3549"/>
                    <a:pt x="21555" y="1923"/>
                    <a:pt x="21555" y="1923"/>
                  </a:cubicBezTo>
                  <a:cubicBezTo>
                    <a:pt x="21555" y="1923"/>
                    <a:pt x="23017" y="3030"/>
                    <a:pt x="23602" y="3030"/>
                  </a:cubicBezTo>
                  <a:cubicBezTo>
                    <a:pt x="23795" y="3030"/>
                    <a:pt x="23892" y="2909"/>
                    <a:pt x="23810" y="2588"/>
                  </a:cubicBezTo>
                  <a:cubicBezTo>
                    <a:pt x="23514" y="1294"/>
                    <a:pt x="21887" y="0"/>
                    <a:pt x="20408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51"/>
            <p:cNvSpPr/>
            <p:nvPr/>
          </p:nvSpPr>
          <p:spPr>
            <a:xfrm>
              <a:off x="2050625" y="3503550"/>
              <a:ext cx="612825" cy="331850"/>
            </a:xfrm>
            <a:custGeom>
              <a:avLst/>
              <a:gdLst/>
              <a:ahLst/>
              <a:cxnLst/>
              <a:rect l="l" t="t" r="r" b="b"/>
              <a:pathLst>
                <a:path w="24513" h="13274" extrusionOk="0">
                  <a:moveTo>
                    <a:pt x="20741" y="629"/>
                  </a:moveTo>
                  <a:cubicBezTo>
                    <a:pt x="21407" y="629"/>
                    <a:pt x="22109" y="925"/>
                    <a:pt x="22701" y="1368"/>
                  </a:cubicBezTo>
                  <a:cubicBezTo>
                    <a:pt x="23292" y="1812"/>
                    <a:pt x="23736" y="2441"/>
                    <a:pt x="23847" y="2995"/>
                  </a:cubicBezTo>
                  <a:cubicBezTo>
                    <a:pt x="23863" y="3011"/>
                    <a:pt x="23872" y="3026"/>
                    <a:pt x="23877" y="3042"/>
                  </a:cubicBezTo>
                  <a:lnTo>
                    <a:pt x="23877" y="3042"/>
                  </a:lnTo>
                  <a:cubicBezTo>
                    <a:pt x="23803" y="3037"/>
                    <a:pt x="23659" y="2979"/>
                    <a:pt x="23514" y="2921"/>
                  </a:cubicBezTo>
                  <a:cubicBezTo>
                    <a:pt x="23182" y="2773"/>
                    <a:pt x="22849" y="2552"/>
                    <a:pt x="22553" y="2367"/>
                  </a:cubicBezTo>
                  <a:cubicBezTo>
                    <a:pt x="22405" y="2256"/>
                    <a:pt x="22294" y="2182"/>
                    <a:pt x="22220" y="2108"/>
                  </a:cubicBezTo>
                  <a:cubicBezTo>
                    <a:pt x="22109" y="2034"/>
                    <a:pt x="22072" y="2034"/>
                    <a:pt x="22072" y="2034"/>
                  </a:cubicBezTo>
                  <a:cubicBezTo>
                    <a:pt x="22004" y="1982"/>
                    <a:pt x="21927" y="1955"/>
                    <a:pt x="21857" y="1955"/>
                  </a:cubicBezTo>
                  <a:cubicBezTo>
                    <a:pt x="21777" y="1955"/>
                    <a:pt x="21705" y="1992"/>
                    <a:pt x="21666" y="2071"/>
                  </a:cubicBezTo>
                  <a:cubicBezTo>
                    <a:pt x="21666" y="2071"/>
                    <a:pt x="21555" y="2182"/>
                    <a:pt x="21444" y="2330"/>
                  </a:cubicBezTo>
                  <a:cubicBezTo>
                    <a:pt x="21259" y="2552"/>
                    <a:pt x="20926" y="2921"/>
                    <a:pt x="20631" y="3217"/>
                  </a:cubicBezTo>
                  <a:cubicBezTo>
                    <a:pt x="20298" y="3550"/>
                    <a:pt x="19965" y="3845"/>
                    <a:pt x="19817" y="3919"/>
                  </a:cubicBezTo>
                  <a:cubicBezTo>
                    <a:pt x="19669" y="3993"/>
                    <a:pt x="19448" y="4030"/>
                    <a:pt x="19189" y="4030"/>
                  </a:cubicBezTo>
                  <a:cubicBezTo>
                    <a:pt x="18967" y="4030"/>
                    <a:pt x="18708" y="3993"/>
                    <a:pt x="18523" y="3993"/>
                  </a:cubicBezTo>
                  <a:cubicBezTo>
                    <a:pt x="18449" y="3956"/>
                    <a:pt x="18375" y="3956"/>
                    <a:pt x="18338" y="3919"/>
                  </a:cubicBezTo>
                  <a:lnTo>
                    <a:pt x="18264" y="3919"/>
                  </a:lnTo>
                  <a:cubicBezTo>
                    <a:pt x="18219" y="3904"/>
                    <a:pt x="18179" y="3895"/>
                    <a:pt x="18143" y="3895"/>
                  </a:cubicBezTo>
                  <a:cubicBezTo>
                    <a:pt x="18092" y="3895"/>
                    <a:pt x="18049" y="3913"/>
                    <a:pt x="18006" y="3956"/>
                  </a:cubicBezTo>
                  <a:cubicBezTo>
                    <a:pt x="18006" y="3956"/>
                    <a:pt x="17784" y="4104"/>
                    <a:pt x="17414" y="4326"/>
                  </a:cubicBezTo>
                  <a:cubicBezTo>
                    <a:pt x="16194" y="5176"/>
                    <a:pt x="13052" y="7247"/>
                    <a:pt x="10094" y="9132"/>
                  </a:cubicBezTo>
                  <a:cubicBezTo>
                    <a:pt x="8615" y="10094"/>
                    <a:pt x="7210" y="10981"/>
                    <a:pt x="6101" y="11609"/>
                  </a:cubicBezTo>
                  <a:cubicBezTo>
                    <a:pt x="5547" y="11942"/>
                    <a:pt x="5066" y="12201"/>
                    <a:pt x="4696" y="12386"/>
                  </a:cubicBezTo>
                  <a:cubicBezTo>
                    <a:pt x="4511" y="12497"/>
                    <a:pt x="4364" y="12534"/>
                    <a:pt x="4253" y="12608"/>
                  </a:cubicBezTo>
                  <a:cubicBezTo>
                    <a:pt x="4179" y="12608"/>
                    <a:pt x="4142" y="12645"/>
                    <a:pt x="4105" y="12645"/>
                  </a:cubicBezTo>
                  <a:cubicBezTo>
                    <a:pt x="4031" y="12608"/>
                    <a:pt x="3846" y="12386"/>
                    <a:pt x="3624" y="12053"/>
                  </a:cubicBezTo>
                  <a:cubicBezTo>
                    <a:pt x="2948" y="11092"/>
                    <a:pt x="1894" y="9171"/>
                    <a:pt x="761" y="6983"/>
                  </a:cubicBezTo>
                  <a:lnTo>
                    <a:pt x="761" y="6983"/>
                  </a:lnTo>
                  <a:lnTo>
                    <a:pt x="4740" y="4480"/>
                  </a:lnTo>
                  <a:lnTo>
                    <a:pt x="4740" y="4480"/>
                  </a:lnTo>
                  <a:cubicBezTo>
                    <a:pt x="4978" y="5399"/>
                    <a:pt x="5160" y="6192"/>
                    <a:pt x="5288" y="6766"/>
                  </a:cubicBezTo>
                  <a:cubicBezTo>
                    <a:pt x="5473" y="7432"/>
                    <a:pt x="5547" y="7838"/>
                    <a:pt x="5547" y="7838"/>
                  </a:cubicBezTo>
                  <a:cubicBezTo>
                    <a:pt x="5584" y="7912"/>
                    <a:pt x="5621" y="7986"/>
                    <a:pt x="5694" y="8023"/>
                  </a:cubicBezTo>
                  <a:cubicBezTo>
                    <a:pt x="5738" y="8066"/>
                    <a:pt x="5794" y="8084"/>
                    <a:pt x="5848" y="8084"/>
                  </a:cubicBezTo>
                  <a:cubicBezTo>
                    <a:pt x="5886" y="8084"/>
                    <a:pt x="5923" y="8075"/>
                    <a:pt x="5953" y="8060"/>
                  </a:cubicBezTo>
                  <a:lnTo>
                    <a:pt x="17303" y="3993"/>
                  </a:lnTo>
                  <a:cubicBezTo>
                    <a:pt x="17377" y="3993"/>
                    <a:pt x="17414" y="3956"/>
                    <a:pt x="17451" y="3882"/>
                  </a:cubicBezTo>
                  <a:cubicBezTo>
                    <a:pt x="17451" y="3882"/>
                    <a:pt x="17488" y="3845"/>
                    <a:pt x="17525" y="3735"/>
                  </a:cubicBezTo>
                  <a:cubicBezTo>
                    <a:pt x="17747" y="3439"/>
                    <a:pt x="18301" y="2625"/>
                    <a:pt x="18930" y="1923"/>
                  </a:cubicBezTo>
                  <a:cubicBezTo>
                    <a:pt x="19263" y="1553"/>
                    <a:pt x="19595" y="1221"/>
                    <a:pt x="19928" y="999"/>
                  </a:cubicBezTo>
                  <a:cubicBezTo>
                    <a:pt x="20224" y="740"/>
                    <a:pt x="20557" y="629"/>
                    <a:pt x="20741" y="629"/>
                  </a:cubicBezTo>
                  <a:close/>
                  <a:moveTo>
                    <a:pt x="20741" y="1"/>
                  </a:moveTo>
                  <a:cubicBezTo>
                    <a:pt x="20261" y="1"/>
                    <a:pt x="19817" y="259"/>
                    <a:pt x="19374" y="592"/>
                  </a:cubicBezTo>
                  <a:cubicBezTo>
                    <a:pt x="18745" y="1110"/>
                    <a:pt x="18154" y="1849"/>
                    <a:pt x="17673" y="2478"/>
                  </a:cubicBezTo>
                  <a:cubicBezTo>
                    <a:pt x="17334" y="2930"/>
                    <a:pt x="17081" y="3317"/>
                    <a:pt x="16981" y="3475"/>
                  </a:cubicBezTo>
                  <a:lnTo>
                    <a:pt x="16981" y="3475"/>
                  </a:lnTo>
                  <a:lnTo>
                    <a:pt x="6059" y="7352"/>
                  </a:lnTo>
                  <a:lnTo>
                    <a:pt x="6059" y="7352"/>
                  </a:lnTo>
                  <a:cubicBezTo>
                    <a:pt x="5924" y="6772"/>
                    <a:pt x="5627" y="5493"/>
                    <a:pt x="5251" y="3882"/>
                  </a:cubicBezTo>
                  <a:cubicBezTo>
                    <a:pt x="5214" y="3809"/>
                    <a:pt x="5140" y="3735"/>
                    <a:pt x="5066" y="3698"/>
                  </a:cubicBezTo>
                  <a:cubicBezTo>
                    <a:pt x="5011" y="3679"/>
                    <a:pt x="4955" y="3670"/>
                    <a:pt x="4904" y="3670"/>
                  </a:cubicBezTo>
                  <a:cubicBezTo>
                    <a:pt x="4853" y="3670"/>
                    <a:pt x="4807" y="3679"/>
                    <a:pt x="4770" y="3698"/>
                  </a:cubicBezTo>
                  <a:lnTo>
                    <a:pt x="186" y="6618"/>
                  </a:lnTo>
                  <a:cubicBezTo>
                    <a:pt x="38" y="6692"/>
                    <a:pt x="1" y="6877"/>
                    <a:pt x="75" y="7025"/>
                  </a:cubicBezTo>
                  <a:cubicBezTo>
                    <a:pt x="925" y="8689"/>
                    <a:pt x="1739" y="10204"/>
                    <a:pt x="2404" y="11314"/>
                  </a:cubicBezTo>
                  <a:cubicBezTo>
                    <a:pt x="2737" y="11868"/>
                    <a:pt x="3033" y="12349"/>
                    <a:pt x="3291" y="12645"/>
                  </a:cubicBezTo>
                  <a:cubicBezTo>
                    <a:pt x="3402" y="12829"/>
                    <a:pt x="3513" y="12940"/>
                    <a:pt x="3624" y="13051"/>
                  </a:cubicBezTo>
                  <a:cubicBezTo>
                    <a:pt x="3698" y="13125"/>
                    <a:pt x="3735" y="13162"/>
                    <a:pt x="3809" y="13199"/>
                  </a:cubicBezTo>
                  <a:cubicBezTo>
                    <a:pt x="3883" y="13236"/>
                    <a:pt x="3957" y="13273"/>
                    <a:pt x="4068" y="13273"/>
                  </a:cubicBezTo>
                  <a:cubicBezTo>
                    <a:pt x="4216" y="13273"/>
                    <a:pt x="4364" y="13199"/>
                    <a:pt x="4511" y="13125"/>
                  </a:cubicBezTo>
                  <a:cubicBezTo>
                    <a:pt x="5177" y="12866"/>
                    <a:pt x="6323" y="12238"/>
                    <a:pt x="7728" y="11351"/>
                  </a:cubicBezTo>
                  <a:cubicBezTo>
                    <a:pt x="11619" y="8996"/>
                    <a:pt x="17369" y="5128"/>
                    <a:pt x="18229" y="4548"/>
                  </a:cubicBezTo>
                  <a:lnTo>
                    <a:pt x="18229" y="4548"/>
                  </a:lnTo>
                  <a:cubicBezTo>
                    <a:pt x="18425" y="4592"/>
                    <a:pt x="18790" y="4659"/>
                    <a:pt x="19189" y="4659"/>
                  </a:cubicBezTo>
                  <a:cubicBezTo>
                    <a:pt x="19484" y="4659"/>
                    <a:pt x="19780" y="4622"/>
                    <a:pt x="20076" y="4474"/>
                  </a:cubicBezTo>
                  <a:cubicBezTo>
                    <a:pt x="20298" y="4363"/>
                    <a:pt x="20520" y="4215"/>
                    <a:pt x="20741" y="3993"/>
                  </a:cubicBezTo>
                  <a:cubicBezTo>
                    <a:pt x="21203" y="3558"/>
                    <a:pt x="21682" y="2997"/>
                    <a:pt x="21945" y="2682"/>
                  </a:cubicBezTo>
                  <a:lnTo>
                    <a:pt x="21945" y="2682"/>
                  </a:lnTo>
                  <a:cubicBezTo>
                    <a:pt x="22093" y="2784"/>
                    <a:pt x="22295" y="2922"/>
                    <a:pt x="22516" y="3069"/>
                  </a:cubicBezTo>
                  <a:cubicBezTo>
                    <a:pt x="22738" y="3217"/>
                    <a:pt x="22997" y="3365"/>
                    <a:pt x="23255" y="3476"/>
                  </a:cubicBezTo>
                  <a:cubicBezTo>
                    <a:pt x="23477" y="3587"/>
                    <a:pt x="23699" y="3661"/>
                    <a:pt x="23921" y="3661"/>
                  </a:cubicBezTo>
                  <a:cubicBezTo>
                    <a:pt x="24069" y="3661"/>
                    <a:pt x="24217" y="3624"/>
                    <a:pt x="24328" y="3513"/>
                  </a:cubicBezTo>
                  <a:cubicBezTo>
                    <a:pt x="24439" y="3402"/>
                    <a:pt x="24512" y="3254"/>
                    <a:pt x="24476" y="3106"/>
                  </a:cubicBezTo>
                  <a:cubicBezTo>
                    <a:pt x="24476" y="3032"/>
                    <a:pt x="24476" y="2921"/>
                    <a:pt x="24439" y="2847"/>
                  </a:cubicBezTo>
                  <a:cubicBezTo>
                    <a:pt x="24254" y="2108"/>
                    <a:pt x="23736" y="1405"/>
                    <a:pt x="23071" y="888"/>
                  </a:cubicBezTo>
                  <a:cubicBezTo>
                    <a:pt x="22405" y="370"/>
                    <a:pt x="21592" y="1"/>
                    <a:pt x="20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51"/>
            <p:cNvSpPr/>
            <p:nvPr/>
          </p:nvSpPr>
          <p:spPr>
            <a:xfrm>
              <a:off x="166060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4" y="0"/>
                  </a:moveTo>
                  <a:lnTo>
                    <a:pt x="0" y="555"/>
                  </a:lnTo>
                  <a:lnTo>
                    <a:pt x="4733" y="34346"/>
                  </a:lnTo>
                  <a:cubicBezTo>
                    <a:pt x="4765" y="34635"/>
                    <a:pt x="5021" y="34841"/>
                    <a:pt x="5306" y="34841"/>
                  </a:cubicBezTo>
                  <a:cubicBezTo>
                    <a:pt x="5348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51"/>
            <p:cNvSpPr/>
            <p:nvPr/>
          </p:nvSpPr>
          <p:spPr>
            <a:xfrm>
              <a:off x="165227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2" y="34531"/>
                  </a:lnTo>
                  <a:lnTo>
                    <a:pt x="5879" y="34531"/>
                  </a:ln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20" y="34827"/>
                  </a:lnTo>
                  <a:cubicBezTo>
                    <a:pt x="5509" y="34827"/>
                    <a:pt x="5398" y="34753"/>
                    <a:pt x="5361" y="34605"/>
                  </a:cubicBezTo>
                  <a:lnTo>
                    <a:pt x="672" y="1118"/>
                  </a:lnTo>
                  <a:lnTo>
                    <a:pt x="672" y="1118"/>
                  </a:lnTo>
                  <a:lnTo>
                    <a:pt x="2589" y="703"/>
                  </a:lnTo>
                  <a:close/>
                  <a:moveTo>
                    <a:pt x="2773" y="0"/>
                  </a:moveTo>
                  <a:lnTo>
                    <a:pt x="259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20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7" y="34975"/>
                    <a:pt x="6507" y="34568"/>
                  </a:cubicBezTo>
                  <a:lnTo>
                    <a:pt x="6507" y="34494"/>
                  </a:lnTo>
                  <a:lnTo>
                    <a:pt x="3143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4" y="0"/>
                    <a:pt x="2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51"/>
            <p:cNvSpPr/>
            <p:nvPr/>
          </p:nvSpPr>
          <p:spPr>
            <a:xfrm>
              <a:off x="1118050" y="4228175"/>
              <a:ext cx="260675" cy="847075"/>
            </a:xfrm>
            <a:custGeom>
              <a:avLst/>
              <a:gdLst/>
              <a:ahLst/>
              <a:cxnLst/>
              <a:rect l="l" t="t" r="r" b="b"/>
              <a:pathLst>
                <a:path w="10427" h="33883" extrusionOk="0">
                  <a:moveTo>
                    <a:pt x="8023" y="1"/>
                  </a:moveTo>
                  <a:lnTo>
                    <a:pt x="75" y="33200"/>
                  </a:lnTo>
                  <a:cubicBezTo>
                    <a:pt x="1" y="33496"/>
                    <a:pt x="222" y="33829"/>
                    <a:pt x="555" y="33866"/>
                  </a:cubicBezTo>
                  <a:cubicBezTo>
                    <a:pt x="599" y="33877"/>
                    <a:pt x="643" y="33882"/>
                    <a:pt x="685" y="33882"/>
                  </a:cubicBezTo>
                  <a:cubicBezTo>
                    <a:pt x="924" y="33882"/>
                    <a:pt x="1121" y="33711"/>
                    <a:pt x="1184" y="33459"/>
                  </a:cubicBezTo>
                  <a:lnTo>
                    <a:pt x="10426" y="1258"/>
                  </a:lnTo>
                  <a:lnTo>
                    <a:pt x="802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51"/>
            <p:cNvSpPr/>
            <p:nvPr/>
          </p:nvSpPr>
          <p:spPr>
            <a:xfrm>
              <a:off x="1112500" y="4220175"/>
              <a:ext cx="274550" cy="862975"/>
            </a:xfrm>
            <a:custGeom>
              <a:avLst/>
              <a:gdLst/>
              <a:ahLst/>
              <a:cxnLst/>
              <a:rect l="l" t="t" r="r" b="b"/>
              <a:pathLst>
                <a:path w="10982" h="34519" extrusionOk="0">
                  <a:moveTo>
                    <a:pt x="8452" y="766"/>
                  </a:moveTo>
                  <a:lnTo>
                    <a:pt x="10279" y="1725"/>
                  </a:lnTo>
                  <a:lnTo>
                    <a:pt x="1110" y="33705"/>
                  </a:lnTo>
                  <a:cubicBezTo>
                    <a:pt x="1073" y="33816"/>
                    <a:pt x="962" y="33890"/>
                    <a:pt x="851" y="33890"/>
                  </a:cubicBezTo>
                  <a:lnTo>
                    <a:pt x="814" y="33890"/>
                  </a:lnTo>
                  <a:cubicBezTo>
                    <a:pt x="703" y="33890"/>
                    <a:pt x="592" y="33779"/>
                    <a:pt x="592" y="33631"/>
                  </a:cubicBezTo>
                  <a:lnTo>
                    <a:pt x="592" y="33594"/>
                  </a:lnTo>
                  <a:lnTo>
                    <a:pt x="8452" y="766"/>
                  </a:lnTo>
                  <a:close/>
                  <a:moveTo>
                    <a:pt x="8240" y="1"/>
                  </a:moveTo>
                  <a:cubicBezTo>
                    <a:pt x="8202" y="1"/>
                    <a:pt x="8165" y="9"/>
                    <a:pt x="8134" y="25"/>
                  </a:cubicBezTo>
                  <a:cubicBezTo>
                    <a:pt x="8060" y="62"/>
                    <a:pt x="7986" y="173"/>
                    <a:pt x="7950" y="247"/>
                  </a:cubicBezTo>
                  <a:lnTo>
                    <a:pt x="1" y="33446"/>
                  </a:lnTo>
                  <a:cubicBezTo>
                    <a:pt x="1" y="33483"/>
                    <a:pt x="1" y="33557"/>
                    <a:pt x="1" y="33631"/>
                  </a:cubicBezTo>
                  <a:cubicBezTo>
                    <a:pt x="1" y="34075"/>
                    <a:pt x="297" y="34445"/>
                    <a:pt x="740" y="34518"/>
                  </a:cubicBezTo>
                  <a:lnTo>
                    <a:pt x="851" y="34518"/>
                  </a:lnTo>
                  <a:cubicBezTo>
                    <a:pt x="1258" y="34518"/>
                    <a:pt x="1591" y="34260"/>
                    <a:pt x="1701" y="33890"/>
                  </a:cubicBezTo>
                  <a:lnTo>
                    <a:pt x="10944" y="1688"/>
                  </a:lnTo>
                  <a:cubicBezTo>
                    <a:pt x="10981" y="1541"/>
                    <a:pt x="10907" y="1393"/>
                    <a:pt x="10796" y="1319"/>
                  </a:cubicBezTo>
                  <a:lnTo>
                    <a:pt x="8393" y="62"/>
                  </a:lnTo>
                  <a:cubicBezTo>
                    <a:pt x="8350" y="18"/>
                    <a:pt x="8294" y="1"/>
                    <a:pt x="82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51"/>
            <p:cNvSpPr/>
            <p:nvPr/>
          </p:nvSpPr>
          <p:spPr>
            <a:xfrm>
              <a:off x="1551525" y="4218000"/>
              <a:ext cx="190425" cy="859700"/>
            </a:xfrm>
            <a:custGeom>
              <a:avLst/>
              <a:gdLst/>
              <a:ahLst/>
              <a:cxnLst/>
              <a:rect l="l" t="t" r="r" b="b"/>
              <a:pathLst>
                <a:path w="7617" h="34388" extrusionOk="0">
                  <a:moveTo>
                    <a:pt x="5140" y="1"/>
                  </a:moveTo>
                  <a:lnTo>
                    <a:pt x="75" y="33755"/>
                  </a:lnTo>
                  <a:cubicBezTo>
                    <a:pt x="1" y="34088"/>
                    <a:pt x="260" y="34384"/>
                    <a:pt x="592" y="34384"/>
                  </a:cubicBezTo>
                  <a:cubicBezTo>
                    <a:pt x="614" y="34386"/>
                    <a:pt x="636" y="34388"/>
                    <a:pt x="657" y="34388"/>
                  </a:cubicBezTo>
                  <a:cubicBezTo>
                    <a:pt x="925" y="34388"/>
                    <a:pt x="1150" y="34180"/>
                    <a:pt x="1184" y="33940"/>
                  </a:cubicBezTo>
                  <a:lnTo>
                    <a:pt x="7617" y="1073"/>
                  </a:lnTo>
                  <a:lnTo>
                    <a:pt x="51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51"/>
            <p:cNvSpPr/>
            <p:nvPr/>
          </p:nvSpPr>
          <p:spPr>
            <a:xfrm>
              <a:off x="1545075" y="4210000"/>
              <a:ext cx="205200" cy="875925"/>
            </a:xfrm>
            <a:custGeom>
              <a:avLst/>
              <a:gdLst/>
              <a:ahLst/>
              <a:cxnLst/>
              <a:rect l="l" t="t" r="r" b="b"/>
              <a:pathLst>
                <a:path w="8208" h="35037" extrusionOk="0">
                  <a:moveTo>
                    <a:pt x="5630" y="779"/>
                  </a:moveTo>
                  <a:lnTo>
                    <a:pt x="7505" y="1578"/>
                  </a:lnTo>
                  <a:lnTo>
                    <a:pt x="1146" y="34186"/>
                  </a:lnTo>
                  <a:cubicBezTo>
                    <a:pt x="1109" y="34334"/>
                    <a:pt x="998" y="34408"/>
                    <a:pt x="887" y="34408"/>
                  </a:cubicBezTo>
                  <a:cubicBezTo>
                    <a:pt x="739" y="34408"/>
                    <a:pt x="629" y="34297"/>
                    <a:pt x="629" y="34149"/>
                  </a:cubicBezTo>
                  <a:lnTo>
                    <a:pt x="629" y="34112"/>
                  </a:lnTo>
                  <a:lnTo>
                    <a:pt x="5630" y="779"/>
                  </a:lnTo>
                  <a:close/>
                  <a:moveTo>
                    <a:pt x="5385" y="1"/>
                  </a:moveTo>
                  <a:cubicBezTo>
                    <a:pt x="5330" y="1"/>
                    <a:pt x="5278" y="19"/>
                    <a:pt x="5213" y="62"/>
                  </a:cubicBezTo>
                  <a:cubicBezTo>
                    <a:pt x="5139" y="99"/>
                    <a:pt x="5102" y="173"/>
                    <a:pt x="5065" y="284"/>
                  </a:cubicBezTo>
                  <a:lnTo>
                    <a:pt x="0" y="34001"/>
                  </a:lnTo>
                  <a:lnTo>
                    <a:pt x="37" y="34001"/>
                  </a:lnTo>
                  <a:lnTo>
                    <a:pt x="0" y="34149"/>
                  </a:lnTo>
                  <a:cubicBezTo>
                    <a:pt x="0" y="34593"/>
                    <a:pt x="370" y="34999"/>
                    <a:pt x="850" y="35036"/>
                  </a:cubicBezTo>
                  <a:lnTo>
                    <a:pt x="887" y="35036"/>
                  </a:lnTo>
                  <a:cubicBezTo>
                    <a:pt x="1294" y="35036"/>
                    <a:pt x="1664" y="34741"/>
                    <a:pt x="1738" y="34334"/>
                  </a:cubicBezTo>
                  <a:lnTo>
                    <a:pt x="8171" y="1430"/>
                  </a:lnTo>
                  <a:cubicBezTo>
                    <a:pt x="8208" y="1282"/>
                    <a:pt x="8134" y="1134"/>
                    <a:pt x="7986" y="1097"/>
                  </a:cubicBezTo>
                  <a:lnTo>
                    <a:pt x="5509" y="25"/>
                  </a:lnTo>
                  <a:cubicBezTo>
                    <a:pt x="5463" y="10"/>
                    <a:pt x="5423" y="1"/>
                    <a:pt x="53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51"/>
            <p:cNvSpPr/>
            <p:nvPr/>
          </p:nvSpPr>
          <p:spPr>
            <a:xfrm>
              <a:off x="2127350" y="4206925"/>
              <a:ext cx="147900" cy="871025"/>
            </a:xfrm>
            <a:custGeom>
              <a:avLst/>
              <a:gdLst/>
              <a:ahLst/>
              <a:cxnLst/>
              <a:rect l="l" t="t" r="r" b="b"/>
              <a:pathLst>
                <a:path w="5916" h="34841" extrusionOk="0">
                  <a:moveTo>
                    <a:pt x="2515" y="0"/>
                  </a:moveTo>
                  <a:lnTo>
                    <a:pt x="1" y="555"/>
                  </a:lnTo>
                  <a:lnTo>
                    <a:pt x="4733" y="34346"/>
                  </a:lnTo>
                  <a:cubicBezTo>
                    <a:pt x="4797" y="34635"/>
                    <a:pt x="5029" y="34841"/>
                    <a:pt x="5307" y="34841"/>
                  </a:cubicBezTo>
                  <a:cubicBezTo>
                    <a:pt x="5349" y="34841"/>
                    <a:pt x="5392" y="34836"/>
                    <a:pt x="5435" y="34827"/>
                  </a:cubicBezTo>
                  <a:cubicBezTo>
                    <a:pt x="5731" y="34790"/>
                    <a:pt x="5916" y="34531"/>
                    <a:pt x="5879" y="34235"/>
                  </a:cubicBezTo>
                  <a:lnTo>
                    <a:pt x="2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51"/>
            <p:cNvSpPr/>
            <p:nvPr/>
          </p:nvSpPr>
          <p:spPr>
            <a:xfrm>
              <a:off x="2119025" y="4199525"/>
              <a:ext cx="162700" cy="886400"/>
            </a:xfrm>
            <a:custGeom>
              <a:avLst/>
              <a:gdLst/>
              <a:ahLst/>
              <a:cxnLst/>
              <a:rect l="l" t="t" r="r" b="b"/>
              <a:pathLst>
                <a:path w="6508" h="35456" extrusionOk="0">
                  <a:moveTo>
                    <a:pt x="2589" y="703"/>
                  </a:moveTo>
                  <a:lnTo>
                    <a:pt x="5916" y="34568"/>
                  </a:lnTo>
                  <a:cubicBezTo>
                    <a:pt x="5916" y="34716"/>
                    <a:pt x="5805" y="34790"/>
                    <a:pt x="5694" y="34827"/>
                  </a:cubicBezTo>
                  <a:lnTo>
                    <a:pt x="5657" y="34827"/>
                  </a:lnTo>
                  <a:cubicBezTo>
                    <a:pt x="5509" y="34827"/>
                    <a:pt x="5399" y="34753"/>
                    <a:pt x="5399" y="34605"/>
                  </a:cubicBezTo>
                  <a:lnTo>
                    <a:pt x="673" y="1125"/>
                  </a:lnTo>
                  <a:lnTo>
                    <a:pt x="673" y="1125"/>
                  </a:lnTo>
                  <a:lnTo>
                    <a:pt x="2589" y="703"/>
                  </a:lnTo>
                  <a:close/>
                  <a:moveTo>
                    <a:pt x="2811" y="0"/>
                  </a:moveTo>
                  <a:lnTo>
                    <a:pt x="260" y="555"/>
                  </a:lnTo>
                  <a:cubicBezTo>
                    <a:pt x="112" y="592"/>
                    <a:pt x="1" y="740"/>
                    <a:pt x="1" y="925"/>
                  </a:cubicBezTo>
                  <a:lnTo>
                    <a:pt x="4770" y="34716"/>
                  </a:lnTo>
                  <a:cubicBezTo>
                    <a:pt x="4844" y="35160"/>
                    <a:pt x="5214" y="35455"/>
                    <a:pt x="5657" y="35455"/>
                  </a:cubicBezTo>
                  <a:cubicBezTo>
                    <a:pt x="5694" y="35455"/>
                    <a:pt x="5768" y="35455"/>
                    <a:pt x="5842" y="35418"/>
                  </a:cubicBezTo>
                  <a:cubicBezTo>
                    <a:pt x="6249" y="35344"/>
                    <a:pt x="6508" y="34975"/>
                    <a:pt x="6508" y="34568"/>
                  </a:cubicBezTo>
                  <a:lnTo>
                    <a:pt x="6508" y="34494"/>
                  </a:lnTo>
                  <a:lnTo>
                    <a:pt x="3180" y="296"/>
                  </a:lnTo>
                  <a:cubicBezTo>
                    <a:pt x="3143" y="185"/>
                    <a:pt x="3106" y="111"/>
                    <a:pt x="3032" y="74"/>
                  </a:cubicBezTo>
                  <a:cubicBezTo>
                    <a:pt x="2958" y="0"/>
                    <a:pt x="2885" y="0"/>
                    <a:pt x="28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51"/>
            <p:cNvSpPr/>
            <p:nvPr/>
          </p:nvSpPr>
          <p:spPr>
            <a:xfrm>
              <a:off x="1121750" y="3236425"/>
              <a:ext cx="1197875" cy="1049075"/>
            </a:xfrm>
            <a:custGeom>
              <a:avLst/>
              <a:gdLst/>
              <a:ahLst/>
              <a:cxnLst/>
              <a:rect l="l" t="t" r="r" b="b"/>
              <a:pathLst>
                <a:path w="47915" h="41963" extrusionOk="0">
                  <a:moveTo>
                    <a:pt x="4067" y="1"/>
                  </a:moveTo>
                  <a:cubicBezTo>
                    <a:pt x="1775" y="1"/>
                    <a:pt x="1" y="2071"/>
                    <a:pt x="370" y="4327"/>
                  </a:cubicBezTo>
                  <a:lnTo>
                    <a:pt x="6138" y="41963"/>
                  </a:lnTo>
                  <a:lnTo>
                    <a:pt x="47286" y="41963"/>
                  </a:lnTo>
                  <a:cubicBezTo>
                    <a:pt x="47286" y="41963"/>
                    <a:pt x="47914" y="31130"/>
                    <a:pt x="46103" y="27285"/>
                  </a:cubicBezTo>
                  <a:cubicBezTo>
                    <a:pt x="45759" y="26556"/>
                    <a:pt x="44676" y="26262"/>
                    <a:pt x="43140" y="26262"/>
                  </a:cubicBezTo>
                  <a:cubicBezTo>
                    <a:pt x="36681" y="26262"/>
                    <a:pt x="22218" y="31467"/>
                    <a:pt x="21118" y="31467"/>
                  </a:cubicBezTo>
                  <a:cubicBezTo>
                    <a:pt x="21099" y="31467"/>
                    <a:pt x="21085" y="31466"/>
                    <a:pt x="21074" y="31463"/>
                  </a:cubicBezTo>
                  <a:cubicBezTo>
                    <a:pt x="20482" y="31315"/>
                    <a:pt x="21370" y="11906"/>
                    <a:pt x="22442" y="4290"/>
                  </a:cubicBezTo>
                  <a:cubicBezTo>
                    <a:pt x="22774" y="2034"/>
                    <a:pt x="21037" y="1"/>
                    <a:pt x="187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51"/>
            <p:cNvSpPr/>
            <p:nvPr/>
          </p:nvSpPr>
          <p:spPr>
            <a:xfrm>
              <a:off x="1121750" y="3229050"/>
              <a:ext cx="1192325" cy="1063850"/>
            </a:xfrm>
            <a:custGeom>
              <a:avLst/>
              <a:gdLst/>
              <a:ahLst/>
              <a:cxnLst/>
              <a:rect l="l" t="t" r="r" b="b"/>
              <a:pathLst>
                <a:path w="47693" h="42554" extrusionOk="0">
                  <a:moveTo>
                    <a:pt x="18745" y="592"/>
                  </a:moveTo>
                  <a:cubicBezTo>
                    <a:pt x="19706" y="592"/>
                    <a:pt x="20556" y="998"/>
                    <a:pt x="21185" y="1627"/>
                  </a:cubicBezTo>
                  <a:cubicBezTo>
                    <a:pt x="21813" y="2255"/>
                    <a:pt x="22183" y="3106"/>
                    <a:pt x="22183" y="4067"/>
                  </a:cubicBezTo>
                  <a:cubicBezTo>
                    <a:pt x="22183" y="4215"/>
                    <a:pt x="22183" y="4400"/>
                    <a:pt x="22146" y="4548"/>
                  </a:cubicBezTo>
                  <a:cubicBezTo>
                    <a:pt x="21296" y="10463"/>
                    <a:pt x="20556" y="23477"/>
                    <a:pt x="20556" y="29096"/>
                  </a:cubicBezTo>
                  <a:cubicBezTo>
                    <a:pt x="20556" y="29910"/>
                    <a:pt x="20593" y="30575"/>
                    <a:pt x="20630" y="31056"/>
                  </a:cubicBezTo>
                  <a:cubicBezTo>
                    <a:pt x="20630" y="31277"/>
                    <a:pt x="20667" y="31462"/>
                    <a:pt x="20704" y="31610"/>
                  </a:cubicBezTo>
                  <a:cubicBezTo>
                    <a:pt x="20704" y="31684"/>
                    <a:pt x="20704" y="31758"/>
                    <a:pt x="20741" y="31832"/>
                  </a:cubicBezTo>
                  <a:lnTo>
                    <a:pt x="20815" y="31943"/>
                  </a:lnTo>
                  <a:cubicBezTo>
                    <a:pt x="20852" y="31980"/>
                    <a:pt x="20889" y="32054"/>
                    <a:pt x="21000" y="32054"/>
                  </a:cubicBezTo>
                  <a:lnTo>
                    <a:pt x="21111" y="32091"/>
                  </a:lnTo>
                  <a:cubicBezTo>
                    <a:pt x="21222" y="32091"/>
                    <a:pt x="21370" y="32054"/>
                    <a:pt x="21517" y="32017"/>
                  </a:cubicBezTo>
                  <a:cubicBezTo>
                    <a:pt x="22183" y="31869"/>
                    <a:pt x="23477" y="31462"/>
                    <a:pt x="25141" y="30945"/>
                  </a:cubicBezTo>
                  <a:cubicBezTo>
                    <a:pt x="27655" y="30205"/>
                    <a:pt x="31019" y="29170"/>
                    <a:pt x="34346" y="28320"/>
                  </a:cubicBezTo>
                  <a:cubicBezTo>
                    <a:pt x="37637" y="27506"/>
                    <a:pt x="40927" y="26878"/>
                    <a:pt x="43145" y="26878"/>
                  </a:cubicBezTo>
                  <a:cubicBezTo>
                    <a:pt x="43885" y="26878"/>
                    <a:pt x="44513" y="26952"/>
                    <a:pt x="44957" y="27100"/>
                  </a:cubicBezTo>
                  <a:cubicBezTo>
                    <a:pt x="45437" y="27248"/>
                    <a:pt x="45696" y="27469"/>
                    <a:pt x="45807" y="27728"/>
                  </a:cubicBezTo>
                  <a:cubicBezTo>
                    <a:pt x="46325" y="28800"/>
                    <a:pt x="46657" y="30538"/>
                    <a:pt x="46842" y="32461"/>
                  </a:cubicBezTo>
                  <a:cubicBezTo>
                    <a:pt x="47027" y="34346"/>
                    <a:pt x="47101" y="36416"/>
                    <a:pt x="47101" y="38154"/>
                  </a:cubicBezTo>
                  <a:cubicBezTo>
                    <a:pt x="47101" y="39337"/>
                    <a:pt x="47064" y="40335"/>
                    <a:pt x="47027" y="41075"/>
                  </a:cubicBezTo>
                  <a:cubicBezTo>
                    <a:pt x="47027" y="41469"/>
                    <a:pt x="47017" y="41768"/>
                    <a:pt x="47007" y="41962"/>
                  </a:cubicBezTo>
                  <a:lnTo>
                    <a:pt x="6396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3106"/>
                    <a:pt x="999" y="2255"/>
                    <a:pt x="1627" y="1627"/>
                  </a:cubicBezTo>
                  <a:cubicBezTo>
                    <a:pt x="2256" y="998"/>
                    <a:pt x="3106" y="592"/>
                    <a:pt x="4067" y="592"/>
                  </a:cubicBezTo>
                  <a:close/>
                  <a:moveTo>
                    <a:pt x="4067" y="0"/>
                  </a:moveTo>
                  <a:cubicBezTo>
                    <a:pt x="1812" y="0"/>
                    <a:pt x="1" y="1849"/>
                    <a:pt x="1" y="4067"/>
                  </a:cubicBezTo>
                  <a:cubicBezTo>
                    <a:pt x="1" y="4252"/>
                    <a:pt x="38" y="4474"/>
                    <a:pt x="38" y="4696"/>
                  </a:cubicBezTo>
                  <a:lnTo>
                    <a:pt x="5842" y="42295"/>
                  </a:lnTo>
                  <a:cubicBezTo>
                    <a:pt x="5879" y="42443"/>
                    <a:pt x="5990" y="42554"/>
                    <a:pt x="6138" y="42554"/>
                  </a:cubicBezTo>
                  <a:lnTo>
                    <a:pt x="47286" y="42554"/>
                  </a:lnTo>
                  <a:cubicBezTo>
                    <a:pt x="47471" y="42554"/>
                    <a:pt x="47582" y="42443"/>
                    <a:pt x="47619" y="42258"/>
                  </a:cubicBezTo>
                  <a:cubicBezTo>
                    <a:pt x="47619" y="42258"/>
                    <a:pt x="47693" y="40520"/>
                    <a:pt x="47693" y="38154"/>
                  </a:cubicBezTo>
                  <a:cubicBezTo>
                    <a:pt x="47693" y="36416"/>
                    <a:pt x="47656" y="34309"/>
                    <a:pt x="47471" y="32387"/>
                  </a:cubicBezTo>
                  <a:cubicBezTo>
                    <a:pt x="47249" y="30464"/>
                    <a:pt x="46953" y="28653"/>
                    <a:pt x="46362" y="27433"/>
                  </a:cubicBezTo>
                  <a:cubicBezTo>
                    <a:pt x="46140" y="26989"/>
                    <a:pt x="45696" y="26693"/>
                    <a:pt x="45142" y="26508"/>
                  </a:cubicBezTo>
                  <a:cubicBezTo>
                    <a:pt x="44587" y="26323"/>
                    <a:pt x="43922" y="26249"/>
                    <a:pt x="43145" y="26249"/>
                  </a:cubicBezTo>
                  <a:cubicBezTo>
                    <a:pt x="39818" y="26249"/>
                    <a:pt x="34568" y="27580"/>
                    <a:pt x="30021" y="28874"/>
                  </a:cubicBezTo>
                  <a:cubicBezTo>
                    <a:pt x="27728" y="29503"/>
                    <a:pt x="25621" y="30168"/>
                    <a:pt x="23994" y="30649"/>
                  </a:cubicBezTo>
                  <a:cubicBezTo>
                    <a:pt x="23181" y="30908"/>
                    <a:pt x="22516" y="31093"/>
                    <a:pt x="21998" y="31240"/>
                  </a:cubicBezTo>
                  <a:cubicBezTo>
                    <a:pt x="21776" y="31314"/>
                    <a:pt x="21554" y="31388"/>
                    <a:pt x="21407" y="31425"/>
                  </a:cubicBezTo>
                  <a:cubicBezTo>
                    <a:pt x="21362" y="31436"/>
                    <a:pt x="21318" y="31444"/>
                    <a:pt x="21277" y="31450"/>
                  </a:cubicBezTo>
                  <a:lnTo>
                    <a:pt x="21277" y="31450"/>
                  </a:lnTo>
                  <a:cubicBezTo>
                    <a:pt x="21247" y="31286"/>
                    <a:pt x="21222" y="31024"/>
                    <a:pt x="21222" y="30686"/>
                  </a:cubicBezTo>
                  <a:cubicBezTo>
                    <a:pt x="21185" y="30242"/>
                    <a:pt x="21185" y="29725"/>
                    <a:pt x="21185" y="29096"/>
                  </a:cubicBezTo>
                  <a:cubicBezTo>
                    <a:pt x="21185" y="23514"/>
                    <a:pt x="21924" y="10500"/>
                    <a:pt x="22774" y="4659"/>
                  </a:cubicBezTo>
                  <a:cubicBezTo>
                    <a:pt x="22774" y="4437"/>
                    <a:pt x="22811" y="4252"/>
                    <a:pt x="22811" y="4067"/>
                  </a:cubicBezTo>
                  <a:cubicBezTo>
                    <a:pt x="22811" y="1849"/>
                    <a:pt x="21000" y="0"/>
                    <a:pt x="187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51"/>
            <p:cNvSpPr/>
            <p:nvPr/>
          </p:nvSpPr>
          <p:spPr>
            <a:xfrm>
              <a:off x="1495150" y="3236425"/>
              <a:ext cx="824475" cy="1049075"/>
            </a:xfrm>
            <a:custGeom>
              <a:avLst/>
              <a:gdLst/>
              <a:ahLst/>
              <a:cxnLst/>
              <a:rect l="l" t="t" r="r" b="b"/>
              <a:pathLst>
                <a:path w="32979" h="41963" extrusionOk="0">
                  <a:moveTo>
                    <a:pt x="3920" y="1"/>
                  </a:moveTo>
                  <a:cubicBezTo>
                    <a:pt x="1701" y="75"/>
                    <a:pt x="1" y="2108"/>
                    <a:pt x="333" y="4327"/>
                  </a:cubicBezTo>
                  <a:lnTo>
                    <a:pt x="6138" y="41963"/>
                  </a:lnTo>
                  <a:lnTo>
                    <a:pt x="32350" y="41963"/>
                  </a:lnTo>
                  <a:cubicBezTo>
                    <a:pt x="32350" y="41963"/>
                    <a:pt x="32978" y="31130"/>
                    <a:pt x="31167" y="27285"/>
                  </a:cubicBezTo>
                  <a:cubicBezTo>
                    <a:pt x="30823" y="26556"/>
                    <a:pt x="29740" y="26262"/>
                    <a:pt x="28204" y="26262"/>
                  </a:cubicBezTo>
                  <a:cubicBezTo>
                    <a:pt x="21745" y="26262"/>
                    <a:pt x="7282" y="31467"/>
                    <a:pt x="6182" y="31467"/>
                  </a:cubicBezTo>
                  <a:cubicBezTo>
                    <a:pt x="6163" y="31467"/>
                    <a:pt x="6149" y="31466"/>
                    <a:pt x="6138" y="31463"/>
                  </a:cubicBezTo>
                  <a:cubicBezTo>
                    <a:pt x="5546" y="31315"/>
                    <a:pt x="6434" y="11906"/>
                    <a:pt x="7506" y="4290"/>
                  </a:cubicBezTo>
                  <a:cubicBezTo>
                    <a:pt x="7838" y="2071"/>
                    <a:pt x="6175" y="75"/>
                    <a:pt x="3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51"/>
            <p:cNvSpPr/>
            <p:nvPr/>
          </p:nvSpPr>
          <p:spPr>
            <a:xfrm>
              <a:off x="1495150" y="3229050"/>
              <a:ext cx="818925" cy="1063850"/>
            </a:xfrm>
            <a:custGeom>
              <a:avLst/>
              <a:gdLst/>
              <a:ahLst/>
              <a:cxnLst/>
              <a:rect l="l" t="t" r="r" b="b"/>
              <a:pathLst>
                <a:path w="32757" h="42554" extrusionOk="0">
                  <a:moveTo>
                    <a:pt x="3938" y="629"/>
                  </a:moveTo>
                  <a:cubicBezTo>
                    <a:pt x="5814" y="676"/>
                    <a:pt x="7247" y="2225"/>
                    <a:pt x="7247" y="4067"/>
                  </a:cubicBezTo>
                  <a:cubicBezTo>
                    <a:pt x="7247" y="4215"/>
                    <a:pt x="7247" y="4400"/>
                    <a:pt x="7210" y="4548"/>
                  </a:cubicBezTo>
                  <a:cubicBezTo>
                    <a:pt x="6360" y="10463"/>
                    <a:pt x="5620" y="23477"/>
                    <a:pt x="5620" y="29096"/>
                  </a:cubicBezTo>
                  <a:cubicBezTo>
                    <a:pt x="5620" y="29910"/>
                    <a:pt x="5657" y="30575"/>
                    <a:pt x="5694" y="31056"/>
                  </a:cubicBezTo>
                  <a:cubicBezTo>
                    <a:pt x="5694" y="31277"/>
                    <a:pt x="5731" y="31462"/>
                    <a:pt x="5768" y="31610"/>
                  </a:cubicBezTo>
                  <a:cubicBezTo>
                    <a:pt x="5768" y="31684"/>
                    <a:pt x="5768" y="31758"/>
                    <a:pt x="5805" y="31832"/>
                  </a:cubicBezTo>
                  <a:lnTo>
                    <a:pt x="5879" y="31943"/>
                  </a:lnTo>
                  <a:cubicBezTo>
                    <a:pt x="5916" y="31980"/>
                    <a:pt x="5953" y="32054"/>
                    <a:pt x="6064" y="32054"/>
                  </a:cubicBezTo>
                  <a:lnTo>
                    <a:pt x="6175" y="32091"/>
                  </a:lnTo>
                  <a:cubicBezTo>
                    <a:pt x="6286" y="32091"/>
                    <a:pt x="6434" y="32054"/>
                    <a:pt x="6581" y="32017"/>
                  </a:cubicBezTo>
                  <a:cubicBezTo>
                    <a:pt x="7247" y="31869"/>
                    <a:pt x="8541" y="31462"/>
                    <a:pt x="10205" y="30945"/>
                  </a:cubicBezTo>
                  <a:cubicBezTo>
                    <a:pt x="12719" y="30205"/>
                    <a:pt x="16083" y="29170"/>
                    <a:pt x="19410" y="28320"/>
                  </a:cubicBezTo>
                  <a:cubicBezTo>
                    <a:pt x="22701" y="27506"/>
                    <a:pt x="25991" y="26878"/>
                    <a:pt x="28209" y="26878"/>
                  </a:cubicBezTo>
                  <a:cubicBezTo>
                    <a:pt x="28949" y="26878"/>
                    <a:pt x="29577" y="26952"/>
                    <a:pt x="30021" y="27100"/>
                  </a:cubicBezTo>
                  <a:cubicBezTo>
                    <a:pt x="30501" y="27248"/>
                    <a:pt x="30760" y="27469"/>
                    <a:pt x="30871" y="27728"/>
                  </a:cubicBezTo>
                  <a:cubicBezTo>
                    <a:pt x="31389" y="28800"/>
                    <a:pt x="31721" y="30538"/>
                    <a:pt x="31906" y="32461"/>
                  </a:cubicBezTo>
                  <a:cubicBezTo>
                    <a:pt x="32091" y="34346"/>
                    <a:pt x="32165" y="36416"/>
                    <a:pt x="32165" y="38154"/>
                  </a:cubicBezTo>
                  <a:cubicBezTo>
                    <a:pt x="32165" y="39337"/>
                    <a:pt x="32128" y="40335"/>
                    <a:pt x="32091" y="41075"/>
                  </a:cubicBezTo>
                  <a:cubicBezTo>
                    <a:pt x="32091" y="41469"/>
                    <a:pt x="32081" y="41768"/>
                    <a:pt x="32071" y="41962"/>
                  </a:cubicBezTo>
                  <a:lnTo>
                    <a:pt x="6397" y="41962"/>
                  </a:lnTo>
                  <a:lnTo>
                    <a:pt x="666" y="4585"/>
                  </a:lnTo>
                  <a:cubicBezTo>
                    <a:pt x="629" y="4400"/>
                    <a:pt x="629" y="4215"/>
                    <a:pt x="629" y="4067"/>
                  </a:cubicBezTo>
                  <a:cubicBezTo>
                    <a:pt x="629" y="2225"/>
                    <a:pt x="2062" y="676"/>
                    <a:pt x="3938" y="629"/>
                  </a:cubicBezTo>
                  <a:close/>
                  <a:moveTo>
                    <a:pt x="3920" y="0"/>
                  </a:moveTo>
                  <a:cubicBezTo>
                    <a:pt x="1701" y="74"/>
                    <a:pt x="1" y="1886"/>
                    <a:pt x="1" y="4067"/>
                  </a:cubicBezTo>
                  <a:cubicBezTo>
                    <a:pt x="1" y="4252"/>
                    <a:pt x="1" y="4474"/>
                    <a:pt x="38" y="4696"/>
                  </a:cubicBezTo>
                  <a:lnTo>
                    <a:pt x="5842" y="42295"/>
                  </a:lnTo>
                  <a:cubicBezTo>
                    <a:pt x="5842" y="42443"/>
                    <a:pt x="5990" y="42554"/>
                    <a:pt x="6138" y="42554"/>
                  </a:cubicBezTo>
                  <a:lnTo>
                    <a:pt x="32350" y="42554"/>
                  </a:lnTo>
                  <a:cubicBezTo>
                    <a:pt x="32535" y="42554"/>
                    <a:pt x="32646" y="42443"/>
                    <a:pt x="32683" y="42258"/>
                  </a:cubicBezTo>
                  <a:cubicBezTo>
                    <a:pt x="32683" y="42258"/>
                    <a:pt x="32757" y="40520"/>
                    <a:pt x="32757" y="38154"/>
                  </a:cubicBezTo>
                  <a:cubicBezTo>
                    <a:pt x="32757" y="36416"/>
                    <a:pt x="32720" y="34309"/>
                    <a:pt x="32535" y="32387"/>
                  </a:cubicBezTo>
                  <a:cubicBezTo>
                    <a:pt x="32313" y="30464"/>
                    <a:pt x="32017" y="28653"/>
                    <a:pt x="31426" y="27433"/>
                  </a:cubicBezTo>
                  <a:cubicBezTo>
                    <a:pt x="31204" y="26989"/>
                    <a:pt x="30760" y="26693"/>
                    <a:pt x="30206" y="26508"/>
                  </a:cubicBezTo>
                  <a:cubicBezTo>
                    <a:pt x="29651" y="26323"/>
                    <a:pt x="28986" y="26249"/>
                    <a:pt x="28209" y="26249"/>
                  </a:cubicBezTo>
                  <a:cubicBezTo>
                    <a:pt x="24882" y="26249"/>
                    <a:pt x="19632" y="27580"/>
                    <a:pt x="15085" y="28874"/>
                  </a:cubicBezTo>
                  <a:cubicBezTo>
                    <a:pt x="12792" y="29503"/>
                    <a:pt x="10685" y="30168"/>
                    <a:pt x="9058" y="30649"/>
                  </a:cubicBezTo>
                  <a:cubicBezTo>
                    <a:pt x="8245" y="30908"/>
                    <a:pt x="7580" y="31093"/>
                    <a:pt x="7062" y="31240"/>
                  </a:cubicBezTo>
                  <a:cubicBezTo>
                    <a:pt x="6840" y="31314"/>
                    <a:pt x="6618" y="31388"/>
                    <a:pt x="6471" y="31425"/>
                  </a:cubicBezTo>
                  <a:cubicBezTo>
                    <a:pt x="6426" y="31436"/>
                    <a:pt x="6382" y="31444"/>
                    <a:pt x="6341" y="31450"/>
                  </a:cubicBezTo>
                  <a:lnTo>
                    <a:pt x="6341" y="31450"/>
                  </a:lnTo>
                  <a:cubicBezTo>
                    <a:pt x="6311" y="31286"/>
                    <a:pt x="6286" y="31024"/>
                    <a:pt x="6286" y="30686"/>
                  </a:cubicBezTo>
                  <a:cubicBezTo>
                    <a:pt x="6249" y="30242"/>
                    <a:pt x="6249" y="29725"/>
                    <a:pt x="6249" y="29096"/>
                  </a:cubicBezTo>
                  <a:cubicBezTo>
                    <a:pt x="6249" y="23514"/>
                    <a:pt x="6988" y="10500"/>
                    <a:pt x="7838" y="4659"/>
                  </a:cubicBezTo>
                  <a:cubicBezTo>
                    <a:pt x="7838" y="4437"/>
                    <a:pt x="7875" y="4252"/>
                    <a:pt x="7875" y="4067"/>
                  </a:cubicBezTo>
                  <a:cubicBezTo>
                    <a:pt x="7875" y="1886"/>
                    <a:pt x="6138" y="74"/>
                    <a:pt x="39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31" name="Google Shape;2931;p51"/>
          <p:cNvSpPr txBox="1">
            <a:spLocks noGrp="1"/>
          </p:cNvSpPr>
          <p:nvPr>
            <p:ph type="subTitle" idx="2"/>
          </p:nvPr>
        </p:nvSpPr>
        <p:spPr>
          <a:xfrm>
            <a:off x="3749040" y="1252728"/>
            <a:ext cx="16368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James</a:t>
            </a:r>
            <a:endParaRPr/>
          </a:p>
        </p:txBody>
      </p:sp>
      <p:sp>
        <p:nvSpPr>
          <p:cNvPr id="2932" name="Google Shape;2932;p51"/>
          <p:cNvSpPr txBox="1">
            <a:spLocks noGrp="1"/>
          </p:cNvSpPr>
          <p:nvPr>
            <p:ph type="subTitle" idx="1"/>
          </p:nvPr>
        </p:nvSpPr>
        <p:spPr>
          <a:xfrm>
            <a:off x="6217920" y="1819656"/>
            <a:ext cx="16368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Joe Doe</a:t>
            </a:r>
            <a:endParaRPr/>
          </a:p>
        </p:txBody>
      </p:sp>
      <p:sp>
        <p:nvSpPr>
          <p:cNvPr id="2933" name="Google Shape;2933;p51"/>
          <p:cNvSpPr txBox="1">
            <a:spLocks noGrp="1"/>
          </p:cNvSpPr>
          <p:nvPr>
            <p:ph type="subTitle" idx="3"/>
          </p:nvPr>
        </p:nvSpPr>
        <p:spPr>
          <a:xfrm>
            <a:off x="1289304" y="1819656"/>
            <a:ext cx="1636800" cy="35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Jane Patterson</a:t>
            </a:r>
            <a:endParaRPr/>
          </a:p>
        </p:txBody>
      </p:sp>
      <p:sp>
        <p:nvSpPr>
          <p:cNvPr id="2934" name="Google Shape;2934;p51"/>
          <p:cNvSpPr txBox="1">
            <a:spLocks noGrp="1"/>
          </p:cNvSpPr>
          <p:nvPr>
            <p:ph type="subTitle" idx="4"/>
          </p:nvPr>
        </p:nvSpPr>
        <p:spPr>
          <a:xfrm>
            <a:off x="6217920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35" name="Google Shape;2935;p51"/>
          <p:cNvSpPr txBox="1">
            <a:spLocks noGrp="1"/>
          </p:cNvSpPr>
          <p:nvPr>
            <p:ph type="subTitle" idx="5"/>
          </p:nvPr>
        </p:nvSpPr>
        <p:spPr>
          <a:xfrm>
            <a:off x="3749040" y="1581912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Venus is the second planet from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36" name="Google Shape;2936;p51"/>
          <p:cNvSpPr txBox="1">
            <a:spLocks noGrp="1"/>
          </p:cNvSpPr>
          <p:nvPr>
            <p:ph type="subTitle" idx="6"/>
          </p:nvPr>
        </p:nvSpPr>
        <p:spPr>
          <a:xfrm>
            <a:off x="1289304" y="2139696"/>
            <a:ext cx="1636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937" name="Google Shape;2937;p51"/>
          <p:cNvGrpSpPr/>
          <p:nvPr/>
        </p:nvGrpSpPr>
        <p:grpSpPr>
          <a:xfrm>
            <a:off x="2021644" y="1725712"/>
            <a:ext cx="175013" cy="27000"/>
            <a:chOff x="5662375" y="212375"/>
            <a:chExt cx="175013" cy="27000"/>
          </a:xfrm>
        </p:grpSpPr>
        <p:sp>
          <p:nvSpPr>
            <p:cNvPr id="2938" name="Google Shape;2938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1" name="Google Shape;2941;p51"/>
          <p:cNvGrpSpPr/>
          <p:nvPr/>
        </p:nvGrpSpPr>
        <p:grpSpPr>
          <a:xfrm>
            <a:off x="4484519" y="1167573"/>
            <a:ext cx="175013" cy="27000"/>
            <a:chOff x="5662375" y="212375"/>
            <a:chExt cx="175013" cy="27000"/>
          </a:xfrm>
        </p:grpSpPr>
        <p:sp>
          <p:nvSpPr>
            <p:cNvPr id="2942" name="Google Shape;2942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5" name="Google Shape;2945;p51"/>
          <p:cNvGrpSpPr/>
          <p:nvPr/>
        </p:nvGrpSpPr>
        <p:grpSpPr>
          <a:xfrm>
            <a:off x="6949194" y="1725699"/>
            <a:ext cx="175013" cy="27000"/>
            <a:chOff x="5662375" y="212375"/>
            <a:chExt cx="175013" cy="27000"/>
          </a:xfrm>
        </p:grpSpPr>
        <p:sp>
          <p:nvSpPr>
            <p:cNvPr id="2946" name="Google Shape;2946;p51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51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8" name="Google Shape;2948;p51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49" name="Google Shape;2949;p51"/>
          <p:cNvGrpSpPr/>
          <p:nvPr/>
        </p:nvGrpSpPr>
        <p:grpSpPr>
          <a:xfrm>
            <a:off x="5495189" y="2811226"/>
            <a:ext cx="203374" cy="179736"/>
            <a:chOff x="-3137650" y="2787000"/>
            <a:chExt cx="291450" cy="257575"/>
          </a:xfrm>
        </p:grpSpPr>
        <p:sp>
          <p:nvSpPr>
            <p:cNvPr id="2950" name="Google Shape;2950;p51"/>
            <p:cNvSpPr/>
            <p:nvPr/>
          </p:nvSpPr>
          <p:spPr>
            <a:xfrm>
              <a:off x="-3137650" y="2787000"/>
              <a:ext cx="291450" cy="257575"/>
            </a:xfrm>
            <a:custGeom>
              <a:avLst/>
              <a:gdLst/>
              <a:ahLst/>
              <a:cxnLst/>
              <a:rect l="l" t="t" r="r" b="b"/>
              <a:pathLst>
                <a:path w="11658" h="10303" extrusionOk="0">
                  <a:moveTo>
                    <a:pt x="10618" y="693"/>
                  </a:moveTo>
                  <a:cubicBezTo>
                    <a:pt x="10807" y="693"/>
                    <a:pt x="10964" y="851"/>
                    <a:pt x="10964" y="1040"/>
                  </a:cubicBezTo>
                  <a:lnTo>
                    <a:pt x="10964" y="2741"/>
                  </a:lnTo>
                  <a:lnTo>
                    <a:pt x="662" y="2741"/>
                  </a:lnTo>
                  <a:lnTo>
                    <a:pt x="662" y="1040"/>
                  </a:lnTo>
                  <a:cubicBezTo>
                    <a:pt x="662" y="851"/>
                    <a:pt x="820" y="693"/>
                    <a:pt x="1009" y="693"/>
                  </a:cubicBezTo>
                  <a:close/>
                  <a:moveTo>
                    <a:pt x="10996" y="3403"/>
                  </a:moveTo>
                  <a:lnTo>
                    <a:pt x="10996" y="9231"/>
                  </a:lnTo>
                  <a:cubicBezTo>
                    <a:pt x="10964" y="9420"/>
                    <a:pt x="10838" y="9578"/>
                    <a:pt x="10618" y="9578"/>
                  </a:cubicBezTo>
                  <a:lnTo>
                    <a:pt x="1009" y="9578"/>
                  </a:lnTo>
                  <a:cubicBezTo>
                    <a:pt x="820" y="9578"/>
                    <a:pt x="662" y="9420"/>
                    <a:pt x="662" y="9231"/>
                  </a:cubicBezTo>
                  <a:lnTo>
                    <a:pt x="662" y="3403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40"/>
                  </a:cubicBezTo>
                  <a:lnTo>
                    <a:pt x="1" y="9263"/>
                  </a:lnTo>
                  <a:cubicBezTo>
                    <a:pt x="1" y="9830"/>
                    <a:pt x="473" y="10302"/>
                    <a:pt x="1009" y="10302"/>
                  </a:cubicBezTo>
                  <a:lnTo>
                    <a:pt x="10618" y="10302"/>
                  </a:lnTo>
                  <a:cubicBezTo>
                    <a:pt x="11185" y="10302"/>
                    <a:pt x="11658" y="9830"/>
                    <a:pt x="11658" y="9263"/>
                  </a:cubicBezTo>
                  <a:lnTo>
                    <a:pt x="11658" y="1040"/>
                  </a:lnTo>
                  <a:cubicBezTo>
                    <a:pt x="11658" y="441"/>
                    <a:pt x="11217" y="0"/>
                    <a:pt x="106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1" name="Google Shape;2951;p51"/>
            <p:cNvSpPr/>
            <p:nvPr/>
          </p:nvSpPr>
          <p:spPr>
            <a:xfrm>
              <a:off x="-3104575" y="28208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8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8" y="693"/>
                  </a:cubicBezTo>
                  <a:cubicBezTo>
                    <a:pt x="568" y="693"/>
                    <a:pt x="726" y="536"/>
                    <a:pt x="726" y="347"/>
                  </a:cubicBezTo>
                  <a:cubicBezTo>
                    <a:pt x="726" y="158"/>
                    <a:pt x="568" y="0"/>
                    <a:pt x="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2" name="Google Shape;2952;p51"/>
            <p:cNvSpPr/>
            <p:nvPr/>
          </p:nvSpPr>
          <p:spPr>
            <a:xfrm>
              <a:off x="-306990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3" name="Google Shape;2953;p51"/>
            <p:cNvSpPr/>
            <p:nvPr/>
          </p:nvSpPr>
          <p:spPr>
            <a:xfrm>
              <a:off x="-3035250" y="2820875"/>
              <a:ext cx="17350" cy="17350"/>
            </a:xfrm>
            <a:custGeom>
              <a:avLst/>
              <a:gdLst/>
              <a:ahLst/>
              <a:cxnLst/>
              <a:rect l="l" t="t" r="r" b="b"/>
              <a:pathLst>
                <a:path w="694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3"/>
                    <a:pt x="347" y="693"/>
                  </a:cubicBezTo>
                  <a:cubicBezTo>
                    <a:pt x="536" y="693"/>
                    <a:pt x="693" y="536"/>
                    <a:pt x="693" y="347"/>
                  </a:cubicBez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4" name="Google Shape;2954;p51"/>
            <p:cNvSpPr/>
            <p:nvPr/>
          </p:nvSpPr>
          <p:spPr>
            <a:xfrm>
              <a:off x="-3002175" y="2820875"/>
              <a:ext cx="121325" cy="17350"/>
            </a:xfrm>
            <a:custGeom>
              <a:avLst/>
              <a:gdLst/>
              <a:ahLst/>
              <a:cxnLst/>
              <a:rect l="l" t="t" r="r" b="b"/>
              <a:pathLst>
                <a:path w="4853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32" y="536"/>
                    <a:pt x="190" y="693"/>
                    <a:pt x="347" y="693"/>
                  </a:cubicBezTo>
                  <a:lnTo>
                    <a:pt x="4506" y="693"/>
                  </a:lnTo>
                  <a:cubicBezTo>
                    <a:pt x="4695" y="693"/>
                    <a:pt x="4852" y="536"/>
                    <a:pt x="4852" y="347"/>
                  </a:cubicBezTo>
                  <a:cubicBezTo>
                    <a:pt x="4852" y="158"/>
                    <a:pt x="4695" y="0"/>
                    <a:pt x="45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5" name="Google Shape;2955;p51"/>
            <p:cNvSpPr/>
            <p:nvPr/>
          </p:nvSpPr>
          <p:spPr>
            <a:xfrm>
              <a:off x="-2948625" y="2907300"/>
              <a:ext cx="52025" cy="85300"/>
            </a:xfrm>
            <a:custGeom>
              <a:avLst/>
              <a:gdLst/>
              <a:ahLst/>
              <a:cxnLst/>
              <a:rect l="l" t="t" r="r" b="b"/>
              <a:pathLst>
                <a:path w="2081" h="3412" extrusionOk="0">
                  <a:moveTo>
                    <a:pt x="347" y="1"/>
                  </a:moveTo>
                  <a:cubicBezTo>
                    <a:pt x="261" y="1"/>
                    <a:pt x="174" y="24"/>
                    <a:pt x="127" y="72"/>
                  </a:cubicBezTo>
                  <a:cubicBezTo>
                    <a:pt x="1" y="198"/>
                    <a:pt x="1" y="450"/>
                    <a:pt x="127" y="544"/>
                  </a:cubicBezTo>
                  <a:lnTo>
                    <a:pt x="1261" y="1710"/>
                  </a:lnTo>
                  <a:lnTo>
                    <a:pt x="127" y="2844"/>
                  </a:lnTo>
                  <a:cubicBezTo>
                    <a:pt x="1" y="2970"/>
                    <a:pt x="1" y="3191"/>
                    <a:pt x="127" y="3317"/>
                  </a:cubicBezTo>
                  <a:cubicBezTo>
                    <a:pt x="174" y="3380"/>
                    <a:pt x="261" y="3411"/>
                    <a:pt x="347" y="3411"/>
                  </a:cubicBezTo>
                  <a:cubicBezTo>
                    <a:pt x="434" y="3411"/>
                    <a:pt x="521" y="3380"/>
                    <a:pt x="568" y="3317"/>
                  </a:cubicBezTo>
                  <a:lnTo>
                    <a:pt x="1954" y="1930"/>
                  </a:lnTo>
                  <a:cubicBezTo>
                    <a:pt x="2080" y="1804"/>
                    <a:pt x="2080" y="1584"/>
                    <a:pt x="1954" y="1458"/>
                  </a:cubicBezTo>
                  <a:lnTo>
                    <a:pt x="568" y="72"/>
                  </a:lnTo>
                  <a:cubicBezTo>
                    <a:pt x="521" y="24"/>
                    <a:pt x="434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6" name="Google Shape;2956;p51"/>
            <p:cNvSpPr/>
            <p:nvPr/>
          </p:nvSpPr>
          <p:spPr>
            <a:xfrm>
              <a:off x="-3088025" y="2907300"/>
              <a:ext cx="53575" cy="85300"/>
            </a:xfrm>
            <a:custGeom>
              <a:avLst/>
              <a:gdLst/>
              <a:ahLst/>
              <a:cxnLst/>
              <a:rect l="l" t="t" r="r" b="b"/>
              <a:pathLst>
                <a:path w="2143" h="3412" extrusionOk="0">
                  <a:moveTo>
                    <a:pt x="1749" y="1"/>
                  </a:moveTo>
                  <a:cubicBezTo>
                    <a:pt x="1662" y="1"/>
                    <a:pt x="1576" y="24"/>
                    <a:pt x="1513" y="72"/>
                  </a:cubicBezTo>
                  <a:lnTo>
                    <a:pt x="127" y="1458"/>
                  </a:lnTo>
                  <a:cubicBezTo>
                    <a:pt x="1" y="1584"/>
                    <a:pt x="1" y="1804"/>
                    <a:pt x="127" y="1930"/>
                  </a:cubicBezTo>
                  <a:lnTo>
                    <a:pt x="1513" y="3317"/>
                  </a:lnTo>
                  <a:cubicBezTo>
                    <a:pt x="1576" y="3380"/>
                    <a:pt x="1662" y="3411"/>
                    <a:pt x="1749" y="3411"/>
                  </a:cubicBezTo>
                  <a:cubicBezTo>
                    <a:pt x="1836" y="3411"/>
                    <a:pt x="1922" y="3380"/>
                    <a:pt x="1985" y="3317"/>
                  </a:cubicBezTo>
                  <a:cubicBezTo>
                    <a:pt x="2111" y="3191"/>
                    <a:pt x="2111" y="2970"/>
                    <a:pt x="1985" y="2844"/>
                  </a:cubicBezTo>
                  <a:lnTo>
                    <a:pt x="851" y="1710"/>
                  </a:lnTo>
                  <a:lnTo>
                    <a:pt x="1985" y="544"/>
                  </a:lnTo>
                  <a:cubicBezTo>
                    <a:pt x="2143" y="450"/>
                    <a:pt x="2143" y="198"/>
                    <a:pt x="1985" y="72"/>
                  </a:cubicBezTo>
                  <a:cubicBezTo>
                    <a:pt x="1922" y="24"/>
                    <a:pt x="1836" y="1"/>
                    <a:pt x="17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7" name="Google Shape;2957;p51"/>
            <p:cNvSpPr/>
            <p:nvPr/>
          </p:nvSpPr>
          <p:spPr>
            <a:xfrm>
              <a:off x="-3019500" y="2888975"/>
              <a:ext cx="54375" cy="119400"/>
            </a:xfrm>
            <a:custGeom>
              <a:avLst/>
              <a:gdLst/>
              <a:ahLst/>
              <a:cxnLst/>
              <a:rect l="l" t="t" r="r" b="b"/>
              <a:pathLst>
                <a:path w="2175" h="4776" extrusionOk="0">
                  <a:moveTo>
                    <a:pt x="1778" y="0"/>
                  </a:moveTo>
                  <a:cubicBezTo>
                    <a:pt x="1617" y="0"/>
                    <a:pt x="1501" y="108"/>
                    <a:pt x="1450" y="237"/>
                  </a:cubicBezTo>
                  <a:lnTo>
                    <a:pt x="63" y="4333"/>
                  </a:lnTo>
                  <a:cubicBezTo>
                    <a:pt x="0" y="4522"/>
                    <a:pt x="95" y="4680"/>
                    <a:pt x="253" y="4743"/>
                  </a:cubicBezTo>
                  <a:cubicBezTo>
                    <a:pt x="305" y="4765"/>
                    <a:pt x="354" y="4775"/>
                    <a:pt x="399" y="4775"/>
                  </a:cubicBezTo>
                  <a:cubicBezTo>
                    <a:pt x="543" y="4775"/>
                    <a:pt x="646" y="4674"/>
                    <a:pt x="694" y="4554"/>
                  </a:cubicBezTo>
                  <a:lnTo>
                    <a:pt x="2080" y="458"/>
                  </a:lnTo>
                  <a:cubicBezTo>
                    <a:pt x="2174" y="300"/>
                    <a:pt x="2048" y="111"/>
                    <a:pt x="1891" y="17"/>
                  </a:cubicBezTo>
                  <a:cubicBezTo>
                    <a:pt x="1851" y="6"/>
                    <a:pt x="1813" y="0"/>
                    <a:pt x="17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58" name="Google Shape;2958;p51"/>
          <p:cNvGrpSpPr/>
          <p:nvPr/>
        </p:nvGrpSpPr>
        <p:grpSpPr>
          <a:xfrm>
            <a:off x="3830965" y="2799136"/>
            <a:ext cx="203915" cy="203915"/>
            <a:chOff x="-6354300" y="2757075"/>
            <a:chExt cx="292225" cy="292225"/>
          </a:xfrm>
        </p:grpSpPr>
        <p:sp>
          <p:nvSpPr>
            <p:cNvPr id="2959" name="Google Shape;2959;p51"/>
            <p:cNvSpPr/>
            <p:nvPr/>
          </p:nvSpPr>
          <p:spPr>
            <a:xfrm>
              <a:off x="-6354300" y="2757075"/>
              <a:ext cx="292225" cy="292225"/>
            </a:xfrm>
            <a:custGeom>
              <a:avLst/>
              <a:gdLst/>
              <a:ahLst/>
              <a:cxnLst/>
              <a:rect l="l" t="t" r="r" b="b"/>
              <a:pathLst>
                <a:path w="11689" h="11689" extrusionOk="0">
                  <a:moveTo>
                    <a:pt x="10681" y="4159"/>
                  </a:moveTo>
                  <a:cubicBezTo>
                    <a:pt x="10870" y="4159"/>
                    <a:pt x="11027" y="4316"/>
                    <a:pt x="11027" y="4505"/>
                  </a:cubicBezTo>
                  <a:lnTo>
                    <a:pt x="11027" y="4915"/>
                  </a:lnTo>
                  <a:cubicBezTo>
                    <a:pt x="10901" y="4883"/>
                    <a:pt x="10775" y="4883"/>
                    <a:pt x="10681" y="4883"/>
                  </a:cubicBezTo>
                  <a:lnTo>
                    <a:pt x="9609" y="4883"/>
                  </a:lnTo>
                  <a:lnTo>
                    <a:pt x="9609" y="4190"/>
                  </a:lnTo>
                  <a:lnTo>
                    <a:pt x="10681" y="4190"/>
                  </a:lnTo>
                  <a:lnTo>
                    <a:pt x="10681" y="4159"/>
                  </a:lnTo>
                  <a:close/>
                  <a:moveTo>
                    <a:pt x="2048" y="2773"/>
                  </a:moveTo>
                  <a:lnTo>
                    <a:pt x="2048" y="6207"/>
                  </a:lnTo>
                  <a:lnTo>
                    <a:pt x="662" y="6207"/>
                  </a:lnTo>
                  <a:lnTo>
                    <a:pt x="662" y="3151"/>
                  </a:lnTo>
                  <a:cubicBezTo>
                    <a:pt x="694" y="2930"/>
                    <a:pt x="851" y="2773"/>
                    <a:pt x="1009" y="2773"/>
                  </a:cubicBezTo>
                  <a:close/>
                  <a:moveTo>
                    <a:pt x="8885" y="693"/>
                  </a:moveTo>
                  <a:lnTo>
                    <a:pt x="8885" y="4883"/>
                  </a:lnTo>
                  <a:cubicBezTo>
                    <a:pt x="8538" y="4915"/>
                    <a:pt x="8223" y="5104"/>
                    <a:pt x="8066" y="5419"/>
                  </a:cubicBezTo>
                  <a:lnTo>
                    <a:pt x="7751" y="6049"/>
                  </a:lnTo>
                  <a:cubicBezTo>
                    <a:pt x="7719" y="6175"/>
                    <a:pt x="7593" y="6238"/>
                    <a:pt x="7436" y="6238"/>
                  </a:cubicBezTo>
                  <a:lnTo>
                    <a:pt x="2710" y="6238"/>
                  </a:lnTo>
                  <a:lnTo>
                    <a:pt x="2710" y="693"/>
                  </a:lnTo>
                  <a:close/>
                  <a:moveTo>
                    <a:pt x="10681" y="5513"/>
                  </a:moveTo>
                  <a:cubicBezTo>
                    <a:pt x="10870" y="5513"/>
                    <a:pt x="11027" y="5671"/>
                    <a:pt x="11027" y="5860"/>
                  </a:cubicBezTo>
                  <a:lnTo>
                    <a:pt x="11027" y="10649"/>
                  </a:lnTo>
                  <a:cubicBezTo>
                    <a:pt x="11027" y="10869"/>
                    <a:pt x="10870" y="11027"/>
                    <a:pt x="10681" y="11027"/>
                  </a:cubicBezTo>
                  <a:lnTo>
                    <a:pt x="1009" y="11027"/>
                  </a:lnTo>
                  <a:cubicBezTo>
                    <a:pt x="820" y="11027"/>
                    <a:pt x="662" y="10869"/>
                    <a:pt x="662" y="10649"/>
                  </a:cubicBezTo>
                  <a:lnTo>
                    <a:pt x="662" y="6868"/>
                  </a:lnTo>
                  <a:lnTo>
                    <a:pt x="7436" y="6868"/>
                  </a:lnTo>
                  <a:cubicBezTo>
                    <a:pt x="7845" y="6868"/>
                    <a:pt x="8192" y="6648"/>
                    <a:pt x="8349" y="6333"/>
                  </a:cubicBezTo>
                  <a:lnTo>
                    <a:pt x="8664" y="5703"/>
                  </a:lnTo>
                  <a:cubicBezTo>
                    <a:pt x="8696" y="5576"/>
                    <a:pt x="8822" y="5513"/>
                    <a:pt x="8979" y="5513"/>
                  </a:cubicBezTo>
                  <a:close/>
                  <a:moveTo>
                    <a:pt x="2395" y="0"/>
                  </a:moveTo>
                  <a:cubicBezTo>
                    <a:pt x="2206" y="0"/>
                    <a:pt x="2048" y="158"/>
                    <a:pt x="2048" y="347"/>
                  </a:cubicBezTo>
                  <a:lnTo>
                    <a:pt x="2048" y="2111"/>
                  </a:lnTo>
                  <a:lnTo>
                    <a:pt x="1009" y="2111"/>
                  </a:lnTo>
                  <a:cubicBezTo>
                    <a:pt x="473" y="2111"/>
                    <a:pt x="0" y="2584"/>
                    <a:pt x="0" y="3151"/>
                  </a:cubicBezTo>
                  <a:lnTo>
                    <a:pt x="0" y="10649"/>
                  </a:lnTo>
                  <a:cubicBezTo>
                    <a:pt x="0" y="11216"/>
                    <a:pt x="473" y="11688"/>
                    <a:pt x="1009" y="11688"/>
                  </a:cubicBezTo>
                  <a:lnTo>
                    <a:pt x="10618" y="11688"/>
                  </a:lnTo>
                  <a:cubicBezTo>
                    <a:pt x="11185" y="11688"/>
                    <a:pt x="11657" y="11216"/>
                    <a:pt x="11657" y="10649"/>
                  </a:cubicBezTo>
                  <a:lnTo>
                    <a:pt x="11657" y="4505"/>
                  </a:lnTo>
                  <a:cubicBezTo>
                    <a:pt x="11689" y="3938"/>
                    <a:pt x="11216" y="3466"/>
                    <a:pt x="10681" y="3466"/>
                  </a:cubicBezTo>
                  <a:lnTo>
                    <a:pt x="9609" y="3466"/>
                  </a:lnTo>
                  <a:lnTo>
                    <a:pt x="9609" y="347"/>
                  </a:lnTo>
                  <a:cubicBezTo>
                    <a:pt x="9609" y="158"/>
                    <a:pt x="9452" y="0"/>
                    <a:pt x="92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0" name="Google Shape;2960;p51"/>
            <p:cNvSpPr/>
            <p:nvPr/>
          </p:nvSpPr>
          <p:spPr>
            <a:xfrm>
              <a:off x="-6268450" y="279015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1" name="Google Shape;2961;p51"/>
            <p:cNvSpPr/>
            <p:nvPr/>
          </p:nvSpPr>
          <p:spPr>
            <a:xfrm>
              <a:off x="-6268450" y="2825600"/>
              <a:ext cx="119750" cy="18125"/>
            </a:xfrm>
            <a:custGeom>
              <a:avLst/>
              <a:gdLst/>
              <a:ahLst/>
              <a:cxnLst/>
              <a:rect l="l" t="t" r="r" b="b"/>
              <a:pathLst>
                <a:path w="4790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725"/>
                    <a:pt x="347" y="725"/>
                  </a:cubicBezTo>
                  <a:lnTo>
                    <a:pt x="4443" y="725"/>
                  </a:lnTo>
                  <a:cubicBezTo>
                    <a:pt x="4632" y="725"/>
                    <a:pt x="4789" y="567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2" name="Google Shape;2962;p51"/>
            <p:cNvSpPr/>
            <p:nvPr/>
          </p:nvSpPr>
          <p:spPr>
            <a:xfrm>
              <a:off x="-6268450" y="2860250"/>
              <a:ext cx="119750" cy="17350"/>
            </a:xfrm>
            <a:custGeom>
              <a:avLst/>
              <a:gdLst/>
              <a:ahLst/>
              <a:cxnLst/>
              <a:rect l="l" t="t" r="r" b="b"/>
              <a:pathLst>
                <a:path w="4790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443" y="693"/>
                  </a:lnTo>
                  <a:cubicBezTo>
                    <a:pt x="4632" y="693"/>
                    <a:pt x="4789" y="536"/>
                    <a:pt x="4789" y="347"/>
                  </a:cubicBezTo>
                  <a:cubicBezTo>
                    <a:pt x="4789" y="158"/>
                    <a:pt x="4632" y="0"/>
                    <a:pt x="44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63" name="Google Shape;2963;p51"/>
          <p:cNvGrpSpPr/>
          <p:nvPr/>
        </p:nvGrpSpPr>
        <p:grpSpPr>
          <a:xfrm>
            <a:off x="4917834" y="2603164"/>
            <a:ext cx="203374" cy="203915"/>
            <a:chOff x="-1700225" y="2768875"/>
            <a:chExt cx="291450" cy="292225"/>
          </a:xfrm>
        </p:grpSpPr>
        <p:sp>
          <p:nvSpPr>
            <p:cNvPr id="2964" name="Google Shape;2964;p51"/>
            <p:cNvSpPr/>
            <p:nvPr/>
          </p:nvSpPr>
          <p:spPr>
            <a:xfrm>
              <a:off x="-170022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17" y="662"/>
                  </a:moveTo>
                  <a:cubicBezTo>
                    <a:pt x="10806" y="662"/>
                    <a:pt x="10964" y="820"/>
                    <a:pt x="10964" y="1009"/>
                  </a:cubicBezTo>
                  <a:lnTo>
                    <a:pt x="10964" y="2710"/>
                  </a:lnTo>
                  <a:lnTo>
                    <a:pt x="662" y="2710"/>
                  </a:lnTo>
                  <a:lnTo>
                    <a:pt x="662" y="1009"/>
                  </a:lnTo>
                  <a:cubicBezTo>
                    <a:pt x="662" y="820"/>
                    <a:pt x="819" y="662"/>
                    <a:pt x="1008" y="662"/>
                  </a:cubicBezTo>
                  <a:close/>
                  <a:moveTo>
                    <a:pt x="10933" y="3372"/>
                  </a:moveTo>
                  <a:lnTo>
                    <a:pt x="10933" y="9232"/>
                  </a:lnTo>
                  <a:cubicBezTo>
                    <a:pt x="10964" y="9484"/>
                    <a:pt x="10806" y="9610"/>
                    <a:pt x="10617" y="9610"/>
                  </a:cubicBezTo>
                  <a:lnTo>
                    <a:pt x="8916" y="9610"/>
                  </a:lnTo>
                  <a:lnTo>
                    <a:pt x="8570" y="9232"/>
                  </a:lnTo>
                  <a:cubicBezTo>
                    <a:pt x="8601" y="9169"/>
                    <a:pt x="8664" y="9043"/>
                    <a:pt x="8696" y="8917"/>
                  </a:cubicBezTo>
                  <a:lnTo>
                    <a:pt x="9200" y="8917"/>
                  </a:lnTo>
                  <a:cubicBezTo>
                    <a:pt x="9389" y="8917"/>
                    <a:pt x="9546" y="8759"/>
                    <a:pt x="9546" y="8570"/>
                  </a:cubicBezTo>
                  <a:lnTo>
                    <a:pt x="9546" y="7184"/>
                  </a:lnTo>
                  <a:cubicBezTo>
                    <a:pt x="9546" y="6995"/>
                    <a:pt x="9389" y="6837"/>
                    <a:pt x="9200" y="6837"/>
                  </a:cubicBezTo>
                  <a:lnTo>
                    <a:pt x="8696" y="6837"/>
                  </a:lnTo>
                  <a:cubicBezTo>
                    <a:pt x="8664" y="6711"/>
                    <a:pt x="8601" y="6648"/>
                    <a:pt x="8570" y="6522"/>
                  </a:cubicBezTo>
                  <a:lnTo>
                    <a:pt x="8916" y="6176"/>
                  </a:lnTo>
                  <a:cubicBezTo>
                    <a:pt x="9042" y="6050"/>
                    <a:pt x="9042" y="5798"/>
                    <a:pt x="8916" y="5703"/>
                  </a:cubicBezTo>
                  <a:lnTo>
                    <a:pt x="7940" y="4695"/>
                  </a:lnTo>
                  <a:cubicBezTo>
                    <a:pt x="7877" y="4648"/>
                    <a:pt x="7790" y="4624"/>
                    <a:pt x="7703" y="4624"/>
                  </a:cubicBezTo>
                  <a:cubicBezTo>
                    <a:pt x="7617" y="4624"/>
                    <a:pt x="7530" y="4648"/>
                    <a:pt x="7467" y="4695"/>
                  </a:cubicBezTo>
                  <a:lnTo>
                    <a:pt x="7120" y="5073"/>
                  </a:lnTo>
                  <a:cubicBezTo>
                    <a:pt x="7026" y="5041"/>
                    <a:pt x="6931" y="4978"/>
                    <a:pt x="6805" y="4947"/>
                  </a:cubicBezTo>
                  <a:lnTo>
                    <a:pt x="6805" y="4443"/>
                  </a:lnTo>
                  <a:cubicBezTo>
                    <a:pt x="6805" y="4222"/>
                    <a:pt x="6648" y="4065"/>
                    <a:pt x="6459" y="4065"/>
                  </a:cubicBezTo>
                  <a:lnTo>
                    <a:pt x="5073" y="4065"/>
                  </a:lnTo>
                  <a:cubicBezTo>
                    <a:pt x="4884" y="4065"/>
                    <a:pt x="4726" y="4222"/>
                    <a:pt x="4726" y="4443"/>
                  </a:cubicBezTo>
                  <a:lnTo>
                    <a:pt x="4726" y="4947"/>
                  </a:lnTo>
                  <a:cubicBezTo>
                    <a:pt x="4600" y="4978"/>
                    <a:pt x="4506" y="5010"/>
                    <a:pt x="4411" y="5073"/>
                  </a:cubicBezTo>
                  <a:lnTo>
                    <a:pt x="4033" y="4695"/>
                  </a:lnTo>
                  <a:cubicBezTo>
                    <a:pt x="3986" y="4648"/>
                    <a:pt x="3899" y="4624"/>
                    <a:pt x="3808" y="4624"/>
                  </a:cubicBezTo>
                  <a:cubicBezTo>
                    <a:pt x="3718" y="4624"/>
                    <a:pt x="3623" y="4648"/>
                    <a:pt x="3560" y="4695"/>
                  </a:cubicBezTo>
                  <a:lnTo>
                    <a:pt x="2584" y="5703"/>
                  </a:lnTo>
                  <a:cubicBezTo>
                    <a:pt x="2458" y="5829"/>
                    <a:pt x="2458" y="6050"/>
                    <a:pt x="2584" y="6176"/>
                  </a:cubicBezTo>
                  <a:lnTo>
                    <a:pt x="2930" y="6522"/>
                  </a:lnTo>
                  <a:cubicBezTo>
                    <a:pt x="2899" y="6585"/>
                    <a:pt x="2867" y="6711"/>
                    <a:pt x="2836" y="6837"/>
                  </a:cubicBezTo>
                  <a:lnTo>
                    <a:pt x="2300" y="6837"/>
                  </a:lnTo>
                  <a:cubicBezTo>
                    <a:pt x="2111" y="6837"/>
                    <a:pt x="1954" y="6995"/>
                    <a:pt x="1954" y="7184"/>
                  </a:cubicBezTo>
                  <a:lnTo>
                    <a:pt x="1954" y="8570"/>
                  </a:lnTo>
                  <a:cubicBezTo>
                    <a:pt x="1954" y="8759"/>
                    <a:pt x="2111" y="8917"/>
                    <a:pt x="2300" y="8917"/>
                  </a:cubicBezTo>
                  <a:lnTo>
                    <a:pt x="2836" y="8917"/>
                  </a:lnTo>
                  <a:cubicBezTo>
                    <a:pt x="2867" y="9043"/>
                    <a:pt x="2899" y="9137"/>
                    <a:pt x="2930" y="9232"/>
                  </a:cubicBezTo>
                  <a:lnTo>
                    <a:pt x="2584" y="9610"/>
                  </a:lnTo>
                  <a:lnTo>
                    <a:pt x="977" y="9610"/>
                  </a:lnTo>
                  <a:cubicBezTo>
                    <a:pt x="788" y="9610"/>
                    <a:pt x="630" y="9452"/>
                    <a:pt x="630" y="9232"/>
                  </a:cubicBezTo>
                  <a:lnTo>
                    <a:pt x="630" y="3372"/>
                  </a:lnTo>
                  <a:close/>
                  <a:moveTo>
                    <a:pt x="6112" y="4726"/>
                  </a:moveTo>
                  <a:lnTo>
                    <a:pt x="6112" y="5136"/>
                  </a:lnTo>
                  <a:cubicBezTo>
                    <a:pt x="6112" y="5294"/>
                    <a:pt x="6207" y="5420"/>
                    <a:pt x="6364" y="5451"/>
                  </a:cubicBezTo>
                  <a:cubicBezTo>
                    <a:pt x="6553" y="5514"/>
                    <a:pt x="6805" y="5609"/>
                    <a:pt x="6994" y="5735"/>
                  </a:cubicBezTo>
                  <a:cubicBezTo>
                    <a:pt x="7041" y="5769"/>
                    <a:pt x="7096" y="5783"/>
                    <a:pt x="7153" y="5783"/>
                  </a:cubicBezTo>
                  <a:cubicBezTo>
                    <a:pt x="7251" y="5783"/>
                    <a:pt x="7356" y="5743"/>
                    <a:pt x="7435" y="5703"/>
                  </a:cubicBezTo>
                  <a:lnTo>
                    <a:pt x="7751" y="5388"/>
                  </a:lnTo>
                  <a:lnTo>
                    <a:pt x="8223" y="5861"/>
                  </a:lnTo>
                  <a:lnTo>
                    <a:pt x="7908" y="6176"/>
                  </a:lnTo>
                  <a:cubicBezTo>
                    <a:pt x="7782" y="6302"/>
                    <a:pt x="7782" y="6459"/>
                    <a:pt x="7877" y="6617"/>
                  </a:cubicBezTo>
                  <a:cubicBezTo>
                    <a:pt x="7971" y="6806"/>
                    <a:pt x="8066" y="6995"/>
                    <a:pt x="8129" y="7247"/>
                  </a:cubicBezTo>
                  <a:cubicBezTo>
                    <a:pt x="8192" y="7404"/>
                    <a:pt x="8286" y="7499"/>
                    <a:pt x="8444" y="7499"/>
                  </a:cubicBezTo>
                  <a:lnTo>
                    <a:pt x="8885" y="7499"/>
                  </a:lnTo>
                  <a:lnTo>
                    <a:pt x="8885" y="8192"/>
                  </a:lnTo>
                  <a:lnTo>
                    <a:pt x="8444" y="8192"/>
                  </a:lnTo>
                  <a:cubicBezTo>
                    <a:pt x="8286" y="8192"/>
                    <a:pt x="8192" y="8286"/>
                    <a:pt x="8129" y="8444"/>
                  </a:cubicBezTo>
                  <a:cubicBezTo>
                    <a:pt x="8097" y="8665"/>
                    <a:pt x="7971" y="8885"/>
                    <a:pt x="7877" y="9074"/>
                  </a:cubicBezTo>
                  <a:cubicBezTo>
                    <a:pt x="7782" y="9200"/>
                    <a:pt x="7814" y="9389"/>
                    <a:pt x="7908" y="9515"/>
                  </a:cubicBezTo>
                  <a:lnTo>
                    <a:pt x="8223" y="9830"/>
                  </a:lnTo>
                  <a:lnTo>
                    <a:pt x="7751" y="10303"/>
                  </a:lnTo>
                  <a:lnTo>
                    <a:pt x="7435" y="9988"/>
                  </a:lnTo>
                  <a:cubicBezTo>
                    <a:pt x="7368" y="9920"/>
                    <a:pt x="7291" y="9889"/>
                    <a:pt x="7211" y="9889"/>
                  </a:cubicBezTo>
                  <a:cubicBezTo>
                    <a:pt x="7141" y="9889"/>
                    <a:pt x="7068" y="9912"/>
                    <a:pt x="6994" y="9956"/>
                  </a:cubicBezTo>
                  <a:cubicBezTo>
                    <a:pt x="6805" y="10082"/>
                    <a:pt x="6616" y="10145"/>
                    <a:pt x="6364" y="10208"/>
                  </a:cubicBezTo>
                  <a:cubicBezTo>
                    <a:pt x="6207" y="10271"/>
                    <a:pt x="6112" y="10366"/>
                    <a:pt x="6112" y="10555"/>
                  </a:cubicBezTo>
                  <a:lnTo>
                    <a:pt x="6112" y="10964"/>
                  </a:lnTo>
                  <a:lnTo>
                    <a:pt x="5419" y="10964"/>
                  </a:lnTo>
                  <a:lnTo>
                    <a:pt x="5419" y="10555"/>
                  </a:lnTo>
                  <a:cubicBezTo>
                    <a:pt x="5419" y="10366"/>
                    <a:pt x="5325" y="10271"/>
                    <a:pt x="5167" y="10208"/>
                  </a:cubicBezTo>
                  <a:cubicBezTo>
                    <a:pt x="4947" y="10177"/>
                    <a:pt x="4726" y="10051"/>
                    <a:pt x="4537" y="9956"/>
                  </a:cubicBezTo>
                  <a:cubicBezTo>
                    <a:pt x="4491" y="9921"/>
                    <a:pt x="4436" y="9908"/>
                    <a:pt x="4379" y="9908"/>
                  </a:cubicBezTo>
                  <a:cubicBezTo>
                    <a:pt x="4281" y="9908"/>
                    <a:pt x="4176" y="9948"/>
                    <a:pt x="4096" y="9988"/>
                  </a:cubicBezTo>
                  <a:lnTo>
                    <a:pt x="3781" y="10303"/>
                  </a:lnTo>
                  <a:lnTo>
                    <a:pt x="3308" y="9830"/>
                  </a:lnTo>
                  <a:lnTo>
                    <a:pt x="3623" y="9515"/>
                  </a:lnTo>
                  <a:cubicBezTo>
                    <a:pt x="3749" y="9389"/>
                    <a:pt x="3749" y="9232"/>
                    <a:pt x="3655" y="9074"/>
                  </a:cubicBezTo>
                  <a:cubicBezTo>
                    <a:pt x="3529" y="8885"/>
                    <a:pt x="3466" y="8696"/>
                    <a:pt x="3371" y="8444"/>
                  </a:cubicBezTo>
                  <a:cubicBezTo>
                    <a:pt x="3340" y="8286"/>
                    <a:pt x="3214" y="8192"/>
                    <a:pt x="3056" y="8192"/>
                  </a:cubicBezTo>
                  <a:lnTo>
                    <a:pt x="2647" y="8192"/>
                  </a:lnTo>
                  <a:lnTo>
                    <a:pt x="2647" y="7499"/>
                  </a:lnTo>
                  <a:lnTo>
                    <a:pt x="3056" y="7499"/>
                  </a:lnTo>
                  <a:cubicBezTo>
                    <a:pt x="3214" y="7499"/>
                    <a:pt x="3340" y="7404"/>
                    <a:pt x="3371" y="7247"/>
                  </a:cubicBezTo>
                  <a:cubicBezTo>
                    <a:pt x="3434" y="7026"/>
                    <a:pt x="3529" y="6806"/>
                    <a:pt x="3655" y="6617"/>
                  </a:cubicBezTo>
                  <a:cubicBezTo>
                    <a:pt x="3749" y="6491"/>
                    <a:pt x="3686" y="6302"/>
                    <a:pt x="3623" y="6176"/>
                  </a:cubicBezTo>
                  <a:lnTo>
                    <a:pt x="3308" y="5861"/>
                  </a:lnTo>
                  <a:lnTo>
                    <a:pt x="3781" y="5388"/>
                  </a:lnTo>
                  <a:lnTo>
                    <a:pt x="4096" y="5703"/>
                  </a:lnTo>
                  <a:cubicBezTo>
                    <a:pt x="4163" y="5771"/>
                    <a:pt x="4240" y="5802"/>
                    <a:pt x="4321" y="5802"/>
                  </a:cubicBezTo>
                  <a:cubicBezTo>
                    <a:pt x="4391" y="5802"/>
                    <a:pt x="4464" y="5778"/>
                    <a:pt x="4537" y="5735"/>
                  </a:cubicBezTo>
                  <a:cubicBezTo>
                    <a:pt x="4726" y="5609"/>
                    <a:pt x="4915" y="5546"/>
                    <a:pt x="5167" y="5451"/>
                  </a:cubicBezTo>
                  <a:cubicBezTo>
                    <a:pt x="5325" y="5420"/>
                    <a:pt x="5419" y="5294"/>
                    <a:pt x="5419" y="5136"/>
                  </a:cubicBezTo>
                  <a:lnTo>
                    <a:pt x="5419" y="4726"/>
                  </a:lnTo>
                  <a:close/>
                  <a:moveTo>
                    <a:pt x="1008" y="1"/>
                  </a:moveTo>
                  <a:cubicBezTo>
                    <a:pt x="473" y="1"/>
                    <a:pt x="0" y="473"/>
                    <a:pt x="0" y="1009"/>
                  </a:cubicBezTo>
                  <a:lnTo>
                    <a:pt x="0" y="9295"/>
                  </a:lnTo>
                  <a:cubicBezTo>
                    <a:pt x="0" y="9830"/>
                    <a:pt x="473" y="10303"/>
                    <a:pt x="1008" y="10303"/>
                  </a:cubicBezTo>
                  <a:lnTo>
                    <a:pt x="2867" y="10303"/>
                  </a:lnTo>
                  <a:lnTo>
                    <a:pt x="3623" y="11059"/>
                  </a:lnTo>
                  <a:cubicBezTo>
                    <a:pt x="3671" y="11122"/>
                    <a:pt x="3757" y="11153"/>
                    <a:pt x="3848" y="11153"/>
                  </a:cubicBezTo>
                  <a:cubicBezTo>
                    <a:pt x="3938" y="11153"/>
                    <a:pt x="4033" y="11122"/>
                    <a:pt x="4096" y="11059"/>
                  </a:cubicBezTo>
                  <a:lnTo>
                    <a:pt x="4442" y="10712"/>
                  </a:lnTo>
                  <a:cubicBezTo>
                    <a:pt x="4506" y="10744"/>
                    <a:pt x="4632" y="10775"/>
                    <a:pt x="4758" y="10807"/>
                  </a:cubicBezTo>
                  <a:lnTo>
                    <a:pt x="4758" y="11342"/>
                  </a:lnTo>
                  <a:cubicBezTo>
                    <a:pt x="4758" y="11531"/>
                    <a:pt x="4915" y="11689"/>
                    <a:pt x="5104" y="11689"/>
                  </a:cubicBezTo>
                  <a:lnTo>
                    <a:pt x="6490" y="11689"/>
                  </a:lnTo>
                  <a:cubicBezTo>
                    <a:pt x="6679" y="11689"/>
                    <a:pt x="6837" y="11531"/>
                    <a:pt x="6837" y="11342"/>
                  </a:cubicBezTo>
                  <a:lnTo>
                    <a:pt x="6837" y="10807"/>
                  </a:lnTo>
                  <a:cubicBezTo>
                    <a:pt x="6963" y="10775"/>
                    <a:pt x="7026" y="10744"/>
                    <a:pt x="7152" y="10712"/>
                  </a:cubicBezTo>
                  <a:lnTo>
                    <a:pt x="7498" y="11059"/>
                  </a:lnTo>
                  <a:cubicBezTo>
                    <a:pt x="7561" y="11122"/>
                    <a:pt x="7656" y="11153"/>
                    <a:pt x="7747" y="11153"/>
                  </a:cubicBezTo>
                  <a:cubicBezTo>
                    <a:pt x="7837" y="11153"/>
                    <a:pt x="7924" y="11122"/>
                    <a:pt x="7971" y="11059"/>
                  </a:cubicBezTo>
                  <a:lnTo>
                    <a:pt x="8727" y="10303"/>
                  </a:lnTo>
                  <a:lnTo>
                    <a:pt x="10617" y="10303"/>
                  </a:lnTo>
                  <a:cubicBezTo>
                    <a:pt x="11185" y="10303"/>
                    <a:pt x="11657" y="9830"/>
                    <a:pt x="11657" y="9295"/>
                  </a:cubicBezTo>
                  <a:lnTo>
                    <a:pt x="11657" y="1009"/>
                  </a:lnTo>
                  <a:cubicBezTo>
                    <a:pt x="11657" y="473"/>
                    <a:pt x="11216" y="1"/>
                    <a:pt x="106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5" name="Google Shape;2965;p51"/>
            <p:cNvSpPr/>
            <p:nvPr/>
          </p:nvSpPr>
          <p:spPr>
            <a:xfrm>
              <a:off x="-1667150" y="2801950"/>
              <a:ext cx="18150" cy="18150"/>
            </a:xfrm>
            <a:custGeom>
              <a:avLst/>
              <a:gdLst/>
              <a:ahLst/>
              <a:cxnLst/>
              <a:rect l="l" t="t" r="r" b="b"/>
              <a:pathLst>
                <a:path w="726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726"/>
                    <a:pt x="347" y="726"/>
                  </a:cubicBezTo>
                  <a:cubicBezTo>
                    <a:pt x="568" y="726"/>
                    <a:pt x="725" y="536"/>
                    <a:pt x="725" y="347"/>
                  </a:cubicBezTo>
                  <a:cubicBezTo>
                    <a:pt x="725" y="158"/>
                    <a:pt x="568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6" name="Google Shape;2966;p51"/>
            <p:cNvSpPr/>
            <p:nvPr/>
          </p:nvSpPr>
          <p:spPr>
            <a:xfrm>
              <a:off x="-1632500" y="2801950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6" y="726"/>
                    <a:pt x="694" y="568"/>
                    <a:pt x="694" y="347"/>
                  </a:cubicBezTo>
                  <a:cubicBezTo>
                    <a:pt x="694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7" name="Google Shape;2967;p51"/>
            <p:cNvSpPr/>
            <p:nvPr/>
          </p:nvSpPr>
          <p:spPr>
            <a:xfrm>
              <a:off x="-1597850" y="2801950"/>
              <a:ext cx="17375" cy="18150"/>
            </a:xfrm>
            <a:custGeom>
              <a:avLst/>
              <a:gdLst/>
              <a:ahLst/>
              <a:cxnLst/>
              <a:rect l="l" t="t" r="r" b="b"/>
              <a:pathLst>
                <a:path w="695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cubicBezTo>
                    <a:pt x="537" y="726"/>
                    <a:pt x="694" y="568"/>
                    <a:pt x="694" y="347"/>
                  </a:cubicBezTo>
                  <a:cubicBezTo>
                    <a:pt x="694" y="158"/>
                    <a:pt x="537" y="1"/>
                    <a:pt x="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8" name="Google Shape;2968;p51"/>
            <p:cNvSpPr/>
            <p:nvPr/>
          </p:nvSpPr>
          <p:spPr>
            <a:xfrm>
              <a:off x="-1564750" y="2801950"/>
              <a:ext cx="120525" cy="18150"/>
            </a:xfrm>
            <a:custGeom>
              <a:avLst/>
              <a:gdLst/>
              <a:ahLst/>
              <a:cxnLst/>
              <a:rect l="l" t="t" r="r" b="b"/>
              <a:pathLst>
                <a:path w="4821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32" y="568"/>
                    <a:pt x="189" y="726"/>
                    <a:pt x="347" y="726"/>
                  </a:cubicBezTo>
                  <a:lnTo>
                    <a:pt x="4442" y="726"/>
                  </a:lnTo>
                  <a:cubicBezTo>
                    <a:pt x="4663" y="726"/>
                    <a:pt x="4820" y="568"/>
                    <a:pt x="4820" y="347"/>
                  </a:cubicBezTo>
                  <a:cubicBezTo>
                    <a:pt x="4820" y="158"/>
                    <a:pt x="4663" y="1"/>
                    <a:pt x="44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9" name="Google Shape;2969;p51"/>
            <p:cNvSpPr/>
            <p:nvPr/>
          </p:nvSpPr>
          <p:spPr>
            <a:xfrm>
              <a:off x="-1597850" y="2924050"/>
              <a:ext cx="85100" cy="85075"/>
            </a:xfrm>
            <a:custGeom>
              <a:avLst/>
              <a:gdLst/>
              <a:ahLst/>
              <a:cxnLst/>
              <a:rect l="l" t="t" r="r" b="b"/>
              <a:pathLst>
                <a:path w="3404" h="3403" extrusionOk="0">
                  <a:moveTo>
                    <a:pt x="1671" y="662"/>
                  </a:moveTo>
                  <a:cubicBezTo>
                    <a:pt x="2238" y="662"/>
                    <a:pt x="2710" y="1134"/>
                    <a:pt x="2710" y="1701"/>
                  </a:cubicBezTo>
                  <a:cubicBezTo>
                    <a:pt x="2710" y="2237"/>
                    <a:pt x="2269" y="2710"/>
                    <a:pt x="1671" y="2710"/>
                  </a:cubicBezTo>
                  <a:cubicBezTo>
                    <a:pt x="1135" y="2710"/>
                    <a:pt x="663" y="2237"/>
                    <a:pt x="663" y="1701"/>
                  </a:cubicBezTo>
                  <a:cubicBezTo>
                    <a:pt x="663" y="1134"/>
                    <a:pt x="1135" y="662"/>
                    <a:pt x="1671" y="662"/>
                  </a:cubicBezTo>
                  <a:close/>
                  <a:moveTo>
                    <a:pt x="1671" y="0"/>
                  </a:moveTo>
                  <a:cubicBezTo>
                    <a:pt x="726" y="0"/>
                    <a:pt x="1" y="756"/>
                    <a:pt x="1" y="1701"/>
                  </a:cubicBezTo>
                  <a:cubicBezTo>
                    <a:pt x="1" y="2647"/>
                    <a:pt x="726" y="3403"/>
                    <a:pt x="1671" y="3403"/>
                  </a:cubicBezTo>
                  <a:cubicBezTo>
                    <a:pt x="2616" y="3403"/>
                    <a:pt x="3372" y="2647"/>
                    <a:pt x="3372" y="1701"/>
                  </a:cubicBezTo>
                  <a:cubicBezTo>
                    <a:pt x="3403" y="756"/>
                    <a:pt x="2616" y="0"/>
                    <a:pt x="167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52"/>
          <p:cNvSpPr txBox="1">
            <a:spLocks noGrp="1"/>
          </p:cNvSpPr>
          <p:nvPr>
            <p:ph type="subTitle" idx="4"/>
          </p:nvPr>
        </p:nvSpPr>
        <p:spPr>
          <a:xfrm>
            <a:off x="3689552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</a:t>
            </a:r>
            <a:r>
              <a:rPr lang="en"/>
              <a:t>of them all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75" name="Google Shape;2975;p52"/>
          <p:cNvSpPr txBox="1">
            <a:spLocks noGrp="1"/>
          </p:cNvSpPr>
          <p:nvPr>
            <p:ph type="subTitle" idx="5"/>
          </p:nvPr>
        </p:nvSpPr>
        <p:spPr>
          <a:xfrm>
            <a:off x="5856675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Neptune</a:t>
            </a:r>
            <a:endParaRPr/>
          </a:p>
        </p:txBody>
      </p:sp>
      <p:sp>
        <p:nvSpPr>
          <p:cNvPr id="2976" name="Google Shape;2976;p52"/>
          <p:cNvSpPr txBox="1">
            <a:spLocks noGrp="1"/>
          </p:cNvSpPr>
          <p:nvPr>
            <p:ph type="subTitle" idx="1"/>
          </p:nvPr>
        </p:nvSpPr>
        <p:spPr>
          <a:xfrm>
            <a:off x="1522425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Mercury</a:t>
            </a:r>
            <a:endParaRPr/>
          </a:p>
        </p:txBody>
      </p:sp>
      <p:sp>
        <p:nvSpPr>
          <p:cNvPr id="2977" name="Google Shape;2977;p52"/>
          <p:cNvSpPr txBox="1">
            <a:spLocks noGrp="1"/>
          </p:cNvSpPr>
          <p:nvPr>
            <p:ph type="subTitle" idx="3"/>
          </p:nvPr>
        </p:nvSpPr>
        <p:spPr>
          <a:xfrm>
            <a:off x="3689552" y="1588336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Jupiter</a:t>
            </a:r>
            <a:endParaRPr/>
          </a:p>
        </p:txBody>
      </p:sp>
      <p:sp>
        <p:nvSpPr>
          <p:cNvPr id="2978" name="Google Shape;2978;p52"/>
          <p:cNvSpPr txBox="1">
            <a:spLocks noGrp="1"/>
          </p:cNvSpPr>
          <p:nvPr>
            <p:ph type="subTitle" idx="6"/>
          </p:nvPr>
        </p:nvSpPr>
        <p:spPr>
          <a:xfrm>
            <a:off x="5856675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79" name="Google Shape;2979;p52"/>
          <p:cNvSpPr txBox="1">
            <a:spLocks noGrp="1"/>
          </p:cNvSpPr>
          <p:nvPr>
            <p:ph type="subTitle" idx="2"/>
          </p:nvPr>
        </p:nvSpPr>
        <p:spPr>
          <a:xfrm>
            <a:off x="1522425" y="1928169"/>
            <a:ext cx="17649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80" name="Google Shape;2980;p52"/>
          <p:cNvSpPr txBox="1">
            <a:spLocks noGrp="1"/>
          </p:cNvSpPr>
          <p:nvPr>
            <p:ph type="title"/>
          </p:nvPr>
        </p:nvSpPr>
        <p:spPr>
          <a:xfrm>
            <a:off x="3090672" y="338328"/>
            <a:ext cx="29628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Partners</a:t>
            </a:r>
            <a:endParaRPr/>
          </a:p>
        </p:txBody>
      </p:sp>
      <p:sp>
        <p:nvSpPr>
          <p:cNvPr id="2981" name="Google Shape;2981;p52"/>
          <p:cNvSpPr/>
          <p:nvPr/>
        </p:nvSpPr>
        <p:spPr>
          <a:xfrm>
            <a:off x="2233110" y="1208322"/>
            <a:ext cx="343530" cy="340186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2982" name="Google Shape;2982;p52"/>
          <p:cNvGrpSpPr/>
          <p:nvPr/>
        </p:nvGrpSpPr>
        <p:grpSpPr>
          <a:xfrm>
            <a:off x="4399691" y="1208305"/>
            <a:ext cx="344622" cy="340204"/>
            <a:chOff x="6238300" y="1426975"/>
            <a:chExt cx="489450" cy="483175"/>
          </a:xfrm>
        </p:grpSpPr>
        <p:sp>
          <p:nvSpPr>
            <p:cNvPr id="2983" name="Google Shape;2983;p52"/>
            <p:cNvSpPr/>
            <p:nvPr/>
          </p:nvSpPr>
          <p:spPr>
            <a:xfrm>
              <a:off x="6238300" y="1426975"/>
              <a:ext cx="489450" cy="483175"/>
            </a:xfrm>
            <a:custGeom>
              <a:avLst/>
              <a:gdLst/>
              <a:ahLst/>
              <a:cxnLst/>
              <a:rect l="l" t="t" r="r" b="b"/>
              <a:pathLst>
                <a:path w="19578" h="19327" extrusionOk="0">
                  <a:moveTo>
                    <a:pt x="16109" y="2267"/>
                  </a:moveTo>
                  <a:lnTo>
                    <a:pt x="16109" y="4803"/>
                  </a:lnTo>
                  <a:lnTo>
                    <a:pt x="14977" y="3831"/>
                  </a:lnTo>
                  <a:lnTo>
                    <a:pt x="14977" y="2267"/>
                  </a:lnTo>
                  <a:close/>
                  <a:moveTo>
                    <a:pt x="9880" y="1135"/>
                  </a:moveTo>
                  <a:cubicBezTo>
                    <a:pt x="10011" y="1135"/>
                    <a:pt x="10142" y="1181"/>
                    <a:pt x="10248" y="1274"/>
                  </a:cubicBezTo>
                  <a:lnTo>
                    <a:pt x="18174" y="8067"/>
                  </a:lnTo>
                  <a:cubicBezTo>
                    <a:pt x="18413" y="8270"/>
                    <a:pt x="18440" y="8626"/>
                    <a:pt x="18238" y="8864"/>
                  </a:cubicBezTo>
                  <a:lnTo>
                    <a:pt x="18238" y="8861"/>
                  </a:lnTo>
                  <a:cubicBezTo>
                    <a:pt x="18129" y="8988"/>
                    <a:pt x="17972" y="9061"/>
                    <a:pt x="17809" y="9061"/>
                  </a:cubicBezTo>
                  <a:cubicBezTo>
                    <a:pt x="17673" y="9061"/>
                    <a:pt x="17540" y="9012"/>
                    <a:pt x="17440" y="8925"/>
                  </a:cubicBezTo>
                  <a:lnTo>
                    <a:pt x="10251" y="2762"/>
                  </a:lnTo>
                  <a:cubicBezTo>
                    <a:pt x="10145" y="2672"/>
                    <a:pt x="10014" y="2626"/>
                    <a:pt x="9883" y="2626"/>
                  </a:cubicBezTo>
                  <a:cubicBezTo>
                    <a:pt x="9751" y="2626"/>
                    <a:pt x="9620" y="2672"/>
                    <a:pt x="9514" y="2762"/>
                  </a:cubicBezTo>
                  <a:lnTo>
                    <a:pt x="2687" y="8553"/>
                  </a:lnTo>
                  <a:cubicBezTo>
                    <a:pt x="2657" y="8575"/>
                    <a:pt x="2633" y="8596"/>
                    <a:pt x="2609" y="8623"/>
                  </a:cubicBezTo>
                  <a:lnTo>
                    <a:pt x="2250" y="8925"/>
                  </a:lnTo>
                  <a:cubicBezTo>
                    <a:pt x="2142" y="9016"/>
                    <a:pt x="2012" y="9060"/>
                    <a:pt x="1882" y="9060"/>
                  </a:cubicBezTo>
                  <a:cubicBezTo>
                    <a:pt x="1723" y="9060"/>
                    <a:pt x="1565" y="8994"/>
                    <a:pt x="1452" y="8864"/>
                  </a:cubicBezTo>
                  <a:cubicBezTo>
                    <a:pt x="1250" y="8629"/>
                    <a:pt x="1274" y="8273"/>
                    <a:pt x="1510" y="8067"/>
                  </a:cubicBezTo>
                  <a:lnTo>
                    <a:pt x="9511" y="1274"/>
                  </a:lnTo>
                  <a:cubicBezTo>
                    <a:pt x="9617" y="1181"/>
                    <a:pt x="9748" y="1135"/>
                    <a:pt x="9880" y="1135"/>
                  </a:cubicBezTo>
                  <a:close/>
                  <a:moveTo>
                    <a:pt x="12147" y="13665"/>
                  </a:moveTo>
                  <a:lnTo>
                    <a:pt x="12147" y="18195"/>
                  </a:lnTo>
                  <a:lnTo>
                    <a:pt x="7543" y="18195"/>
                  </a:lnTo>
                  <a:lnTo>
                    <a:pt x="7543" y="13665"/>
                  </a:lnTo>
                  <a:close/>
                  <a:moveTo>
                    <a:pt x="9883" y="3937"/>
                  </a:moveTo>
                  <a:lnTo>
                    <a:pt x="16109" y="9275"/>
                  </a:lnTo>
                  <a:lnTo>
                    <a:pt x="16109" y="18195"/>
                  </a:lnTo>
                  <a:lnTo>
                    <a:pt x="13280" y="18195"/>
                  </a:lnTo>
                  <a:lnTo>
                    <a:pt x="13280" y="13101"/>
                  </a:lnTo>
                  <a:cubicBezTo>
                    <a:pt x="13280" y="12787"/>
                    <a:pt x="13026" y="12533"/>
                    <a:pt x="12712" y="12533"/>
                  </a:cubicBezTo>
                  <a:lnTo>
                    <a:pt x="6975" y="12533"/>
                  </a:lnTo>
                  <a:cubicBezTo>
                    <a:pt x="6661" y="12533"/>
                    <a:pt x="6410" y="12787"/>
                    <a:pt x="6410" y="13101"/>
                  </a:cubicBezTo>
                  <a:lnTo>
                    <a:pt x="6410" y="18195"/>
                  </a:lnTo>
                  <a:lnTo>
                    <a:pt x="3578" y="18195"/>
                  </a:lnTo>
                  <a:lnTo>
                    <a:pt x="3578" y="9281"/>
                  </a:lnTo>
                  <a:lnTo>
                    <a:pt x="9883" y="3937"/>
                  </a:lnTo>
                  <a:close/>
                  <a:moveTo>
                    <a:pt x="9883" y="0"/>
                  </a:moveTo>
                  <a:cubicBezTo>
                    <a:pt x="9489" y="0"/>
                    <a:pt x="9095" y="137"/>
                    <a:pt x="8778" y="410"/>
                  </a:cubicBezTo>
                  <a:lnTo>
                    <a:pt x="773" y="7204"/>
                  </a:lnTo>
                  <a:cubicBezTo>
                    <a:pt x="154" y="7738"/>
                    <a:pt x="0" y="8635"/>
                    <a:pt x="411" y="9345"/>
                  </a:cubicBezTo>
                  <a:cubicBezTo>
                    <a:pt x="720" y="9881"/>
                    <a:pt x="1289" y="10193"/>
                    <a:pt x="1882" y="10193"/>
                  </a:cubicBezTo>
                  <a:cubicBezTo>
                    <a:pt x="2070" y="10193"/>
                    <a:pt x="2261" y="10162"/>
                    <a:pt x="2446" y="10096"/>
                  </a:cubicBezTo>
                  <a:lnTo>
                    <a:pt x="2446" y="18762"/>
                  </a:lnTo>
                  <a:cubicBezTo>
                    <a:pt x="2446" y="19073"/>
                    <a:pt x="2699" y="19327"/>
                    <a:pt x="3010" y="19327"/>
                  </a:cubicBezTo>
                  <a:lnTo>
                    <a:pt x="16673" y="19327"/>
                  </a:lnTo>
                  <a:cubicBezTo>
                    <a:pt x="16987" y="19327"/>
                    <a:pt x="17241" y="19073"/>
                    <a:pt x="17241" y="18762"/>
                  </a:cubicBezTo>
                  <a:lnTo>
                    <a:pt x="17241" y="10096"/>
                  </a:lnTo>
                  <a:cubicBezTo>
                    <a:pt x="17431" y="10163"/>
                    <a:pt x="17623" y="10195"/>
                    <a:pt x="17809" y="10195"/>
                  </a:cubicBezTo>
                  <a:cubicBezTo>
                    <a:pt x="18756" y="10195"/>
                    <a:pt x="19578" y="9388"/>
                    <a:pt x="19500" y="8363"/>
                  </a:cubicBezTo>
                  <a:cubicBezTo>
                    <a:pt x="19466" y="7913"/>
                    <a:pt x="19255" y="7497"/>
                    <a:pt x="18914" y="7204"/>
                  </a:cubicBezTo>
                  <a:lnTo>
                    <a:pt x="17241" y="5770"/>
                  </a:lnTo>
                  <a:lnTo>
                    <a:pt x="17241" y="1702"/>
                  </a:lnTo>
                  <a:cubicBezTo>
                    <a:pt x="17241" y="1388"/>
                    <a:pt x="16987" y="1135"/>
                    <a:pt x="16676" y="1135"/>
                  </a:cubicBezTo>
                  <a:lnTo>
                    <a:pt x="14412" y="1135"/>
                  </a:lnTo>
                  <a:cubicBezTo>
                    <a:pt x="14098" y="1135"/>
                    <a:pt x="13844" y="1388"/>
                    <a:pt x="13844" y="1702"/>
                  </a:cubicBezTo>
                  <a:lnTo>
                    <a:pt x="13844" y="2862"/>
                  </a:lnTo>
                  <a:lnTo>
                    <a:pt x="10988" y="410"/>
                  </a:lnTo>
                  <a:cubicBezTo>
                    <a:pt x="10671" y="137"/>
                    <a:pt x="10277" y="0"/>
                    <a:pt x="98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4" name="Google Shape;2984;p52"/>
            <p:cNvSpPr/>
            <p:nvPr/>
          </p:nvSpPr>
          <p:spPr>
            <a:xfrm>
              <a:off x="6426850" y="1596875"/>
              <a:ext cx="115150" cy="113250"/>
            </a:xfrm>
            <a:custGeom>
              <a:avLst/>
              <a:gdLst/>
              <a:ahLst/>
              <a:cxnLst/>
              <a:rect l="l" t="t" r="r" b="b"/>
              <a:pathLst>
                <a:path w="4606" h="4530" extrusionOk="0">
                  <a:moveTo>
                    <a:pt x="3473" y="1132"/>
                  </a:moveTo>
                  <a:lnTo>
                    <a:pt x="3473" y="3397"/>
                  </a:lnTo>
                  <a:lnTo>
                    <a:pt x="1133" y="3397"/>
                  </a:lnTo>
                  <a:lnTo>
                    <a:pt x="1133" y="1132"/>
                  </a:lnTo>
                  <a:close/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lnTo>
                    <a:pt x="1" y="3965"/>
                  </a:lnTo>
                  <a:cubicBezTo>
                    <a:pt x="1" y="4276"/>
                    <a:pt x="251" y="4529"/>
                    <a:pt x="565" y="4529"/>
                  </a:cubicBezTo>
                  <a:lnTo>
                    <a:pt x="4038" y="4529"/>
                  </a:lnTo>
                  <a:cubicBezTo>
                    <a:pt x="4352" y="4529"/>
                    <a:pt x="4605" y="4276"/>
                    <a:pt x="4605" y="3965"/>
                  </a:cubicBezTo>
                  <a:lnTo>
                    <a:pt x="4605" y="568"/>
                  </a:lnTo>
                  <a:cubicBezTo>
                    <a:pt x="4605" y="254"/>
                    <a:pt x="4352" y="0"/>
                    <a:pt x="40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5" name="Google Shape;2985;p52"/>
            <p:cNvSpPr/>
            <p:nvPr/>
          </p:nvSpPr>
          <p:spPr>
            <a:xfrm>
              <a:off x="6485350" y="1796900"/>
              <a:ext cx="28325" cy="28325"/>
            </a:xfrm>
            <a:custGeom>
              <a:avLst/>
              <a:gdLst/>
              <a:ahLst/>
              <a:cxnLst/>
              <a:rect l="l" t="t" r="r" b="b"/>
              <a:pathLst>
                <a:path w="1133" h="1133" extrusionOk="0">
                  <a:moveTo>
                    <a:pt x="565" y="1"/>
                  </a:moveTo>
                  <a:cubicBezTo>
                    <a:pt x="251" y="1"/>
                    <a:pt x="1" y="254"/>
                    <a:pt x="1" y="568"/>
                  </a:cubicBezTo>
                  <a:cubicBezTo>
                    <a:pt x="1" y="879"/>
                    <a:pt x="251" y="1133"/>
                    <a:pt x="565" y="1133"/>
                  </a:cubicBezTo>
                  <a:cubicBezTo>
                    <a:pt x="879" y="1133"/>
                    <a:pt x="1133" y="879"/>
                    <a:pt x="1133" y="568"/>
                  </a:cubicBezTo>
                  <a:cubicBezTo>
                    <a:pt x="1133" y="254"/>
                    <a:pt x="879" y="1"/>
                    <a:pt x="5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86" name="Google Shape;2986;p52"/>
          <p:cNvGrpSpPr/>
          <p:nvPr/>
        </p:nvGrpSpPr>
        <p:grpSpPr>
          <a:xfrm>
            <a:off x="6582648" y="2835993"/>
            <a:ext cx="312955" cy="340168"/>
            <a:chOff x="2100300" y="3804850"/>
            <a:chExt cx="444475" cy="483125"/>
          </a:xfrm>
        </p:grpSpPr>
        <p:sp>
          <p:nvSpPr>
            <p:cNvPr id="2987" name="Google Shape;2987;p52"/>
            <p:cNvSpPr/>
            <p:nvPr/>
          </p:nvSpPr>
          <p:spPr>
            <a:xfrm>
              <a:off x="2100300" y="3804850"/>
              <a:ext cx="444475" cy="483125"/>
            </a:xfrm>
            <a:custGeom>
              <a:avLst/>
              <a:gdLst/>
              <a:ahLst/>
              <a:cxnLst/>
              <a:rect l="l" t="t" r="r" b="b"/>
              <a:pathLst>
                <a:path w="17779" h="19325" extrusionOk="0">
                  <a:moveTo>
                    <a:pt x="2123" y="4001"/>
                  </a:moveTo>
                  <a:cubicBezTo>
                    <a:pt x="2627" y="4001"/>
                    <a:pt x="2881" y="4611"/>
                    <a:pt x="2524" y="4967"/>
                  </a:cubicBezTo>
                  <a:cubicBezTo>
                    <a:pt x="2408" y="5083"/>
                    <a:pt x="2265" y="5134"/>
                    <a:pt x="2126" y="5134"/>
                  </a:cubicBezTo>
                  <a:cubicBezTo>
                    <a:pt x="1835" y="5134"/>
                    <a:pt x="1558" y="4909"/>
                    <a:pt x="1558" y="4569"/>
                  </a:cubicBezTo>
                  <a:cubicBezTo>
                    <a:pt x="1558" y="4255"/>
                    <a:pt x="1809" y="4001"/>
                    <a:pt x="2123" y="4001"/>
                  </a:cubicBezTo>
                  <a:close/>
                  <a:moveTo>
                    <a:pt x="15710" y="4001"/>
                  </a:moveTo>
                  <a:cubicBezTo>
                    <a:pt x="16215" y="4001"/>
                    <a:pt x="16468" y="4611"/>
                    <a:pt x="16112" y="4967"/>
                  </a:cubicBezTo>
                  <a:cubicBezTo>
                    <a:pt x="15995" y="5083"/>
                    <a:pt x="15853" y="5134"/>
                    <a:pt x="15714" y="5134"/>
                  </a:cubicBezTo>
                  <a:cubicBezTo>
                    <a:pt x="15423" y="5134"/>
                    <a:pt x="15146" y="4909"/>
                    <a:pt x="15146" y="4569"/>
                  </a:cubicBezTo>
                  <a:cubicBezTo>
                    <a:pt x="15146" y="4255"/>
                    <a:pt x="15396" y="4001"/>
                    <a:pt x="15710" y="4001"/>
                  </a:cubicBezTo>
                  <a:close/>
                  <a:moveTo>
                    <a:pt x="8917" y="1132"/>
                  </a:moveTo>
                  <a:cubicBezTo>
                    <a:pt x="9551" y="1132"/>
                    <a:pt x="10251" y="1993"/>
                    <a:pt x="10789" y="3436"/>
                  </a:cubicBezTo>
                  <a:cubicBezTo>
                    <a:pt x="10894" y="3723"/>
                    <a:pt x="10994" y="4028"/>
                    <a:pt x="11084" y="4345"/>
                  </a:cubicBezTo>
                  <a:cubicBezTo>
                    <a:pt x="10345" y="4590"/>
                    <a:pt x="9623" y="4877"/>
                    <a:pt x="8917" y="5203"/>
                  </a:cubicBezTo>
                  <a:cubicBezTo>
                    <a:pt x="8210" y="4877"/>
                    <a:pt x="7488" y="4590"/>
                    <a:pt x="6749" y="4345"/>
                  </a:cubicBezTo>
                  <a:cubicBezTo>
                    <a:pt x="6842" y="4028"/>
                    <a:pt x="6939" y="3723"/>
                    <a:pt x="7044" y="3436"/>
                  </a:cubicBezTo>
                  <a:cubicBezTo>
                    <a:pt x="7582" y="1993"/>
                    <a:pt x="8282" y="1132"/>
                    <a:pt x="8917" y="1132"/>
                  </a:cubicBezTo>
                  <a:close/>
                  <a:moveTo>
                    <a:pt x="6483" y="5453"/>
                  </a:moveTo>
                  <a:cubicBezTo>
                    <a:pt x="6845" y="5577"/>
                    <a:pt x="7217" y="5713"/>
                    <a:pt x="7591" y="5867"/>
                  </a:cubicBezTo>
                  <a:cubicBezTo>
                    <a:pt x="7371" y="5985"/>
                    <a:pt x="7153" y="6105"/>
                    <a:pt x="6936" y="6229"/>
                  </a:cubicBezTo>
                  <a:cubicBezTo>
                    <a:pt x="6715" y="6356"/>
                    <a:pt x="6501" y="6486"/>
                    <a:pt x="6287" y="6619"/>
                  </a:cubicBezTo>
                  <a:cubicBezTo>
                    <a:pt x="6341" y="6217"/>
                    <a:pt x="6407" y="5831"/>
                    <a:pt x="6483" y="5453"/>
                  </a:cubicBezTo>
                  <a:close/>
                  <a:moveTo>
                    <a:pt x="11350" y="5453"/>
                  </a:moveTo>
                  <a:cubicBezTo>
                    <a:pt x="11426" y="5831"/>
                    <a:pt x="11492" y="6217"/>
                    <a:pt x="11546" y="6619"/>
                  </a:cubicBezTo>
                  <a:cubicBezTo>
                    <a:pt x="11335" y="6486"/>
                    <a:pt x="11118" y="6356"/>
                    <a:pt x="10897" y="6229"/>
                  </a:cubicBezTo>
                  <a:cubicBezTo>
                    <a:pt x="10677" y="6102"/>
                    <a:pt x="10459" y="5982"/>
                    <a:pt x="10242" y="5867"/>
                  </a:cubicBezTo>
                  <a:cubicBezTo>
                    <a:pt x="10619" y="5716"/>
                    <a:pt x="10988" y="5574"/>
                    <a:pt x="11350" y="5453"/>
                  </a:cubicBezTo>
                  <a:close/>
                  <a:moveTo>
                    <a:pt x="3799" y="4852"/>
                  </a:moveTo>
                  <a:cubicBezTo>
                    <a:pt x="4336" y="4904"/>
                    <a:pt x="4870" y="4997"/>
                    <a:pt x="5396" y="5133"/>
                  </a:cubicBezTo>
                  <a:cubicBezTo>
                    <a:pt x="5239" y="5894"/>
                    <a:pt x="5124" y="6661"/>
                    <a:pt x="5055" y="7434"/>
                  </a:cubicBezTo>
                  <a:cubicBezTo>
                    <a:pt x="4421" y="7881"/>
                    <a:pt x="3811" y="8361"/>
                    <a:pt x="3231" y="8877"/>
                  </a:cubicBezTo>
                  <a:cubicBezTo>
                    <a:pt x="3004" y="8645"/>
                    <a:pt x="2796" y="8412"/>
                    <a:pt x="2606" y="8180"/>
                  </a:cubicBezTo>
                  <a:cubicBezTo>
                    <a:pt x="1969" y="7404"/>
                    <a:pt x="1579" y="6691"/>
                    <a:pt x="1483" y="6139"/>
                  </a:cubicBezTo>
                  <a:lnTo>
                    <a:pt x="1483" y="6139"/>
                  </a:lnTo>
                  <a:cubicBezTo>
                    <a:pt x="1695" y="6225"/>
                    <a:pt x="1912" y="6266"/>
                    <a:pt x="2125" y="6266"/>
                  </a:cubicBezTo>
                  <a:cubicBezTo>
                    <a:pt x="2922" y="6266"/>
                    <a:pt x="3656" y="5698"/>
                    <a:pt x="3799" y="4852"/>
                  </a:cubicBezTo>
                  <a:close/>
                  <a:moveTo>
                    <a:pt x="14037" y="4852"/>
                  </a:moveTo>
                  <a:cubicBezTo>
                    <a:pt x="14180" y="5698"/>
                    <a:pt x="14914" y="6266"/>
                    <a:pt x="15711" y="6266"/>
                  </a:cubicBezTo>
                  <a:cubicBezTo>
                    <a:pt x="15924" y="6266"/>
                    <a:pt x="16141" y="6225"/>
                    <a:pt x="16353" y="6139"/>
                  </a:cubicBezTo>
                  <a:lnTo>
                    <a:pt x="16353" y="6139"/>
                  </a:lnTo>
                  <a:cubicBezTo>
                    <a:pt x="16254" y="6691"/>
                    <a:pt x="15867" y="7404"/>
                    <a:pt x="15227" y="8180"/>
                  </a:cubicBezTo>
                  <a:cubicBezTo>
                    <a:pt x="15037" y="8412"/>
                    <a:pt x="14829" y="8645"/>
                    <a:pt x="14602" y="8877"/>
                  </a:cubicBezTo>
                  <a:cubicBezTo>
                    <a:pt x="14022" y="8361"/>
                    <a:pt x="13412" y="7881"/>
                    <a:pt x="12778" y="7434"/>
                  </a:cubicBezTo>
                  <a:cubicBezTo>
                    <a:pt x="12709" y="6661"/>
                    <a:pt x="12594" y="5894"/>
                    <a:pt x="12440" y="5133"/>
                  </a:cubicBezTo>
                  <a:cubicBezTo>
                    <a:pt x="12963" y="4997"/>
                    <a:pt x="13497" y="4904"/>
                    <a:pt x="14037" y="4852"/>
                  </a:cubicBezTo>
                  <a:close/>
                  <a:moveTo>
                    <a:pt x="4964" y="8908"/>
                  </a:moveTo>
                  <a:lnTo>
                    <a:pt x="4964" y="8908"/>
                  </a:lnTo>
                  <a:cubicBezTo>
                    <a:pt x="4958" y="9158"/>
                    <a:pt x="4955" y="9409"/>
                    <a:pt x="4955" y="9662"/>
                  </a:cubicBezTo>
                  <a:cubicBezTo>
                    <a:pt x="4952" y="9916"/>
                    <a:pt x="4958" y="10167"/>
                    <a:pt x="4964" y="10417"/>
                  </a:cubicBezTo>
                  <a:cubicBezTo>
                    <a:pt x="4644" y="10170"/>
                    <a:pt x="4339" y="9916"/>
                    <a:pt x="4052" y="9662"/>
                  </a:cubicBezTo>
                  <a:cubicBezTo>
                    <a:pt x="4339" y="9409"/>
                    <a:pt x="4644" y="9155"/>
                    <a:pt x="4964" y="8908"/>
                  </a:cubicBezTo>
                  <a:close/>
                  <a:moveTo>
                    <a:pt x="12869" y="8908"/>
                  </a:moveTo>
                  <a:lnTo>
                    <a:pt x="12869" y="8908"/>
                  </a:lnTo>
                  <a:cubicBezTo>
                    <a:pt x="13189" y="9155"/>
                    <a:pt x="13491" y="9409"/>
                    <a:pt x="13781" y="9662"/>
                  </a:cubicBezTo>
                  <a:cubicBezTo>
                    <a:pt x="13494" y="9916"/>
                    <a:pt x="13189" y="10170"/>
                    <a:pt x="12869" y="10417"/>
                  </a:cubicBezTo>
                  <a:cubicBezTo>
                    <a:pt x="12875" y="10167"/>
                    <a:pt x="12878" y="9916"/>
                    <a:pt x="12881" y="9662"/>
                  </a:cubicBezTo>
                  <a:cubicBezTo>
                    <a:pt x="12881" y="9409"/>
                    <a:pt x="12875" y="9158"/>
                    <a:pt x="12869" y="8908"/>
                  </a:cubicBezTo>
                  <a:close/>
                  <a:moveTo>
                    <a:pt x="8917" y="6459"/>
                  </a:moveTo>
                  <a:cubicBezTo>
                    <a:pt x="9391" y="6688"/>
                    <a:pt x="9865" y="6942"/>
                    <a:pt x="10333" y="7211"/>
                  </a:cubicBezTo>
                  <a:cubicBezTo>
                    <a:pt x="10801" y="7482"/>
                    <a:pt x="11260" y="7766"/>
                    <a:pt x="11694" y="8059"/>
                  </a:cubicBezTo>
                  <a:cubicBezTo>
                    <a:pt x="11728" y="8581"/>
                    <a:pt x="11749" y="9119"/>
                    <a:pt x="11749" y="9662"/>
                  </a:cubicBezTo>
                  <a:cubicBezTo>
                    <a:pt x="11749" y="10206"/>
                    <a:pt x="11728" y="10743"/>
                    <a:pt x="11694" y="11266"/>
                  </a:cubicBezTo>
                  <a:cubicBezTo>
                    <a:pt x="11260" y="11559"/>
                    <a:pt x="10804" y="11839"/>
                    <a:pt x="10333" y="12114"/>
                  </a:cubicBezTo>
                  <a:cubicBezTo>
                    <a:pt x="9862" y="12386"/>
                    <a:pt x="9388" y="12637"/>
                    <a:pt x="8920" y="12869"/>
                  </a:cubicBezTo>
                  <a:cubicBezTo>
                    <a:pt x="8445" y="12640"/>
                    <a:pt x="7971" y="12386"/>
                    <a:pt x="7500" y="12114"/>
                  </a:cubicBezTo>
                  <a:cubicBezTo>
                    <a:pt x="7032" y="11842"/>
                    <a:pt x="6576" y="11559"/>
                    <a:pt x="6139" y="11266"/>
                  </a:cubicBezTo>
                  <a:cubicBezTo>
                    <a:pt x="6105" y="10743"/>
                    <a:pt x="6087" y="10206"/>
                    <a:pt x="6087" y="9662"/>
                  </a:cubicBezTo>
                  <a:cubicBezTo>
                    <a:pt x="6087" y="9119"/>
                    <a:pt x="6105" y="8581"/>
                    <a:pt x="6139" y="8059"/>
                  </a:cubicBezTo>
                  <a:cubicBezTo>
                    <a:pt x="6576" y="7766"/>
                    <a:pt x="7029" y="7485"/>
                    <a:pt x="7500" y="7211"/>
                  </a:cubicBezTo>
                  <a:cubicBezTo>
                    <a:pt x="7971" y="6942"/>
                    <a:pt x="8445" y="6688"/>
                    <a:pt x="8917" y="6459"/>
                  </a:cubicBezTo>
                  <a:close/>
                  <a:moveTo>
                    <a:pt x="11546" y="12706"/>
                  </a:moveTo>
                  <a:lnTo>
                    <a:pt x="11546" y="12706"/>
                  </a:lnTo>
                  <a:cubicBezTo>
                    <a:pt x="11492" y="13108"/>
                    <a:pt x="11426" y="13497"/>
                    <a:pt x="11350" y="13872"/>
                  </a:cubicBezTo>
                  <a:cubicBezTo>
                    <a:pt x="10988" y="13751"/>
                    <a:pt x="10619" y="13612"/>
                    <a:pt x="10242" y="13461"/>
                  </a:cubicBezTo>
                  <a:cubicBezTo>
                    <a:pt x="10462" y="13343"/>
                    <a:pt x="10680" y="13219"/>
                    <a:pt x="10897" y="13096"/>
                  </a:cubicBezTo>
                  <a:cubicBezTo>
                    <a:pt x="11115" y="12969"/>
                    <a:pt x="11332" y="12839"/>
                    <a:pt x="11546" y="12706"/>
                  </a:cubicBezTo>
                  <a:close/>
                  <a:moveTo>
                    <a:pt x="6287" y="12706"/>
                  </a:moveTo>
                  <a:cubicBezTo>
                    <a:pt x="6498" y="12836"/>
                    <a:pt x="6715" y="12966"/>
                    <a:pt x="6936" y="13092"/>
                  </a:cubicBezTo>
                  <a:cubicBezTo>
                    <a:pt x="7153" y="13219"/>
                    <a:pt x="7374" y="13343"/>
                    <a:pt x="7597" y="13461"/>
                  </a:cubicBezTo>
                  <a:lnTo>
                    <a:pt x="7594" y="13461"/>
                  </a:lnTo>
                  <a:cubicBezTo>
                    <a:pt x="7217" y="13615"/>
                    <a:pt x="6848" y="13754"/>
                    <a:pt x="6483" y="13875"/>
                  </a:cubicBezTo>
                  <a:cubicBezTo>
                    <a:pt x="6407" y="13497"/>
                    <a:pt x="6341" y="13108"/>
                    <a:pt x="6287" y="12706"/>
                  </a:cubicBezTo>
                  <a:close/>
                  <a:moveTo>
                    <a:pt x="14602" y="10447"/>
                  </a:moveTo>
                  <a:cubicBezTo>
                    <a:pt x="14829" y="10680"/>
                    <a:pt x="15037" y="10912"/>
                    <a:pt x="15227" y="11145"/>
                  </a:cubicBezTo>
                  <a:cubicBezTo>
                    <a:pt x="15867" y="11921"/>
                    <a:pt x="16254" y="12634"/>
                    <a:pt x="16353" y="13186"/>
                  </a:cubicBezTo>
                  <a:cubicBezTo>
                    <a:pt x="16141" y="13099"/>
                    <a:pt x="15923" y="13059"/>
                    <a:pt x="15710" y="13059"/>
                  </a:cubicBezTo>
                  <a:cubicBezTo>
                    <a:pt x="14912" y="13059"/>
                    <a:pt x="14180" y="13627"/>
                    <a:pt x="14034" y="14472"/>
                  </a:cubicBezTo>
                  <a:cubicBezTo>
                    <a:pt x="13497" y="14421"/>
                    <a:pt x="12963" y="14327"/>
                    <a:pt x="12440" y="14192"/>
                  </a:cubicBezTo>
                  <a:cubicBezTo>
                    <a:pt x="12594" y="13431"/>
                    <a:pt x="12709" y="12664"/>
                    <a:pt x="12778" y="11891"/>
                  </a:cubicBezTo>
                  <a:cubicBezTo>
                    <a:pt x="13412" y="11444"/>
                    <a:pt x="14022" y="10964"/>
                    <a:pt x="14602" y="10447"/>
                  </a:cubicBezTo>
                  <a:close/>
                  <a:moveTo>
                    <a:pt x="3231" y="10447"/>
                  </a:moveTo>
                  <a:cubicBezTo>
                    <a:pt x="3811" y="10964"/>
                    <a:pt x="4421" y="11444"/>
                    <a:pt x="5055" y="11891"/>
                  </a:cubicBezTo>
                  <a:cubicBezTo>
                    <a:pt x="5124" y="12664"/>
                    <a:pt x="5239" y="13434"/>
                    <a:pt x="5393" y="14195"/>
                  </a:cubicBezTo>
                  <a:cubicBezTo>
                    <a:pt x="5079" y="14273"/>
                    <a:pt x="4774" y="14336"/>
                    <a:pt x="4478" y="14388"/>
                  </a:cubicBezTo>
                  <a:cubicBezTo>
                    <a:pt x="4028" y="14462"/>
                    <a:pt x="3616" y="14499"/>
                    <a:pt x="3250" y="14499"/>
                  </a:cubicBezTo>
                  <a:cubicBezTo>
                    <a:pt x="2389" y="14499"/>
                    <a:pt x="1786" y="14296"/>
                    <a:pt x="1561" y="13908"/>
                  </a:cubicBezTo>
                  <a:cubicBezTo>
                    <a:pt x="1244" y="13358"/>
                    <a:pt x="1634" y="12326"/>
                    <a:pt x="2606" y="11145"/>
                  </a:cubicBezTo>
                  <a:cubicBezTo>
                    <a:pt x="2796" y="10912"/>
                    <a:pt x="3007" y="10680"/>
                    <a:pt x="3231" y="10447"/>
                  </a:cubicBezTo>
                  <a:close/>
                  <a:moveTo>
                    <a:pt x="15707" y="14191"/>
                  </a:moveTo>
                  <a:cubicBezTo>
                    <a:pt x="15999" y="14191"/>
                    <a:pt x="16278" y="14416"/>
                    <a:pt x="16278" y="14759"/>
                  </a:cubicBezTo>
                  <a:cubicBezTo>
                    <a:pt x="16278" y="15070"/>
                    <a:pt x="16024" y="15324"/>
                    <a:pt x="15710" y="15324"/>
                  </a:cubicBezTo>
                  <a:cubicBezTo>
                    <a:pt x="15206" y="15324"/>
                    <a:pt x="14952" y="14714"/>
                    <a:pt x="15309" y="14358"/>
                  </a:cubicBezTo>
                  <a:cubicBezTo>
                    <a:pt x="15425" y="14242"/>
                    <a:pt x="15568" y="14191"/>
                    <a:pt x="15707" y="14191"/>
                  </a:cubicBezTo>
                  <a:close/>
                  <a:moveTo>
                    <a:pt x="8917" y="14122"/>
                  </a:moveTo>
                  <a:cubicBezTo>
                    <a:pt x="9623" y="14448"/>
                    <a:pt x="10348" y="14735"/>
                    <a:pt x="11084" y="14980"/>
                  </a:cubicBezTo>
                  <a:cubicBezTo>
                    <a:pt x="10994" y="15297"/>
                    <a:pt x="10894" y="15602"/>
                    <a:pt x="10789" y="15892"/>
                  </a:cubicBezTo>
                  <a:cubicBezTo>
                    <a:pt x="10251" y="17332"/>
                    <a:pt x="9551" y="18192"/>
                    <a:pt x="8917" y="18192"/>
                  </a:cubicBezTo>
                  <a:cubicBezTo>
                    <a:pt x="8282" y="18192"/>
                    <a:pt x="7582" y="17332"/>
                    <a:pt x="7044" y="15892"/>
                  </a:cubicBezTo>
                  <a:cubicBezTo>
                    <a:pt x="6939" y="15602"/>
                    <a:pt x="6839" y="15300"/>
                    <a:pt x="6749" y="14980"/>
                  </a:cubicBezTo>
                  <a:cubicBezTo>
                    <a:pt x="7488" y="14735"/>
                    <a:pt x="8213" y="14448"/>
                    <a:pt x="8917" y="14122"/>
                  </a:cubicBezTo>
                  <a:close/>
                  <a:moveTo>
                    <a:pt x="8917" y="0"/>
                  </a:moveTo>
                  <a:cubicBezTo>
                    <a:pt x="7757" y="0"/>
                    <a:pt x="6715" y="1081"/>
                    <a:pt x="5985" y="3041"/>
                  </a:cubicBezTo>
                  <a:cubicBezTo>
                    <a:pt x="5867" y="3355"/>
                    <a:pt x="5758" y="3687"/>
                    <a:pt x="5662" y="4031"/>
                  </a:cubicBezTo>
                  <a:cubicBezTo>
                    <a:pt x="4919" y="3844"/>
                    <a:pt x="4215" y="3732"/>
                    <a:pt x="3587" y="3702"/>
                  </a:cubicBezTo>
                  <a:cubicBezTo>
                    <a:pt x="3271" y="3173"/>
                    <a:pt x="2709" y="2871"/>
                    <a:pt x="2126" y="2871"/>
                  </a:cubicBezTo>
                  <a:cubicBezTo>
                    <a:pt x="1901" y="2871"/>
                    <a:pt x="1673" y="2916"/>
                    <a:pt x="1455" y="3011"/>
                  </a:cubicBezTo>
                  <a:cubicBezTo>
                    <a:pt x="670" y="3346"/>
                    <a:pt x="260" y="4212"/>
                    <a:pt x="492" y="5034"/>
                  </a:cubicBezTo>
                  <a:cubicBezTo>
                    <a:pt x="54" y="6024"/>
                    <a:pt x="489" y="7389"/>
                    <a:pt x="1733" y="8898"/>
                  </a:cubicBezTo>
                  <a:cubicBezTo>
                    <a:pt x="1942" y="9152"/>
                    <a:pt x="2171" y="9409"/>
                    <a:pt x="2416" y="9662"/>
                  </a:cubicBezTo>
                  <a:cubicBezTo>
                    <a:pt x="2171" y="9916"/>
                    <a:pt x="1942" y="10170"/>
                    <a:pt x="1733" y="10426"/>
                  </a:cubicBezTo>
                  <a:cubicBezTo>
                    <a:pt x="411" y="12033"/>
                    <a:pt x="0" y="13470"/>
                    <a:pt x="583" y="14475"/>
                  </a:cubicBezTo>
                  <a:cubicBezTo>
                    <a:pt x="1021" y="15233"/>
                    <a:pt x="1954" y="15629"/>
                    <a:pt x="3270" y="15629"/>
                  </a:cubicBezTo>
                  <a:cubicBezTo>
                    <a:pt x="3738" y="15626"/>
                    <a:pt x="4203" y="15584"/>
                    <a:pt x="4662" y="15505"/>
                  </a:cubicBezTo>
                  <a:cubicBezTo>
                    <a:pt x="4985" y="15451"/>
                    <a:pt x="5320" y="15378"/>
                    <a:pt x="5662" y="15294"/>
                  </a:cubicBezTo>
                  <a:cubicBezTo>
                    <a:pt x="5761" y="15641"/>
                    <a:pt x="5867" y="15970"/>
                    <a:pt x="5985" y="16284"/>
                  </a:cubicBezTo>
                  <a:cubicBezTo>
                    <a:pt x="6715" y="18244"/>
                    <a:pt x="7757" y="19325"/>
                    <a:pt x="8917" y="19325"/>
                  </a:cubicBezTo>
                  <a:cubicBezTo>
                    <a:pt x="10076" y="19325"/>
                    <a:pt x="11118" y="18244"/>
                    <a:pt x="11848" y="16284"/>
                  </a:cubicBezTo>
                  <a:cubicBezTo>
                    <a:pt x="11966" y="15970"/>
                    <a:pt x="12075" y="15638"/>
                    <a:pt x="12171" y="15294"/>
                  </a:cubicBezTo>
                  <a:cubicBezTo>
                    <a:pt x="12917" y="15481"/>
                    <a:pt x="13618" y="15593"/>
                    <a:pt x="14246" y="15623"/>
                  </a:cubicBezTo>
                  <a:cubicBezTo>
                    <a:pt x="14562" y="16152"/>
                    <a:pt x="15123" y="16453"/>
                    <a:pt x="15705" y="16453"/>
                  </a:cubicBezTo>
                  <a:cubicBezTo>
                    <a:pt x="15930" y="16453"/>
                    <a:pt x="16159" y="16408"/>
                    <a:pt x="16378" y="16314"/>
                  </a:cubicBezTo>
                  <a:cubicBezTo>
                    <a:pt x="17163" y="15979"/>
                    <a:pt x="17573" y="15112"/>
                    <a:pt x="17341" y="14291"/>
                  </a:cubicBezTo>
                  <a:cubicBezTo>
                    <a:pt x="17779" y="13301"/>
                    <a:pt x="17344" y="11936"/>
                    <a:pt x="16100" y="10426"/>
                  </a:cubicBezTo>
                  <a:cubicBezTo>
                    <a:pt x="15891" y="10170"/>
                    <a:pt x="15662" y="9916"/>
                    <a:pt x="15417" y="9662"/>
                  </a:cubicBezTo>
                  <a:cubicBezTo>
                    <a:pt x="15662" y="9409"/>
                    <a:pt x="15891" y="9152"/>
                    <a:pt x="16100" y="8898"/>
                  </a:cubicBezTo>
                  <a:cubicBezTo>
                    <a:pt x="17347" y="7389"/>
                    <a:pt x="17779" y="6024"/>
                    <a:pt x="17341" y="5034"/>
                  </a:cubicBezTo>
                  <a:cubicBezTo>
                    <a:pt x="17573" y="4212"/>
                    <a:pt x="17163" y="3346"/>
                    <a:pt x="16378" y="3011"/>
                  </a:cubicBezTo>
                  <a:cubicBezTo>
                    <a:pt x="16159" y="2916"/>
                    <a:pt x="15930" y="2871"/>
                    <a:pt x="15705" y="2871"/>
                  </a:cubicBezTo>
                  <a:cubicBezTo>
                    <a:pt x="15123" y="2871"/>
                    <a:pt x="14562" y="3173"/>
                    <a:pt x="14246" y="3702"/>
                  </a:cubicBezTo>
                  <a:cubicBezTo>
                    <a:pt x="13615" y="3732"/>
                    <a:pt x="12914" y="3844"/>
                    <a:pt x="12171" y="4031"/>
                  </a:cubicBezTo>
                  <a:cubicBezTo>
                    <a:pt x="12075" y="3684"/>
                    <a:pt x="11966" y="3355"/>
                    <a:pt x="11848" y="3041"/>
                  </a:cubicBezTo>
                  <a:cubicBezTo>
                    <a:pt x="11118" y="1081"/>
                    <a:pt x="10076" y="0"/>
                    <a:pt x="89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88" name="Google Shape;2988;p52"/>
            <p:cNvSpPr/>
            <p:nvPr/>
          </p:nvSpPr>
          <p:spPr>
            <a:xfrm>
              <a:off x="2280775" y="4003900"/>
              <a:ext cx="88275" cy="85025"/>
            </a:xfrm>
            <a:custGeom>
              <a:avLst/>
              <a:gdLst/>
              <a:ahLst/>
              <a:cxnLst/>
              <a:rect l="l" t="t" r="r" b="b"/>
              <a:pathLst>
                <a:path w="3531" h="3401" extrusionOk="0">
                  <a:moveTo>
                    <a:pt x="1698" y="1136"/>
                  </a:moveTo>
                  <a:cubicBezTo>
                    <a:pt x="2202" y="1136"/>
                    <a:pt x="2455" y="1743"/>
                    <a:pt x="2099" y="2102"/>
                  </a:cubicBezTo>
                  <a:cubicBezTo>
                    <a:pt x="1983" y="2217"/>
                    <a:pt x="1841" y="2268"/>
                    <a:pt x="1703" y="2268"/>
                  </a:cubicBezTo>
                  <a:cubicBezTo>
                    <a:pt x="1411" y="2268"/>
                    <a:pt x="1133" y="2042"/>
                    <a:pt x="1133" y="1700"/>
                  </a:cubicBezTo>
                  <a:cubicBezTo>
                    <a:pt x="1133" y="1386"/>
                    <a:pt x="1383" y="1136"/>
                    <a:pt x="1698" y="1136"/>
                  </a:cubicBezTo>
                  <a:close/>
                  <a:moveTo>
                    <a:pt x="1698" y="1"/>
                  </a:moveTo>
                  <a:cubicBezTo>
                    <a:pt x="1479" y="1"/>
                    <a:pt x="1258" y="43"/>
                    <a:pt x="1048" y="130"/>
                  </a:cubicBezTo>
                  <a:cubicBezTo>
                    <a:pt x="414" y="393"/>
                    <a:pt x="1" y="1012"/>
                    <a:pt x="1" y="1700"/>
                  </a:cubicBezTo>
                  <a:cubicBezTo>
                    <a:pt x="1" y="2639"/>
                    <a:pt x="758" y="3397"/>
                    <a:pt x="1698" y="3400"/>
                  </a:cubicBezTo>
                  <a:cubicBezTo>
                    <a:pt x="2386" y="3400"/>
                    <a:pt x="3005" y="2984"/>
                    <a:pt x="3268" y="2350"/>
                  </a:cubicBezTo>
                  <a:cubicBezTo>
                    <a:pt x="3530" y="1715"/>
                    <a:pt x="3385" y="985"/>
                    <a:pt x="2899" y="499"/>
                  </a:cubicBezTo>
                  <a:cubicBezTo>
                    <a:pt x="2574" y="173"/>
                    <a:pt x="2140" y="1"/>
                    <a:pt x="16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989" name="Google Shape;2989;p52"/>
          <p:cNvGrpSpPr/>
          <p:nvPr/>
        </p:nvGrpSpPr>
        <p:grpSpPr>
          <a:xfrm>
            <a:off x="6569041" y="1238880"/>
            <a:ext cx="340168" cy="309628"/>
            <a:chOff x="1487200" y="4421025"/>
            <a:chExt cx="483125" cy="439750"/>
          </a:xfrm>
        </p:grpSpPr>
        <p:sp>
          <p:nvSpPr>
            <p:cNvPr id="2990" name="Google Shape;2990;p52"/>
            <p:cNvSpPr/>
            <p:nvPr/>
          </p:nvSpPr>
          <p:spPr>
            <a:xfrm>
              <a:off x="1487200" y="4421025"/>
              <a:ext cx="483125" cy="439750"/>
            </a:xfrm>
            <a:custGeom>
              <a:avLst/>
              <a:gdLst/>
              <a:ahLst/>
              <a:cxnLst/>
              <a:rect l="l" t="t" r="r" b="b"/>
              <a:pathLst>
                <a:path w="19325" h="17590" extrusionOk="0">
                  <a:moveTo>
                    <a:pt x="12818" y="1130"/>
                  </a:moveTo>
                  <a:cubicBezTo>
                    <a:pt x="14361" y="1130"/>
                    <a:pt x="15671" y="2389"/>
                    <a:pt x="15867" y="4059"/>
                  </a:cubicBezTo>
                  <a:cubicBezTo>
                    <a:pt x="15867" y="4077"/>
                    <a:pt x="15870" y="4095"/>
                    <a:pt x="15873" y="4110"/>
                  </a:cubicBezTo>
                  <a:lnTo>
                    <a:pt x="16242" y="5871"/>
                  </a:lnTo>
                  <a:lnTo>
                    <a:pt x="9406" y="5871"/>
                  </a:lnTo>
                  <a:lnTo>
                    <a:pt x="11707" y="4110"/>
                  </a:lnTo>
                  <a:cubicBezTo>
                    <a:pt x="11957" y="3920"/>
                    <a:pt x="12008" y="3561"/>
                    <a:pt x="11815" y="3310"/>
                  </a:cubicBezTo>
                  <a:cubicBezTo>
                    <a:pt x="11703" y="3166"/>
                    <a:pt x="11534" y="3091"/>
                    <a:pt x="11364" y="3091"/>
                  </a:cubicBezTo>
                  <a:cubicBezTo>
                    <a:pt x="11242" y="3091"/>
                    <a:pt x="11119" y="3130"/>
                    <a:pt x="11015" y="3211"/>
                  </a:cubicBezTo>
                  <a:lnTo>
                    <a:pt x="7618" y="5816"/>
                  </a:lnTo>
                  <a:cubicBezTo>
                    <a:pt x="7597" y="5835"/>
                    <a:pt x="7576" y="5853"/>
                    <a:pt x="7558" y="5871"/>
                  </a:cubicBezTo>
                  <a:lnTo>
                    <a:pt x="3083" y="5871"/>
                  </a:lnTo>
                  <a:lnTo>
                    <a:pt x="3451" y="4110"/>
                  </a:lnTo>
                  <a:cubicBezTo>
                    <a:pt x="3454" y="4095"/>
                    <a:pt x="3457" y="4077"/>
                    <a:pt x="3460" y="4059"/>
                  </a:cubicBezTo>
                  <a:cubicBezTo>
                    <a:pt x="3654" y="2389"/>
                    <a:pt x="4964" y="1130"/>
                    <a:pt x="6507" y="1130"/>
                  </a:cubicBezTo>
                  <a:close/>
                  <a:moveTo>
                    <a:pt x="16939" y="7021"/>
                  </a:moveTo>
                  <a:cubicBezTo>
                    <a:pt x="17631" y="7021"/>
                    <a:pt x="18192" y="7580"/>
                    <a:pt x="18192" y="8274"/>
                  </a:cubicBezTo>
                  <a:lnTo>
                    <a:pt x="18192" y="11913"/>
                  </a:lnTo>
                  <a:cubicBezTo>
                    <a:pt x="18192" y="12604"/>
                    <a:pt x="17631" y="13163"/>
                    <a:pt x="16939" y="13166"/>
                  </a:cubicBezTo>
                  <a:lnTo>
                    <a:pt x="2385" y="13166"/>
                  </a:lnTo>
                  <a:cubicBezTo>
                    <a:pt x="1694" y="13163"/>
                    <a:pt x="1132" y="12604"/>
                    <a:pt x="1132" y="11913"/>
                  </a:cubicBezTo>
                  <a:lnTo>
                    <a:pt x="1132" y="8274"/>
                  </a:lnTo>
                  <a:cubicBezTo>
                    <a:pt x="1132" y="7580"/>
                    <a:pt x="1694" y="7021"/>
                    <a:pt x="2385" y="7021"/>
                  </a:cubicBezTo>
                  <a:close/>
                  <a:moveTo>
                    <a:pt x="5813" y="14304"/>
                  </a:moveTo>
                  <a:lnTo>
                    <a:pt x="5813" y="15889"/>
                  </a:lnTo>
                  <a:cubicBezTo>
                    <a:pt x="5813" y="16203"/>
                    <a:pt x="5559" y="16457"/>
                    <a:pt x="5248" y="16457"/>
                  </a:cubicBezTo>
                  <a:lnTo>
                    <a:pt x="3874" y="16457"/>
                  </a:lnTo>
                  <a:cubicBezTo>
                    <a:pt x="3560" y="16457"/>
                    <a:pt x="3306" y="16203"/>
                    <a:pt x="3306" y="15889"/>
                  </a:cubicBezTo>
                  <a:lnTo>
                    <a:pt x="3306" y="14304"/>
                  </a:lnTo>
                  <a:close/>
                  <a:moveTo>
                    <a:pt x="16018" y="14304"/>
                  </a:moveTo>
                  <a:lnTo>
                    <a:pt x="16018" y="15889"/>
                  </a:lnTo>
                  <a:cubicBezTo>
                    <a:pt x="16018" y="16203"/>
                    <a:pt x="15765" y="16457"/>
                    <a:pt x="15454" y="16457"/>
                  </a:cubicBezTo>
                  <a:lnTo>
                    <a:pt x="14080" y="16457"/>
                  </a:lnTo>
                  <a:cubicBezTo>
                    <a:pt x="13766" y="16457"/>
                    <a:pt x="13512" y="16203"/>
                    <a:pt x="13512" y="15889"/>
                  </a:cubicBezTo>
                  <a:lnTo>
                    <a:pt x="13512" y="14304"/>
                  </a:lnTo>
                  <a:close/>
                  <a:moveTo>
                    <a:pt x="6507" y="1"/>
                  </a:moveTo>
                  <a:cubicBezTo>
                    <a:pt x="4396" y="1"/>
                    <a:pt x="2609" y="1677"/>
                    <a:pt x="2337" y="3902"/>
                  </a:cubicBezTo>
                  <a:lnTo>
                    <a:pt x="1911" y="5934"/>
                  </a:lnTo>
                  <a:cubicBezTo>
                    <a:pt x="800" y="6161"/>
                    <a:pt x="0" y="7139"/>
                    <a:pt x="0" y="8274"/>
                  </a:cubicBezTo>
                  <a:lnTo>
                    <a:pt x="0" y="11910"/>
                  </a:lnTo>
                  <a:cubicBezTo>
                    <a:pt x="3" y="13145"/>
                    <a:pt x="945" y="14177"/>
                    <a:pt x="2174" y="14286"/>
                  </a:cubicBezTo>
                  <a:lnTo>
                    <a:pt x="2174" y="15889"/>
                  </a:lnTo>
                  <a:cubicBezTo>
                    <a:pt x="2174" y="16828"/>
                    <a:pt x="2935" y="17586"/>
                    <a:pt x="3874" y="17589"/>
                  </a:cubicBezTo>
                  <a:lnTo>
                    <a:pt x="5248" y="17589"/>
                  </a:lnTo>
                  <a:cubicBezTo>
                    <a:pt x="6184" y="17586"/>
                    <a:pt x="6945" y="16828"/>
                    <a:pt x="6945" y="15889"/>
                  </a:cubicBezTo>
                  <a:lnTo>
                    <a:pt x="6945" y="14298"/>
                  </a:lnTo>
                  <a:lnTo>
                    <a:pt x="12380" y="14298"/>
                  </a:lnTo>
                  <a:lnTo>
                    <a:pt x="12380" y="15889"/>
                  </a:lnTo>
                  <a:cubicBezTo>
                    <a:pt x="12380" y="16828"/>
                    <a:pt x="13141" y="17586"/>
                    <a:pt x="14080" y="17589"/>
                  </a:cubicBezTo>
                  <a:lnTo>
                    <a:pt x="15454" y="17589"/>
                  </a:lnTo>
                  <a:cubicBezTo>
                    <a:pt x="16390" y="17586"/>
                    <a:pt x="17151" y="16828"/>
                    <a:pt x="17151" y="15889"/>
                  </a:cubicBezTo>
                  <a:lnTo>
                    <a:pt x="17151" y="14286"/>
                  </a:lnTo>
                  <a:cubicBezTo>
                    <a:pt x="18380" y="14177"/>
                    <a:pt x="19322" y="13145"/>
                    <a:pt x="19325" y="11913"/>
                  </a:cubicBezTo>
                  <a:lnTo>
                    <a:pt x="19325" y="8274"/>
                  </a:lnTo>
                  <a:cubicBezTo>
                    <a:pt x="19325" y="7139"/>
                    <a:pt x="18524" y="6161"/>
                    <a:pt x="17413" y="5934"/>
                  </a:cubicBezTo>
                  <a:lnTo>
                    <a:pt x="16988" y="3902"/>
                  </a:lnTo>
                  <a:cubicBezTo>
                    <a:pt x="16716" y="1677"/>
                    <a:pt x="14928" y="1"/>
                    <a:pt x="128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1" name="Google Shape;2991;p52"/>
            <p:cNvSpPr/>
            <p:nvPr/>
          </p:nvSpPr>
          <p:spPr>
            <a:xfrm>
              <a:off x="1544950" y="4622200"/>
              <a:ext cx="103950" cy="100025"/>
            </a:xfrm>
            <a:custGeom>
              <a:avLst/>
              <a:gdLst/>
              <a:ahLst/>
              <a:cxnLst/>
              <a:rect l="l" t="t" r="r" b="b"/>
              <a:pathLst>
                <a:path w="4158" h="4001" extrusionOk="0">
                  <a:moveTo>
                    <a:pt x="2152" y="1131"/>
                  </a:moveTo>
                  <a:cubicBezTo>
                    <a:pt x="2599" y="1131"/>
                    <a:pt x="3025" y="1477"/>
                    <a:pt x="3025" y="2000"/>
                  </a:cubicBezTo>
                  <a:cubicBezTo>
                    <a:pt x="3025" y="2480"/>
                    <a:pt x="2639" y="2869"/>
                    <a:pt x="2159" y="2869"/>
                  </a:cubicBezTo>
                  <a:cubicBezTo>
                    <a:pt x="1386" y="2869"/>
                    <a:pt x="996" y="1933"/>
                    <a:pt x="1543" y="1387"/>
                  </a:cubicBezTo>
                  <a:cubicBezTo>
                    <a:pt x="1721" y="1210"/>
                    <a:pt x="1939" y="1131"/>
                    <a:pt x="2152" y="1131"/>
                  </a:cubicBezTo>
                  <a:close/>
                  <a:moveTo>
                    <a:pt x="2159" y="1"/>
                  </a:moveTo>
                  <a:cubicBezTo>
                    <a:pt x="1350" y="1"/>
                    <a:pt x="619" y="487"/>
                    <a:pt x="311" y="1233"/>
                  </a:cubicBezTo>
                  <a:cubicBezTo>
                    <a:pt x="0" y="1982"/>
                    <a:pt x="172" y="2842"/>
                    <a:pt x="743" y="3413"/>
                  </a:cubicBezTo>
                  <a:cubicBezTo>
                    <a:pt x="1127" y="3796"/>
                    <a:pt x="1639" y="4001"/>
                    <a:pt x="2159" y="4001"/>
                  </a:cubicBezTo>
                  <a:cubicBezTo>
                    <a:pt x="2416" y="4001"/>
                    <a:pt x="2676" y="3951"/>
                    <a:pt x="2923" y="3848"/>
                  </a:cubicBezTo>
                  <a:cubicBezTo>
                    <a:pt x="3672" y="3540"/>
                    <a:pt x="4158" y="2809"/>
                    <a:pt x="4158" y="2000"/>
                  </a:cubicBezTo>
                  <a:cubicBezTo>
                    <a:pt x="4158" y="895"/>
                    <a:pt x="3261" y="1"/>
                    <a:pt x="215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2" name="Google Shape;2992;p52"/>
            <p:cNvSpPr/>
            <p:nvPr/>
          </p:nvSpPr>
          <p:spPr>
            <a:xfrm>
              <a:off x="1804675" y="4622200"/>
              <a:ext cx="103975" cy="100025"/>
            </a:xfrm>
            <a:custGeom>
              <a:avLst/>
              <a:gdLst/>
              <a:ahLst/>
              <a:cxnLst/>
              <a:rect l="l" t="t" r="r" b="b"/>
              <a:pathLst>
                <a:path w="4159" h="4001" extrusionOk="0">
                  <a:moveTo>
                    <a:pt x="2152" y="1131"/>
                  </a:moveTo>
                  <a:cubicBezTo>
                    <a:pt x="2598" y="1131"/>
                    <a:pt x="3026" y="1477"/>
                    <a:pt x="3026" y="2000"/>
                  </a:cubicBezTo>
                  <a:cubicBezTo>
                    <a:pt x="3026" y="2480"/>
                    <a:pt x="2637" y="2869"/>
                    <a:pt x="2157" y="2869"/>
                  </a:cubicBezTo>
                  <a:cubicBezTo>
                    <a:pt x="1384" y="2869"/>
                    <a:pt x="997" y="1933"/>
                    <a:pt x="1544" y="1387"/>
                  </a:cubicBezTo>
                  <a:cubicBezTo>
                    <a:pt x="1721" y="1210"/>
                    <a:pt x="1938" y="1131"/>
                    <a:pt x="2152" y="1131"/>
                  </a:cubicBezTo>
                  <a:close/>
                  <a:moveTo>
                    <a:pt x="2157" y="1"/>
                  </a:moveTo>
                  <a:cubicBezTo>
                    <a:pt x="1348" y="1"/>
                    <a:pt x="620" y="487"/>
                    <a:pt x="309" y="1233"/>
                  </a:cubicBezTo>
                  <a:cubicBezTo>
                    <a:pt x="1" y="1982"/>
                    <a:pt x="170" y="2842"/>
                    <a:pt x="744" y="3413"/>
                  </a:cubicBezTo>
                  <a:cubicBezTo>
                    <a:pt x="1125" y="3796"/>
                    <a:pt x="1637" y="4001"/>
                    <a:pt x="2158" y="4001"/>
                  </a:cubicBezTo>
                  <a:cubicBezTo>
                    <a:pt x="2416" y="4001"/>
                    <a:pt x="2676" y="3951"/>
                    <a:pt x="2924" y="3848"/>
                  </a:cubicBezTo>
                  <a:cubicBezTo>
                    <a:pt x="3670" y="3540"/>
                    <a:pt x="4159" y="2809"/>
                    <a:pt x="4159" y="2000"/>
                  </a:cubicBezTo>
                  <a:cubicBezTo>
                    <a:pt x="4156" y="895"/>
                    <a:pt x="3262" y="1"/>
                    <a:pt x="21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93" name="Google Shape;2993;p52"/>
            <p:cNvSpPr/>
            <p:nvPr/>
          </p:nvSpPr>
          <p:spPr>
            <a:xfrm>
              <a:off x="1667450" y="4661825"/>
              <a:ext cx="119825" cy="28350"/>
            </a:xfrm>
            <a:custGeom>
              <a:avLst/>
              <a:gdLst/>
              <a:ahLst/>
              <a:cxnLst/>
              <a:rect l="l" t="t" r="r" b="b"/>
              <a:pathLst>
                <a:path w="4793" h="1134" extrusionOk="0">
                  <a:moveTo>
                    <a:pt x="565" y="1"/>
                  </a:moveTo>
                  <a:cubicBezTo>
                    <a:pt x="251" y="1"/>
                    <a:pt x="1" y="252"/>
                    <a:pt x="1" y="566"/>
                  </a:cubicBezTo>
                  <a:cubicBezTo>
                    <a:pt x="1" y="880"/>
                    <a:pt x="251" y="1133"/>
                    <a:pt x="565" y="1133"/>
                  </a:cubicBezTo>
                  <a:lnTo>
                    <a:pt x="4228" y="1133"/>
                  </a:lnTo>
                  <a:cubicBezTo>
                    <a:pt x="4539" y="1133"/>
                    <a:pt x="4792" y="880"/>
                    <a:pt x="4792" y="566"/>
                  </a:cubicBezTo>
                  <a:cubicBezTo>
                    <a:pt x="4792" y="252"/>
                    <a:pt x="4539" y="1"/>
                    <a:pt x="42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2994" name="Google Shape;2994;p52"/>
          <p:cNvSpPr txBox="1">
            <a:spLocks noGrp="1"/>
          </p:cNvSpPr>
          <p:nvPr>
            <p:ph type="subTitle" idx="7"/>
          </p:nvPr>
        </p:nvSpPr>
        <p:spPr>
          <a:xfrm>
            <a:off x="1522425" y="3215958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Saturn</a:t>
            </a:r>
            <a:endParaRPr/>
          </a:p>
        </p:txBody>
      </p:sp>
      <p:sp>
        <p:nvSpPr>
          <p:cNvPr id="2995" name="Google Shape;2995;p52"/>
          <p:cNvSpPr txBox="1">
            <a:spLocks noGrp="1"/>
          </p:cNvSpPr>
          <p:nvPr>
            <p:ph type="subTitle" idx="8"/>
          </p:nvPr>
        </p:nvSpPr>
        <p:spPr>
          <a:xfrm>
            <a:off x="1522425" y="3556017"/>
            <a:ext cx="1764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Saturn is the ringed one and a gas giant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996" name="Google Shape;2996;p52"/>
          <p:cNvSpPr txBox="1">
            <a:spLocks noGrp="1"/>
          </p:cNvSpPr>
          <p:nvPr>
            <p:ph type="subTitle" idx="9"/>
          </p:nvPr>
        </p:nvSpPr>
        <p:spPr>
          <a:xfrm>
            <a:off x="3597450" y="3215961"/>
            <a:ext cx="19491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Mars</a:t>
            </a:r>
            <a:endParaRPr/>
          </a:p>
        </p:txBody>
      </p:sp>
      <p:sp>
        <p:nvSpPr>
          <p:cNvPr id="2997" name="Google Shape;2997;p52"/>
          <p:cNvSpPr txBox="1">
            <a:spLocks noGrp="1"/>
          </p:cNvSpPr>
          <p:nvPr>
            <p:ph type="subTitle" idx="13"/>
          </p:nvPr>
        </p:nvSpPr>
        <p:spPr>
          <a:xfrm>
            <a:off x="3597500" y="3556017"/>
            <a:ext cx="19491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Despite being red, Mars is actually a cold place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2998" name="Google Shape;2998;p52"/>
          <p:cNvGrpSpPr/>
          <p:nvPr/>
        </p:nvGrpSpPr>
        <p:grpSpPr>
          <a:xfrm>
            <a:off x="4401917" y="2877182"/>
            <a:ext cx="340168" cy="298978"/>
            <a:chOff x="892750" y="267400"/>
            <a:chExt cx="483125" cy="424625"/>
          </a:xfrm>
        </p:grpSpPr>
        <p:sp>
          <p:nvSpPr>
            <p:cNvPr id="2999" name="Google Shape;2999;p52"/>
            <p:cNvSpPr/>
            <p:nvPr/>
          </p:nvSpPr>
          <p:spPr>
            <a:xfrm>
              <a:off x="892750" y="267400"/>
              <a:ext cx="483125" cy="424625"/>
            </a:xfrm>
            <a:custGeom>
              <a:avLst/>
              <a:gdLst/>
              <a:ahLst/>
              <a:cxnLst/>
              <a:rect l="l" t="t" r="r" b="b"/>
              <a:pathLst>
                <a:path w="19325" h="16985" extrusionOk="0">
                  <a:moveTo>
                    <a:pt x="2832" y="1133"/>
                  </a:moveTo>
                  <a:cubicBezTo>
                    <a:pt x="3143" y="1133"/>
                    <a:pt x="3397" y="1383"/>
                    <a:pt x="3397" y="1697"/>
                  </a:cubicBezTo>
                  <a:lnTo>
                    <a:pt x="3397" y="2265"/>
                  </a:lnTo>
                  <a:lnTo>
                    <a:pt x="2265" y="2265"/>
                  </a:lnTo>
                  <a:lnTo>
                    <a:pt x="2265" y="1697"/>
                  </a:lnTo>
                  <a:cubicBezTo>
                    <a:pt x="2265" y="1383"/>
                    <a:pt x="2518" y="1133"/>
                    <a:pt x="2832" y="1133"/>
                  </a:cubicBezTo>
                  <a:close/>
                  <a:moveTo>
                    <a:pt x="11927" y="1133"/>
                  </a:moveTo>
                  <a:cubicBezTo>
                    <a:pt x="12241" y="1133"/>
                    <a:pt x="12494" y="1383"/>
                    <a:pt x="12494" y="1697"/>
                  </a:cubicBezTo>
                  <a:lnTo>
                    <a:pt x="12494" y="2265"/>
                  </a:lnTo>
                  <a:lnTo>
                    <a:pt x="6833" y="2265"/>
                  </a:lnTo>
                  <a:lnTo>
                    <a:pt x="6833" y="1697"/>
                  </a:lnTo>
                  <a:cubicBezTo>
                    <a:pt x="6833" y="1383"/>
                    <a:pt x="7084" y="1133"/>
                    <a:pt x="7398" y="1133"/>
                  </a:cubicBezTo>
                  <a:close/>
                  <a:moveTo>
                    <a:pt x="17628" y="3397"/>
                  </a:moveTo>
                  <a:cubicBezTo>
                    <a:pt x="17939" y="3397"/>
                    <a:pt x="18192" y="3648"/>
                    <a:pt x="18192" y="3962"/>
                  </a:cubicBezTo>
                  <a:lnTo>
                    <a:pt x="18192" y="4530"/>
                  </a:lnTo>
                  <a:lnTo>
                    <a:pt x="17628" y="4530"/>
                  </a:lnTo>
                  <a:cubicBezTo>
                    <a:pt x="16688" y="4530"/>
                    <a:pt x="15928" y="5288"/>
                    <a:pt x="15928" y="6227"/>
                  </a:cubicBezTo>
                  <a:lnTo>
                    <a:pt x="15928" y="9059"/>
                  </a:lnTo>
                  <a:lnTo>
                    <a:pt x="13584" y="9059"/>
                  </a:lnTo>
                  <a:cubicBezTo>
                    <a:pt x="13304" y="7108"/>
                    <a:pt x="11631" y="5662"/>
                    <a:pt x="9662" y="5662"/>
                  </a:cubicBezTo>
                  <a:cubicBezTo>
                    <a:pt x="7694" y="5662"/>
                    <a:pt x="6021" y="7108"/>
                    <a:pt x="5740" y="9059"/>
                  </a:cubicBezTo>
                  <a:lnTo>
                    <a:pt x="3397" y="9059"/>
                  </a:lnTo>
                  <a:lnTo>
                    <a:pt x="3397" y="6227"/>
                  </a:lnTo>
                  <a:cubicBezTo>
                    <a:pt x="3397" y="5288"/>
                    <a:pt x="2636" y="4530"/>
                    <a:pt x="1700" y="4530"/>
                  </a:cubicBezTo>
                  <a:lnTo>
                    <a:pt x="1132" y="4530"/>
                  </a:lnTo>
                  <a:lnTo>
                    <a:pt x="1132" y="3962"/>
                  </a:lnTo>
                  <a:cubicBezTo>
                    <a:pt x="1132" y="3648"/>
                    <a:pt x="1386" y="3397"/>
                    <a:pt x="1700" y="3397"/>
                  </a:cubicBezTo>
                  <a:close/>
                  <a:moveTo>
                    <a:pt x="9663" y="6793"/>
                  </a:moveTo>
                  <a:cubicBezTo>
                    <a:pt x="10399" y="6793"/>
                    <a:pt x="11123" y="7080"/>
                    <a:pt x="11664" y="7622"/>
                  </a:cubicBezTo>
                  <a:cubicBezTo>
                    <a:pt x="12473" y="8431"/>
                    <a:pt x="12715" y="9648"/>
                    <a:pt x="12277" y="10708"/>
                  </a:cubicBezTo>
                  <a:cubicBezTo>
                    <a:pt x="11839" y="11764"/>
                    <a:pt x="10807" y="12456"/>
                    <a:pt x="9662" y="12456"/>
                  </a:cubicBezTo>
                  <a:cubicBezTo>
                    <a:pt x="8098" y="12453"/>
                    <a:pt x="6833" y="11188"/>
                    <a:pt x="6833" y="9624"/>
                  </a:cubicBezTo>
                  <a:cubicBezTo>
                    <a:pt x="6833" y="8479"/>
                    <a:pt x="7521" y="7447"/>
                    <a:pt x="8578" y="7009"/>
                  </a:cubicBezTo>
                  <a:cubicBezTo>
                    <a:pt x="8929" y="6864"/>
                    <a:pt x="9298" y="6793"/>
                    <a:pt x="9663" y="6793"/>
                  </a:cubicBezTo>
                  <a:close/>
                  <a:moveTo>
                    <a:pt x="1700" y="5662"/>
                  </a:moveTo>
                  <a:cubicBezTo>
                    <a:pt x="2011" y="5662"/>
                    <a:pt x="2265" y="5913"/>
                    <a:pt x="2265" y="6227"/>
                  </a:cubicBezTo>
                  <a:lnTo>
                    <a:pt x="2265" y="13020"/>
                  </a:lnTo>
                  <a:cubicBezTo>
                    <a:pt x="2265" y="13334"/>
                    <a:pt x="2011" y="13588"/>
                    <a:pt x="1700" y="13588"/>
                  </a:cubicBezTo>
                  <a:lnTo>
                    <a:pt x="1132" y="13588"/>
                  </a:lnTo>
                  <a:lnTo>
                    <a:pt x="1132" y="5662"/>
                  </a:lnTo>
                  <a:close/>
                  <a:moveTo>
                    <a:pt x="18192" y="5662"/>
                  </a:moveTo>
                  <a:lnTo>
                    <a:pt x="18192" y="13588"/>
                  </a:lnTo>
                  <a:lnTo>
                    <a:pt x="17628" y="13588"/>
                  </a:lnTo>
                  <a:cubicBezTo>
                    <a:pt x="17314" y="13588"/>
                    <a:pt x="17060" y="13334"/>
                    <a:pt x="17060" y="13020"/>
                  </a:cubicBezTo>
                  <a:lnTo>
                    <a:pt x="17060" y="6227"/>
                  </a:lnTo>
                  <a:cubicBezTo>
                    <a:pt x="17060" y="5913"/>
                    <a:pt x="17314" y="5662"/>
                    <a:pt x="17628" y="5662"/>
                  </a:cubicBezTo>
                  <a:close/>
                  <a:moveTo>
                    <a:pt x="15928" y="10191"/>
                  </a:moveTo>
                  <a:lnTo>
                    <a:pt x="15928" y="13020"/>
                  </a:lnTo>
                  <a:cubicBezTo>
                    <a:pt x="15928" y="13959"/>
                    <a:pt x="16688" y="14717"/>
                    <a:pt x="17628" y="14720"/>
                  </a:cubicBezTo>
                  <a:lnTo>
                    <a:pt x="18192" y="14720"/>
                  </a:lnTo>
                  <a:lnTo>
                    <a:pt x="18192" y="15285"/>
                  </a:lnTo>
                  <a:cubicBezTo>
                    <a:pt x="18192" y="15599"/>
                    <a:pt x="17939" y="15853"/>
                    <a:pt x="17628" y="15853"/>
                  </a:cubicBezTo>
                  <a:lnTo>
                    <a:pt x="1700" y="15853"/>
                  </a:lnTo>
                  <a:cubicBezTo>
                    <a:pt x="1386" y="15853"/>
                    <a:pt x="1132" y="15599"/>
                    <a:pt x="1132" y="15285"/>
                  </a:cubicBezTo>
                  <a:lnTo>
                    <a:pt x="1132" y="14720"/>
                  </a:lnTo>
                  <a:lnTo>
                    <a:pt x="1700" y="14720"/>
                  </a:lnTo>
                  <a:cubicBezTo>
                    <a:pt x="2636" y="14717"/>
                    <a:pt x="3397" y="13959"/>
                    <a:pt x="3397" y="13020"/>
                  </a:cubicBezTo>
                  <a:lnTo>
                    <a:pt x="3397" y="10191"/>
                  </a:lnTo>
                  <a:lnTo>
                    <a:pt x="5740" y="10191"/>
                  </a:lnTo>
                  <a:cubicBezTo>
                    <a:pt x="6021" y="12139"/>
                    <a:pt x="7694" y="13585"/>
                    <a:pt x="9662" y="13585"/>
                  </a:cubicBezTo>
                  <a:cubicBezTo>
                    <a:pt x="11631" y="13585"/>
                    <a:pt x="13304" y="12139"/>
                    <a:pt x="13584" y="10191"/>
                  </a:cubicBezTo>
                  <a:close/>
                  <a:moveTo>
                    <a:pt x="2832" y="1"/>
                  </a:moveTo>
                  <a:cubicBezTo>
                    <a:pt x="1893" y="1"/>
                    <a:pt x="1132" y="758"/>
                    <a:pt x="1132" y="1697"/>
                  </a:cubicBezTo>
                  <a:lnTo>
                    <a:pt x="1132" y="2362"/>
                  </a:lnTo>
                  <a:cubicBezTo>
                    <a:pt x="453" y="2600"/>
                    <a:pt x="0" y="3243"/>
                    <a:pt x="0" y="3962"/>
                  </a:cubicBezTo>
                  <a:lnTo>
                    <a:pt x="0" y="15285"/>
                  </a:lnTo>
                  <a:cubicBezTo>
                    <a:pt x="0" y="16224"/>
                    <a:pt x="761" y="16982"/>
                    <a:pt x="1700" y="16985"/>
                  </a:cubicBezTo>
                  <a:lnTo>
                    <a:pt x="17628" y="16985"/>
                  </a:lnTo>
                  <a:cubicBezTo>
                    <a:pt x="18564" y="16982"/>
                    <a:pt x="19324" y="16224"/>
                    <a:pt x="19324" y="15285"/>
                  </a:cubicBezTo>
                  <a:lnTo>
                    <a:pt x="19324" y="3962"/>
                  </a:lnTo>
                  <a:cubicBezTo>
                    <a:pt x="19324" y="3023"/>
                    <a:pt x="18564" y="2265"/>
                    <a:pt x="17628" y="2265"/>
                  </a:cubicBezTo>
                  <a:lnTo>
                    <a:pt x="13627" y="2265"/>
                  </a:lnTo>
                  <a:lnTo>
                    <a:pt x="13627" y="1697"/>
                  </a:lnTo>
                  <a:cubicBezTo>
                    <a:pt x="13624" y="758"/>
                    <a:pt x="12866" y="1"/>
                    <a:pt x="11927" y="1"/>
                  </a:cubicBezTo>
                  <a:lnTo>
                    <a:pt x="7398" y="1"/>
                  </a:lnTo>
                  <a:cubicBezTo>
                    <a:pt x="6459" y="1"/>
                    <a:pt x="5701" y="758"/>
                    <a:pt x="5701" y="1697"/>
                  </a:cubicBezTo>
                  <a:lnTo>
                    <a:pt x="5701" y="2265"/>
                  </a:lnTo>
                  <a:lnTo>
                    <a:pt x="4529" y="2265"/>
                  </a:lnTo>
                  <a:lnTo>
                    <a:pt x="4529" y="1697"/>
                  </a:lnTo>
                  <a:cubicBezTo>
                    <a:pt x="4529" y="758"/>
                    <a:pt x="3768" y="1"/>
                    <a:pt x="28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0" name="Google Shape;3000;p52"/>
            <p:cNvSpPr/>
            <p:nvPr/>
          </p:nvSpPr>
          <p:spPr>
            <a:xfrm>
              <a:off x="1091875" y="465500"/>
              <a:ext cx="88275" cy="85000"/>
            </a:xfrm>
            <a:custGeom>
              <a:avLst/>
              <a:gdLst/>
              <a:ahLst/>
              <a:cxnLst/>
              <a:rect l="l" t="t" r="r" b="b"/>
              <a:pathLst>
                <a:path w="3531" h="3400" extrusionOk="0">
                  <a:moveTo>
                    <a:pt x="1697" y="1135"/>
                  </a:moveTo>
                  <a:cubicBezTo>
                    <a:pt x="2201" y="1135"/>
                    <a:pt x="2455" y="1742"/>
                    <a:pt x="2099" y="2101"/>
                  </a:cubicBezTo>
                  <a:cubicBezTo>
                    <a:pt x="1983" y="2216"/>
                    <a:pt x="1841" y="2268"/>
                    <a:pt x="1702" y="2268"/>
                  </a:cubicBezTo>
                  <a:cubicBezTo>
                    <a:pt x="1411" y="2268"/>
                    <a:pt x="1133" y="2041"/>
                    <a:pt x="1133" y="1700"/>
                  </a:cubicBezTo>
                  <a:cubicBezTo>
                    <a:pt x="1133" y="1386"/>
                    <a:pt x="1383" y="1135"/>
                    <a:pt x="1697" y="1135"/>
                  </a:cubicBezTo>
                  <a:close/>
                  <a:moveTo>
                    <a:pt x="1697" y="0"/>
                  </a:moveTo>
                  <a:cubicBezTo>
                    <a:pt x="1479" y="0"/>
                    <a:pt x="1258" y="42"/>
                    <a:pt x="1048" y="129"/>
                  </a:cubicBezTo>
                  <a:cubicBezTo>
                    <a:pt x="414" y="392"/>
                    <a:pt x="0" y="1011"/>
                    <a:pt x="0" y="1700"/>
                  </a:cubicBezTo>
                  <a:cubicBezTo>
                    <a:pt x="0" y="2639"/>
                    <a:pt x="758" y="3396"/>
                    <a:pt x="1697" y="3399"/>
                  </a:cubicBezTo>
                  <a:cubicBezTo>
                    <a:pt x="2386" y="3399"/>
                    <a:pt x="3005" y="2983"/>
                    <a:pt x="3267" y="2349"/>
                  </a:cubicBezTo>
                  <a:cubicBezTo>
                    <a:pt x="3530" y="1715"/>
                    <a:pt x="3385" y="984"/>
                    <a:pt x="2899" y="498"/>
                  </a:cubicBezTo>
                  <a:cubicBezTo>
                    <a:pt x="2574" y="173"/>
                    <a:pt x="2139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01" name="Google Shape;3001;p52"/>
            <p:cNvSpPr/>
            <p:nvPr/>
          </p:nvSpPr>
          <p:spPr>
            <a:xfrm>
              <a:off x="1005975" y="380625"/>
              <a:ext cx="28325" cy="28350"/>
            </a:xfrm>
            <a:custGeom>
              <a:avLst/>
              <a:gdLst/>
              <a:ahLst/>
              <a:cxnLst/>
              <a:rect l="l" t="t" r="r" b="b"/>
              <a:pathLst>
                <a:path w="1133" h="1134" extrusionOk="0">
                  <a:moveTo>
                    <a:pt x="568" y="1"/>
                  </a:moveTo>
                  <a:cubicBezTo>
                    <a:pt x="254" y="1"/>
                    <a:pt x="0" y="251"/>
                    <a:pt x="0" y="565"/>
                  </a:cubicBezTo>
                  <a:cubicBezTo>
                    <a:pt x="0" y="879"/>
                    <a:pt x="254" y="1133"/>
                    <a:pt x="568" y="1133"/>
                  </a:cubicBezTo>
                  <a:cubicBezTo>
                    <a:pt x="879" y="1133"/>
                    <a:pt x="1132" y="879"/>
                    <a:pt x="1132" y="565"/>
                  </a:cubicBezTo>
                  <a:cubicBezTo>
                    <a:pt x="1132" y="251"/>
                    <a:pt x="879" y="1"/>
                    <a:pt x="56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002" name="Google Shape;3002;p52"/>
          <p:cNvSpPr/>
          <p:nvPr/>
        </p:nvSpPr>
        <p:spPr>
          <a:xfrm>
            <a:off x="2254479" y="2837436"/>
            <a:ext cx="300792" cy="338725"/>
          </a:xfrm>
          <a:custGeom>
            <a:avLst/>
            <a:gdLst/>
            <a:ahLst/>
            <a:cxnLst/>
            <a:rect l="l" t="t" r="r" b="b"/>
            <a:pathLst>
              <a:path w="17088" h="19243" extrusionOk="0">
                <a:moveTo>
                  <a:pt x="15955" y="1281"/>
                </a:moveTo>
                <a:lnTo>
                  <a:pt x="15955" y="3452"/>
                </a:lnTo>
                <a:lnTo>
                  <a:pt x="5586" y="5877"/>
                </a:lnTo>
                <a:lnTo>
                  <a:pt x="5586" y="3703"/>
                </a:lnTo>
                <a:lnTo>
                  <a:pt x="15955" y="1281"/>
                </a:lnTo>
                <a:close/>
                <a:moveTo>
                  <a:pt x="14425" y="12363"/>
                </a:moveTo>
                <a:cubicBezTo>
                  <a:pt x="14622" y="12363"/>
                  <a:pt x="14821" y="12401"/>
                  <a:pt x="15010" y="12480"/>
                </a:cubicBezTo>
                <a:cubicBezTo>
                  <a:pt x="15584" y="12716"/>
                  <a:pt x="15955" y="13274"/>
                  <a:pt x="15955" y="13893"/>
                </a:cubicBezTo>
                <a:cubicBezTo>
                  <a:pt x="15955" y="14739"/>
                  <a:pt x="15270" y="15421"/>
                  <a:pt x="14424" y="15421"/>
                </a:cubicBezTo>
                <a:cubicBezTo>
                  <a:pt x="13805" y="15421"/>
                  <a:pt x="13250" y="15050"/>
                  <a:pt x="13011" y="14479"/>
                </a:cubicBezTo>
                <a:cubicBezTo>
                  <a:pt x="12776" y="13905"/>
                  <a:pt x="12905" y="13247"/>
                  <a:pt x="13343" y="12809"/>
                </a:cubicBezTo>
                <a:cubicBezTo>
                  <a:pt x="13636" y="12519"/>
                  <a:pt x="14027" y="12363"/>
                  <a:pt x="14425" y="12363"/>
                </a:cubicBezTo>
                <a:close/>
                <a:moveTo>
                  <a:pt x="2925" y="15050"/>
                </a:moveTo>
                <a:cubicBezTo>
                  <a:pt x="3122" y="15050"/>
                  <a:pt x="3322" y="15088"/>
                  <a:pt x="3512" y="15168"/>
                </a:cubicBezTo>
                <a:cubicBezTo>
                  <a:pt x="4083" y="15403"/>
                  <a:pt x="4454" y="15962"/>
                  <a:pt x="4454" y="16581"/>
                </a:cubicBezTo>
                <a:cubicBezTo>
                  <a:pt x="4454" y="17423"/>
                  <a:pt x="3769" y="18108"/>
                  <a:pt x="2926" y="18108"/>
                </a:cubicBezTo>
                <a:cubicBezTo>
                  <a:pt x="2307" y="18108"/>
                  <a:pt x="1749" y="17737"/>
                  <a:pt x="1513" y="17166"/>
                </a:cubicBezTo>
                <a:cubicBezTo>
                  <a:pt x="1275" y="16593"/>
                  <a:pt x="1407" y="15934"/>
                  <a:pt x="1845" y="15497"/>
                </a:cubicBezTo>
                <a:cubicBezTo>
                  <a:pt x="2136" y="15206"/>
                  <a:pt x="2527" y="15050"/>
                  <a:pt x="2925" y="15050"/>
                </a:cubicBezTo>
                <a:close/>
                <a:moveTo>
                  <a:pt x="16525" y="0"/>
                </a:moveTo>
                <a:cubicBezTo>
                  <a:pt x="16481" y="0"/>
                  <a:pt x="16437" y="5"/>
                  <a:pt x="16393" y="16"/>
                </a:cubicBezTo>
                <a:lnTo>
                  <a:pt x="4892" y="2703"/>
                </a:lnTo>
                <a:cubicBezTo>
                  <a:pt x="4635" y="2761"/>
                  <a:pt x="4454" y="2990"/>
                  <a:pt x="4454" y="3253"/>
                </a:cubicBezTo>
                <a:lnTo>
                  <a:pt x="4454" y="14404"/>
                </a:lnTo>
                <a:cubicBezTo>
                  <a:pt x="3994" y="14081"/>
                  <a:pt x="3459" y="13921"/>
                  <a:pt x="2926" y="13921"/>
                </a:cubicBezTo>
                <a:cubicBezTo>
                  <a:pt x="2299" y="13921"/>
                  <a:pt x="1673" y="14143"/>
                  <a:pt x="1175" y="14579"/>
                </a:cubicBezTo>
                <a:cubicBezTo>
                  <a:pt x="251" y="15388"/>
                  <a:pt x="0" y="16720"/>
                  <a:pt x="568" y="17810"/>
                </a:cubicBezTo>
                <a:cubicBezTo>
                  <a:pt x="1032" y="18704"/>
                  <a:pt x="1950" y="19242"/>
                  <a:pt x="2925" y="19242"/>
                </a:cubicBezTo>
                <a:cubicBezTo>
                  <a:pt x="3136" y="19242"/>
                  <a:pt x="3349" y="19217"/>
                  <a:pt x="3560" y="19165"/>
                </a:cubicBezTo>
                <a:cubicBezTo>
                  <a:pt x="4750" y="18872"/>
                  <a:pt x="5589" y="17807"/>
                  <a:pt x="5586" y="16581"/>
                </a:cubicBezTo>
                <a:lnTo>
                  <a:pt x="5586" y="7039"/>
                </a:lnTo>
                <a:lnTo>
                  <a:pt x="15955" y="4618"/>
                </a:lnTo>
                <a:lnTo>
                  <a:pt x="15955" y="11716"/>
                </a:lnTo>
                <a:cubicBezTo>
                  <a:pt x="15508" y="11399"/>
                  <a:pt x="14974" y="11230"/>
                  <a:pt x="14424" y="11230"/>
                </a:cubicBezTo>
                <a:cubicBezTo>
                  <a:pt x="13349" y="11230"/>
                  <a:pt x="12377" y="11879"/>
                  <a:pt x="11966" y="12873"/>
                </a:cubicBezTo>
                <a:cubicBezTo>
                  <a:pt x="11553" y="13869"/>
                  <a:pt x="11782" y="15014"/>
                  <a:pt x="12543" y="15774"/>
                </a:cubicBezTo>
                <a:cubicBezTo>
                  <a:pt x="13052" y="16283"/>
                  <a:pt x="13733" y="16555"/>
                  <a:pt x="14426" y="16555"/>
                </a:cubicBezTo>
                <a:cubicBezTo>
                  <a:pt x="14769" y="16555"/>
                  <a:pt x="15115" y="16488"/>
                  <a:pt x="15445" y="16351"/>
                </a:cubicBezTo>
                <a:cubicBezTo>
                  <a:pt x="16438" y="15941"/>
                  <a:pt x="17087" y="14968"/>
                  <a:pt x="17087" y="13893"/>
                </a:cubicBezTo>
                <a:lnTo>
                  <a:pt x="17087" y="565"/>
                </a:lnTo>
                <a:cubicBezTo>
                  <a:pt x="17087" y="246"/>
                  <a:pt x="16826" y="0"/>
                  <a:pt x="1652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3003" name="Google Shape;3003;p52"/>
          <p:cNvSpPr txBox="1">
            <a:spLocks noGrp="1"/>
          </p:cNvSpPr>
          <p:nvPr>
            <p:ph type="subTitle" idx="14"/>
          </p:nvPr>
        </p:nvSpPr>
        <p:spPr>
          <a:xfrm>
            <a:off x="5856675" y="3215958"/>
            <a:ext cx="17649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Venus</a:t>
            </a:r>
            <a:endParaRPr/>
          </a:p>
        </p:txBody>
      </p:sp>
      <p:sp>
        <p:nvSpPr>
          <p:cNvPr id="3004" name="Google Shape;3004;p52"/>
          <p:cNvSpPr txBox="1">
            <a:spLocks noGrp="1"/>
          </p:cNvSpPr>
          <p:nvPr>
            <p:ph type="subTitle" idx="15"/>
          </p:nvPr>
        </p:nvSpPr>
        <p:spPr>
          <a:xfrm>
            <a:off x="5856675" y="3556017"/>
            <a:ext cx="17649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Venus is the second planet from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9" name="Google Shape;3009;p53"/>
          <p:cNvSpPr/>
          <p:nvPr/>
        </p:nvSpPr>
        <p:spPr>
          <a:xfrm>
            <a:off x="1183525" y="1040025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0" name="Google Shape;3010;p53"/>
          <p:cNvSpPr/>
          <p:nvPr/>
        </p:nvSpPr>
        <p:spPr>
          <a:xfrm>
            <a:off x="1183525" y="2314693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1" name="Google Shape;3011;p53"/>
          <p:cNvSpPr/>
          <p:nvPr/>
        </p:nvSpPr>
        <p:spPr>
          <a:xfrm>
            <a:off x="1183525" y="3592724"/>
            <a:ext cx="2473800" cy="10191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2" name="Google Shape;3012;p53"/>
          <p:cNvSpPr txBox="1">
            <a:spLocks noGrp="1"/>
          </p:cNvSpPr>
          <p:nvPr>
            <p:ph type="title"/>
          </p:nvPr>
        </p:nvSpPr>
        <p:spPr>
          <a:xfrm>
            <a:off x="2962656" y="338328"/>
            <a:ext cx="321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Testimonials</a:t>
            </a:r>
            <a:endParaRPr/>
          </a:p>
        </p:txBody>
      </p:sp>
      <p:sp>
        <p:nvSpPr>
          <p:cNvPr id="3150" name="Google Shape;3150;p53"/>
          <p:cNvSpPr txBox="1">
            <a:spLocks noGrp="1"/>
          </p:cNvSpPr>
          <p:nvPr>
            <p:ph type="subTitle" idx="1"/>
          </p:nvPr>
        </p:nvSpPr>
        <p:spPr>
          <a:xfrm>
            <a:off x="1408175" y="1035279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Helena James</a:t>
            </a:r>
            <a:endParaRPr/>
          </a:p>
        </p:txBody>
      </p:sp>
      <p:sp>
        <p:nvSpPr>
          <p:cNvPr id="3151" name="Google Shape;3151;p53"/>
          <p:cNvSpPr txBox="1">
            <a:spLocks noGrp="1"/>
          </p:cNvSpPr>
          <p:nvPr>
            <p:ph type="subTitle" idx="2"/>
          </p:nvPr>
        </p:nvSpPr>
        <p:spPr>
          <a:xfrm>
            <a:off x="1408175" y="1336956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“Mercury is the closest planet to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un”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2" name="Google Shape;3152;p53"/>
          <p:cNvSpPr txBox="1">
            <a:spLocks noGrp="1"/>
          </p:cNvSpPr>
          <p:nvPr>
            <p:ph type="subTitle" idx="3"/>
          </p:nvPr>
        </p:nvSpPr>
        <p:spPr>
          <a:xfrm>
            <a:off x="1408175" y="2309476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Doe</a:t>
            </a:r>
            <a:endParaRPr/>
          </a:p>
        </p:txBody>
      </p:sp>
      <p:sp>
        <p:nvSpPr>
          <p:cNvPr id="3153" name="Google Shape;3153;p53"/>
          <p:cNvSpPr txBox="1">
            <a:spLocks noGrp="1"/>
          </p:cNvSpPr>
          <p:nvPr>
            <p:ph type="subTitle" idx="4"/>
          </p:nvPr>
        </p:nvSpPr>
        <p:spPr>
          <a:xfrm>
            <a:off x="1408175" y="2609979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“Jupiter is the biggest planet </a:t>
            </a:r>
            <a:r>
              <a:rPr lang="en"/>
              <a:t>of them all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 “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54" name="Google Shape;3154;p53"/>
          <p:cNvSpPr txBox="1">
            <a:spLocks noGrp="1"/>
          </p:cNvSpPr>
          <p:nvPr>
            <p:ph type="subTitle" idx="5"/>
          </p:nvPr>
        </p:nvSpPr>
        <p:spPr>
          <a:xfrm>
            <a:off x="1408175" y="3587645"/>
            <a:ext cx="2184000" cy="45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Mary Patterson</a:t>
            </a:r>
            <a:endParaRPr/>
          </a:p>
        </p:txBody>
      </p:sp>
      <p:sp>
        <p:nvSpPr>
          <p:cNvPr id="3155" name="Google Shape;3155;p53"/>
          <p:cNvSpPr txBox="1">
            <a:spLocks noGrp="1"/>
          </p:cNvSpPr>
          <p:nvPr>
            <p:ph type="subTitle" idx="6"/>
          </p:nvPr>
        </p:nvSpPr>
        <p:spPr>
          <a:xfrm>
            <a:off x="1408175" y="3889317"/>
            <a:ext cx="2184000" cy="6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“Neptune is the farthest planet from the </a:t>
            </a:r>
            <a:r>
              <a:rPr lang="en"/>
              <a:t>S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un”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0" name="Google Shape;3160;p54"/>
          <p:cNvSpPr txBox="1">
            <a:spLocks noGrp="1"/>
          </p:cNvSpPr>
          <p:nvPr>
            <p:ph type="subTitle" idx="4"/>
          </p:nvPr>
        </p:nvSpPr>
        <p:spPr>
          <a:xfrm>
            <a:off x="5555275" y="3086300"/>
            <a:ext cx="20385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</a:t>
            </a:r>
            <a:r>
              <a:rPr lang="en"/>
              <a:t>of them all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61" name="Google Shape;3161;p54"/>
          <p:cNvSpPr txBox="1">
            <a:spLocks noGrp="1"/>
          </p:cNvSpPr>
          <p:nvPr>
            <p:ph type="title"/>
          </p:nvPr>
        </p:nvSpPr>
        <p:spPr>
          <a:xfrm>
            <a:off x="2208175" y="338323"/>
            <a:ext cx="4727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Awards</a:t>
            </a:r>
            <a:endParaRPr/>
          </a:p>
        </p:txBody>
      </p:sp>
      <p:sp>
        <p:nvSpPr>
          <p:cNvPr id="3162" name="Google Shape;3162;p54"/>
          <p:cNvSpPr txBox="1">
            <a:spLocks noGrp="1"/>
          </p:cNvSpPr>
          <p:nvPr>
            <p:ph type="subTitle" idx="1"/>
          </p:nvPr>
        </p:nvSpPr>
        <p:spPr>
          <a:xfrm>
            <a:off x="5555325" y="2742600"/>
            <a:ext cx="20385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Jupiter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163" name="Google Shape;3163;p54"/>
          <p:cNvSpPr txBox="1">
            <a:spLocks noGrp="1"/>
          </p:cNvSpPr>
          <p:nvPr>
            <p:ph type="subTitle" idx="2"/>
          </p:nvPr>
        </p:nvSpPr>
        <p:spPr>
          <a:xfrm>
            <a:off x="3639312" y="1634990"/>
            <a:ext cx="18654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Mercury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164" name="Google Shape;3164;p54"/>
          <p:cNvSpPr txBox="1">
            <a:spLocks noGrp="1"/>
          </p:cNvSpPr>
          <p:nvPr>
            <p:ph type="subTitle" idx="3"/>
          </p:nvPr>
        </p:nvSpPr>
        <p:spPr>
          <a:xfrm>
            <a:off x="1636776" y="2256568"/>
            <a:ext cx="1865400" cy="40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Venus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165" name="Google Shape;3165;p54"/>
          <p:cNvSpPr/>
          <p:nvPr/>
        </p:nvSpPr>
        <p:spPr>
          <a:xfrm>
            <a:off x="3770875" y="2765825"/>
            <a:ext cx="1602300" cy="23778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6" name="Google Shape;3166;p54"/>
          <p:cNvSpPr/>
          <p:nvPr/>
        </p:nvSpPr>
        <p:spPr>
          <a:xfrm>
            <a:off x="5775650" y="3873425"/>
            <a:ext cx="1602300" cy="12702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7" name="Google Shape;3167;p54"/>
          <p:cNvSpPr/>
          <p:nvPr/>
        </p:nvSpPr>
        <p:spPr>
          <a:xfrm>
            <a:off x="1766100" y="3386650"/>
            <a:ext cx="1602300" cy="17571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8" name="Google Shape;3168;p54"/>
          <p:cNvGrpSpPr/>
          <p:nvPr/>
        </p:nvGrpSpPr>
        <p:grpSpPr>
          <a:xfrm>
            <a:off x="2379456" y="1848598"/>
            <a:ext cx="375591" cy="374060"/>
            <a:chOff x="-42062025" y="2316000"/>
            <a:chExt cx="319000" cy="317700"/>
          </a:xfrm>
        </p:grpSpPr>
        <p:sp>
          <p:nvSpPr>
            <p:cNvPr id="3169" name="Google Shape;3169;p54"/>
            <p:cNvSpPr/>
            <p:nvPr/>
          </p:nvSpPr>
          <p:spPr>
            <a:xfrm>
              <a:off x="-41965150" y="2477075"/>
              <a:ext cx="124475" cy="112675"/>
            </a:xfrm>
            <a:custGeom>
              <a:avLst/>
              <a:gdLst/>
              <a:ahLst/>
              <a:cxnLst/>
              <a:rect l="l" t="t" r="r" b="b"/>
              <a:pathLst>
                <a:path w="4979" h="4507" extrusionOk="0">
                  <a:moveTo>
                    <a:pt x="2521" y="1371"/>
                  </a:moveTo>
                  <a:lnTo>
                    <a:pt x="2773" y="1812"/>
                  </a:lnTo>
                  <a:cubicBezTo>
                    <a:pt x="2836" y="1938"/>
                    <a:pt x="2931" y="2001"/>
                    <a:pt x="3088" y="2064"/>
                  </a:cubicBezTo>
                  <a:lnTo>
                    <a:pt x="3592" y="2127"/>
                  </a:lnTo>
                  <a:lnTo>
                    <a:pt x="3151" y="2473"/>
                  </a:lnTo>
                  <a:cubicBezTo>
                    <a:pt x="3088" y="2568"/>
                    <a:pt x="2994" y="2725"/>
                    <a:pt x="3057" y="2851"/>
                  </a:cubicBezTo>
                  <a:lnTo>
                    <a:pt x="3120" y="3355"/>
                  </a:lnTo>
                  <a:lnTo>
                    <a:pt x="2679" y="3103"/>
                  </a:lnTo>
                  <a:cubicBezTo>
                    <a:pt x="2631" y="3072"/>
                    <a:pt x="2568" y="3056"/>
                    <a:pt x="2501" y="3056"/>
                  </a:cubicBezTo>
                  <a:cubicBezTo>
                    <a:pt x="2434" y="3056"/>
                    <a:pt x="2364" y="3072"/>
                    <a:pt x="2301" y="3103"/>
                  </a:cubicBezTo>
                  <a:lnTo>
                    <a:pt x="1860" y="3355"/>
                  </a:lnTo>
                  <a:lnTo>
                    <a:pt x="1954" y="2851"/>
                  </a:lnTo>
                  <a:cubicBezTo>
                    <a:pt x="1986" y="2725"/>
                    <a:pt x="1891" y="2568"/>
                    <a:pt x="1828" y="2473"/>
                  </a:cubicBezTo>
                  <a:lnTo>
                    <a:pt x="1481" y="2127"/>
                  </a:lnTo>
                  <a:lnTo>
                    <a:pt x="1986" y="2064"/>
                  </a:lnTo>
                  <a:cubicBezTo>
                    <a:pt x="2112" y="2064"/>
                    <a:pt x="2206" y="1938"/>
                    <a:pt x="2301" y="1812"/>
                  </a:cubicBezTo>
                  <a:lnTo>
                    <a:pt x="2521" y="1371"/>
                  </a:lnTo>
                  <a:close/>
                  <a:moveTo>
                    <a:pt x="2474" y="0"/>
                  </a:moveTo>
                  <a:cubicBezTo>
                    <a:pt x="2332" y="0"/>
                    <a:pt x="2190" y="79"/>
                    <a:pt x="2112" y="236"/>
                  </a:cubicBezTo>
                  <a:lnTo>
                    <a:pt x="1576" y="1276"/>
                  </a:lnTo>
                  <a:lnTo>
                    <a:pt x="473" y="1434"/>
                  </a:lnTo>
                  <a:cubicBezTo>
                    <a:pt x="127" y="1465"/>
                    <a:pt x="1" y="1906"/>
                    <a:pt x="253" y="2127"/>
                  </a:cubicBezTo>
                  <a:lnTo>
                    <a:pt x="1040" y="2914"/>
                  </a:lnTo>
                  <a:lnTo>
                    <a:pt x="851" y="4017"/>
                  </a:lnTo>
                  <a:cubicBezTo>
                    <a:pt x="802" y="4291"/>
                    <a:pt x="1028" y="4506"/>
                    <a:pt x="1249" y="4506"/>
                  </a:cubicBezTo>
                  <a:cubicBezTo>
                    <a:pt x="1308" y="4506"/>
                    <a:pt x="1366" y="4491"/>
                    <a:pt x="1418" y="4458"/>
                  </a:cubicBezTo>
                  <a:lnTo>
                    <a:pt x="2427" y="3954"/>
                  </a:lnTo>
                  <a:lnTo>
                    <a:pt x="3403" y="4458"/>
                  </a:lnTo>
                  <a:cubicBezTo>
                    <a:pt x="3465" y="4489"/>
                    <a:pt x="3528" y="4503"/>
                    <a:pt x="3589" y="4503"/>
                  </a:cubicBezTo>
                  <a:cubicBezTo>
                    <a:pt x="3839" y="4503"/>
                    <a:pt x="4052" y="4270"/>
                    <a:pt x="4002" y="4017"/>
                  </a:cubicBezTo>
                  <a:lnTo>
                    <a:pt x="3781" y="2914"/>
                  </a:lnTo>
                  <a:lnTo>
                    <a:pt x="4569" y="2127"/>
                  </a:lnTo>
                  <a:cubicBezTo>
                    <a:pt x="4978" y="1906"/>
                    <a:pt x="4821" y="1465"/>
                    <a:pt x="4474" y="1434"/>
                  </a:cubicBezTo>
                  <a:lnTo>
                    <a:pt x="3372" y="1276"/>
                  </a:lnTo>
                  <a:lnTo>
                    <a:pt x="2836" y="236"/>
                  </a:lnTo>
                  <a:cubicBezTo>
                    <a:pt x="2757" y="79"/>
                    <a:pt x="2616" y="0"/>
                    <a:pt x="2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54"/>
            <p:cNvSpPr/>
            <p:nvPr/>
          </p:nvSpPr>
          <p:spPr>
            <a:xfrm>
              <a:off x="-42062025" y="2316000"/>
              <a:ext cx="319000" cy="317700"/>
            </a:xfrm>
            <a:custGeom>
              <a:avLst/>
              <a:gdLst/>
              <a:ahLst/>
              <a:cxnLst/>
              <a:rect l="l" t="t" r="r" b="b"/>
              <a:pathLst>
                <a:path w="12760" h="12708" extrusionOk="0">
                  <a:moveTo>
                    <a:pt x="9610" y="851"/>
                  </a:moveTo>
                  <a:lnTo>
                    <a:pt x="8129" y="2615"/>
                  </a:lnTo>
                  <a:cubicBezTo>
                    <a:pt x="8097" y="2584"/>
                    <a:pt x="8034" y="2584"/>
                    <a:pt x="7940" y="2584"/>
                  </a:cubicBezTo>
                  <a:lnTo>
                    <a:pt x="4821" y="2584"/>
                  </a:lnTo>
                  <a:cubicBezTo>
                    <a:pt x="4758" y="2584"/>
                    <a:pt x="4726" y="2584"/>
                    <a:pt x="4632" y="2615"/>
                  </a:cubicBezTo>
                  <a:lnTo>
                    <a:pt x="3183" y="851"/>
                  </a:lnTo>
                  <a:close/>
                  <a:moveTo>
                    <a:pt x="7530" y="3371"/>
                  </a:moveTo>
                  <a:lnTo>
                    <a:pt x="6396" y="4726"/>
                  </a:lnTo>
                  <a:lnTo>
                    <a:pt x="5293" y="3371"/>
                  </a:lnTo>
                  <a:close/>
                  <a:moveTo>
                    <a:pt x="10555" y="1009"/>
                  </a:moveTo>
                  <a:lnTo>
                    <a:pt x="11783" y="2237"/>
                  </a:lnTo>
                  <a:lnTo>
                    <a:pt x="8759" y="5923"/>
                  </a:lnTo>
                  <a:cubicBezTo>
                    <a:pt x="8255" y="5545"/>
                    <a:pt x="7719" y="5262"/>
                    <a:pt x="7121" y="5136"/>
                  </a:cubicBezTo>
                  <a:lnTo>
                    <a:pt x="10555" y="1009"/>
                  </a:lnTo>
                  <a:close/>
                  <a:moveTo>
                    <a:pt x="2269" y="1040"/>
                  </a:moveTo>
                  <a:lnTo>
                    <a:pt x="5703" y="5199"/>
                  </a:lnTo>
                  <a:cubicBezTo>
                    <a:pt x="5104" y="5293"/>
                    <a:pt x="4506" y="5545"/>
                    <a:pt x="4033" y="5986"/>
                  </a:cubicBezTo>
                  <a:cubicBezTo>
                    <a:pt x="3214" y="4947"/>
                    <a:pt x="1040" y="2269"/>
                    <a:pt x="1040" y="2269"/>
                  </a:cubicBezTo>
                  <a:lnTo>
                    <a:pt x="2269" y="1040"/>
                  </a:lnTo>
                  <a:close/>
                  <a:moveTo>
                    <a:pt x="6349" y="5978"/>
                  </a:moveTo>
                  <a:cubicBezTo>
                    <a:pt x="7097" y="5978"/>
                    <a:pt x="7845" y="6254"/>
                    <a:pt x="8412" y="6805"/>
                  </a:cubicBezTo>
                  <a:lnTo>
                    <a:pt x="8538" y="6932"/>
                  </a:lnTo>
                  <a:cubicBezTo>
                    <a:pt x="8633" y="7026"/>
                    <a:pt x="8727" y="7152"/>
                    <a:pt x="8822" y="7278"/>
                  </a:cubicBezTo>
                  <a:cubicBezTo>
                    <a:pt x="9452" y="8097"/>
                    <a:pt x="9484" y="9168"/>
                    <a:pt x="9137" y="10082"/>
                  </a:cubicBezTo>
                  <a:cubicBezTo>
                    <a:pt x="8662" y="11199"/>
                    <a:pt x="7524" y="11885"/>
                    <a:pt x="6358" y="11885"/>
                  </a:cubicBezTo>
                  <a:cubicBezTo>
                    <a:pt x="5978" y="11885"/>
                    <a:pt x="5595" y="11812"/>
                    <a:pt x="5230" y="11657"/>
                  </a:cubicBezTo>
                  <a:cubicBezTo>
                    <a:pt x="3340" y="10870"/>
                    <a:pt x="2805" y="8412"/>
                    <a:pt x="4159" y="6932"/>
                  </a:cubicBezTo>
                  <a:lnTo>
                    <a:pt x="4285" y="6805"/>
                  </a:lnTo>
                  <a:cubicBezTo>
                    <a:pt x="4852" y="6254"/>
                    <a:pt x="5601" y="5978"/>
                    <a:pt x="6349" y="5978"/>
                  </a:cubicBezTo>
                  <a:close/>
                  <a:moveTo>
                    <a:pt x="2269" y="0"/>
                  </a:moveTo>
                  <a:cubicBezTo>
                    <a:pt x="2143" y="0"/>
                    <a:pt x="2048" y="32"/>
                    <a:pt x="1954" y="95"/>
                  </a:cubicBezTo>
                  <a:lnTo>
                    <a:pt x="158" y="1922"/>
                  </a:lnTo>
                  <a:cubicBezTo>
                    <a:pt x="1" y="2080"/>
                    <a:pt x="1" y="2300"/>
                    <a:pt x="95" y="2458"/>
                  </a:cubicBezTo>
                  <a:lnTo>
                    <a:pt x="3372" y="6522"/>
                  </a:lnTo>
                  <a:cubicBezTo>
                    <a:pt x="1985" y="8255"/>
                    <a:pt x="2395" y="10807"/>
                    <a:pt x="4254" y="12035"/>
                  </a:cubicBezTo>
                  <a:cubicBezTo>
                    <a:pt x="4911" y="12489"/>
                    <a:pt x="5659" y="12708"/>
                    <a:pt x="6397" y="12708"/>
                  </a:cubicBezTo>
                  <a:cubicBezTo>
                    <a:pt x="7606" y="12708"/>
                    <a:pt x="8791" y="12122"/>
                    <a:pt x="9515" y="11027"/>
                  </a:cubicBezTo>
                  <a:cubicBezTo>
                    <a:pt x="10429" y="9641"/>
                    <a:pt x="10397" y="7814"/>
                    <a:pt x="9326" y="6522"/>
                  </a:cubicBezTo>
                  <a:lnTo>
                    <a:pt x="12634" y="2458"/>
                  </a:lnTo>
                  <a:cubicBezTo>
                    <a:pt x="12760" y="2300"/>
                    <a:pt x="12760" y="2080"/>
                    <a:pt x="12603" y="1922"/>
                  </a:cubicBezTo>
                  <a:lnTo>
                    <a:pt x="10775" y="95"/>
                  </a:lnTo>
                  <a:cubicBezTo>
                    <a:pt x="10712" y="32"/>
                    <a:pt x="10555" y="0"/>
                    <a:pt x="104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1" name="Google Shape;3171;p54"/>
          <p:cNvGrpSpPr/>
          <p:nvPr/>
        </p:nvGrpSpPr>
        <p:grpSpPr>
          <a:xfrm>
            <a:off x="4384259" y="1228693"/>
            <a:ext cx="375591" cy="372824"/>
            <a:chOff x="-40171725" y="2705875"/>
            <a:chExt cx="319000" cy="316650"/>
          </a:xfrm>
        </p:grpSpPr>
        <p:sp>
          <p:nvSpPr>
            <p:cNvPr id="3172" name="Google Shape;3172;p54"/>
            <p:cNvSpPr/>
            <p:nvPr/>
          </p:nvSpPr>
          <p:spPr>
            <a:xfrm>
              <a:off x="-40068550" y="2788575"/>
              <a:ext cx="48075" cy="58775"/>
            </a:xfrm>
            <a:custGeom>
              <a:avLst/>
              <a:gdLst/>
              <a:ahLst/>
              <a:cxnLst/>
              <a:rect l="l" t="t" r="r" b="b"/>
              <a:pathLst>
                <a:path w="1923" h="2351" extrusionOk="0">
                  <a:moveTo>
                    <a:pt x="442" y="0"/>
                  </a:moveTo>
                  <a:cubicBezTo>
                    <a:pt x="190" y="0"/>
                    <a:pt x="1" y="158"/>
                    <a:pt x="32" y="410"/>
                  </a:cubicBezTo>
                  <a:cubicBezTo>
                    <a:pt x="32" y="1261"/>
                    <a:pt x="505" y="1985"/>
                    <a:pt x="1261" y="2300"/>
                  </a:cubicBezTo>
                  <a:cubicBezTo>
                    <a:pt x="1322" y="2335"/>
                    <a:pt x="1386" y="2351"/>
                    <a:pt x="1448" y="2351"/>
                  </a:cubicBezTo>
                  <a:cubicBezTo>
                    <a:pt x="1607" y="2351"/>
                    <a:pt x="1751" y="2247"/>
                    <a:pt x="1796" y="2111"/>
                  </a:cubicBezTo>
                  <a:cubicBezTo>
                    <a:pt x="1922" y="1891"/>
                    <a:pt x="1796" y="1639"/>
                    <a:pt x="1607" y="1576"/>
                  </a:cubicBezTo>
                  <a:cubicBezTo>
                    <a:pt x="1135" y="1355"/>
                    <a:pt x="851" y="945"/>
                    <a:pt x="851" y="410"/>
                  </a:cubicBezTo>
                  <a:cubicBezTo>
                    <a:pt x="851" y="189"/>
                    <a:pt x="662" y="0"/>
                    <a:pt x="44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54"/>
            <p:cNvSpPr/>
            <p:nvPr/>
          </p:nvSpPr>
          <p:spPr>
            <a:xfrm>
              <a:off x="-40171725" y="2705875"/>
              <a:ext cx="319000" cy="316650"/>
            </a:xfrm>
            <a:custGeom>
              <a:avLst/>
              <a:gdLst/>
              <a:ahLst/>
              <a:cxnLst/>
              <a:rect l="l" t="t" r="r" b="b"/>
              <a:pathLst>
                <a:path w="12760" h="12666" extrusionOk="0">
                  <a:moveTo>
                    <a:pt x="2489" y="1639"/>
                  </a:moveTo>
                  <a:lnTo>
                    <a:pt x="2489" y="3718"/>
                  </a:lnTo>
                  <a:cubicBezTo>
                    <a:pt x="2489" y="4127"/>
                    <a:pt x="2552" y="4506"/>
                    <a:pt x="2678" y="4884"/>
                  </a:cubicBezTo>
                  <a:cubicBezTo>
                    <a:pt x="1639" y="4600"/>
                    <a:pt x="820" y="3623"/>
                    <a:pt x="820" y="2458"/>
                  </a:cubicBezTo>
                  <a:lnTo>
                    <a:pt x="820" y="2048"/>
                  </a:lnTo>
                  <a:cubicBezTo>
                    <a:pt x="820" y="1796"/>
                    <a:pt x="1009" y="1639"/>
                    <a:pt x="1261" y="1639"/>
                  </a:cubicBezTo>
                  <a:close/>
                  <a:moveTo>
                    <a:pt x="11500" y="1639"/>
                  </a:moveTo>
                  <a:cubicBezTo>
                    <a:pt x="11720" y="1639"/>
                    <a:pt x="11878" y="1828"/>
                    <a:pt x="11878" y="2048"/>
                  </a:cubicBezTo>
                  <a:lnTo>
                    <a:pt x="11878" y="2426"/>
                  </a:lnTo>
                  <a:cubicBezTo>
                    <a:pt x="11878" y="3623"/>
                    <a:pt x="11090" y="4569"/>
                    <a:pt x="10019" y="4884"/>
                  </a:cubicBezTo>
                  <a:cubicBezTo>
                    <a:pt x="10145" y="4506"/>
                    <a:pt x="10240" y="4127"/>
                    <a:pt x="10240" y="3718"/>
                  </a:cubicBezTo>
                  <a:lnTo>
                    <a:pt x="10240" y="1639"/>
                  </a:lnTo>
                  <a:close/>
                  <a:moveTo>
                    <a:pt x="9389" y="788"/>
                  </a:moveTo>
                  <a:lnTo>
                    <a:pt x="9389" y="3686"/>
                  </a:lnTo>
                  <a:cubicBezTo>
                    <a:pt x="9389" y="4789"/>
                    <a:pt x="8759" y="5860"/>
                    <a:pt x="7656" y="6333"/>
                  </a:cubicBezTo>
                  <a:cubicBezTo>
                    <a:pt x="7247" y="6522"/>
                    <a:pt x="6932" y="6963"/>
                    <a:pt x="6932" y="7467"/>
                  </a:cubicBezTo>
                  <a:cubicBezTo>
                    <a:pt x="6932" y="7467"/>
                    <a:pt x="6932" y="7908"/>
                    <a:pt x="7026" y="8507"/>
                  </a:cubicBezTo>
                  <a:cubicBezTo>
                    <a:pt x="7121" y="8759"/>
                    <a:pt x="7247" y="9074"/>
                    <a:pt x="7341" y="9357"/>
                  </a:cubicBezTo>
                  <a:lnTo>
                    <a:pt x="5356" y="9357"/>
                  </a:lnTo>
                  <a:cubicBezTo>
                    <a:pt x="5671" y="8759"/>
                    <a:pt x="5766" y="8066"/>
                    <a:pt x="5766" y="7498"/>
                  </a:cubicBezTo>
                  <a:cubicBezTo>
                    <a:pt x="5766" y="6994"/>
                    <a:pt x="5451" y="6553"/>
                    <a:pt x="5041" y="6364"/>
                  </a:cubicBezTo>
                  <a:cubicBezTo>
                    <a:pt x="4569" y="6144"/>
                    <a:pt x="4128" y="5766"/>
                    <a:pt x="3813" y="5293"/>
                  </a:cubicBezTo>
                  <a:cubicBezTo>
                    <a:pt x="3498" y="4821"/>
                    <a:pt x="3340" y="4285"/>
                    <a:pt x="3340" y="3686"/>
                  </a:cubicBezTo>
                  <a:lnTo>
                    <a:pt x="3340" y="788"/>
                  </a:lnTo>
                  <a:close/>
                  <a:moveTo>
                    <a:pt x="8696" y="10176"/>
                  </a:moveTo>
                  <a:lnTo>
                    <a:pt x="9263" y="11846"/>
                  </a:lnTo>
                  <a:lnTo>
                    <a:pt x="3498" y="11846"/>
                  </a:lnTo>
                  <a:lnTo>
                    <a:pt x="4033" y="10176"/>
                  </a:lnTo>
                  <a:close/>
                  <a:moveTo>
                    <a:pt x="2930" y="0"/>
                  </a:moveTo>
                  <a:cubicBezTo>
                    <a:pt x="2710" y="0"/>
                    <a:pt x="2552" y="189"/>
                    <a:pt x="2552" y="410"/>
                  </a:cubicBezTo>
                  <a:lnTo>
                    <a:pt x="2552" y="851"/>
                  </a:lnTo>
                  <a:lnTo>
                    <a:pt x="1324" y="851"/>
                  </a:lnTo>
                  <a:cubicBezTo>
                    <a:pt x="1302" y="850"/>
                    <a:pt x="1280" y="850"/>
                    <a:pt x="1258" y="850"/>
                  </a:cubicBezTo>
                  <a:cubicBezTo>
                    <a:pt x="506" y="850"/>
                    <a:pt x="1" y="1374"/>
                    <a:pt x="1" y="2048"/>
                  </a:cubicBezTo>
                  <a:lnTo>
                    <a:pt x="1" y="2426"/>
                  </a:lnTo>
                  <a:cubicBezTo>
                    <a:pt x="1" y="4190"/>
                    <a:pt x="1355" y="5608"/>
                    <a:pt x="3088" y="5766"/>
                  </a:cubicBezTo>
                  <a:cubicBezTo>
                    <a:pt x="3498" y="6364"/>
                    <a:pt x="4033" y="6837"/>
                    <a:pt x="4726" y="7120"/>
                  </a:cubicBezTo>
                  <a:cubicBezTo>
                    <a:pt x="4884" y="7183"/>
                    <a:pt x="4947" y="7309"/>
                    <a:pt x="4947" y="7498"/>
                  </a:cubicBezTo>
                  <a:cubicBezTo>
                    <a:pt x="4947" y="8097"/>
                    <a:pt x="4726" y="8885"/>
                    <a:pt x="4348" y="9357"/>
                  </a:cubicBezTo>
                  <a:lnTo>
                    <a:pt x="3718" y="9357"/>
                  </a:lnTo>
                  <a:cubicBezTo>
                    <a:pt x="3529" y="9357"/>
                    <a:pt x="3372" y="9483"/>
                    <a:pt x="3340" y="9641"/>
                  </a:cubicBezTo>
                  <a:lnTo>
                    <a:pt x="2521" y="12130"/>
                  </a:lnTo>
                  <a:cubicBezTo>
                    <a:pt x="2426" y="12382"/>
                    <a:pt x="2615" y="12665"/>
                    <a:pt x="2899" y="12665"/>
                  </a:cubicBezTo>
                  <a:lnTo>
                    <a:pt x="9799" y="12665"/>
                  </a:lnTo>
                  <a:cubicBezTo>
                    <a:pt x="10082" y="12665"/>
                    <a:pt x="10271" y="12382"/>
                    <a:pt x="10177" y="12130"/>
                  </a:cubicBezTo>
                  <a:lnTo>
                    <a:pt x="9357" y="9641"/>
                  </a:lnTo>
                  <a:cubicBezTo>
                    <a:pt x="9326" y="9483"/>
                    <a:pt x="9168" y="9357"/>
                    <a:pt x="8979" y="9357"/>
                  </a:cubicBezTo>
                  <a:lnTo>
                    <a:pt x="8349" y="9357"/>
                  </a:lnTo>
                  <a:cubicBezTo>
                    <a:pt x="7971" y="8885"/>
                    <a:pt x="7751" y="8097"/>
                    <a:pt x="7751" y="7498"/>
                  </a:cubicBezTo>
                  <a:cubicBezTo>
                    <a:pt x="7751" y="7341"/>
                    <a:pt x="7877" y="7183"/>
                    <a:pt x="7971" y="7152"/>
                  </a:cubicBezTo>
                  <a:cubicBezTo>
                    <a:pt x="8601" y="6868"/>
                    <a:pt x="9200" y="6396"/>
                    <a:pt x="9610" y="5829"/>
                  </a:cubicBezTo>
                  <a:cubicBezTo>
                    <a:pt x="10901" y="5734"/>
                    <a:pt x="12004" y="4947"/>
                    <a:pt x="12476" y="3781"/>
                  </a:cubicBezTo>
                  <a:cubicBezTo>
                    <a:pt x="12760" y="3056"/>
                    <a:pt x="12760" y="2552"/>
                    <a:pt x="12760" y="2080"/>
                  </a:cubicBezTo>
                  <a:cubicBezTo>
                    <a:pt x="12760" y="1435"/>
                    <a:pt x="12221" y="850"/>
                    <a:pt x="11581" y="850"/>
                  </a:cubicBezTo>
                  <a:cubicBezTo>
                    <a:pt x="11565" y="850"/>
                    <a:pt x="11548" y="850"/>
                    <a:pt x="11531" y="851"/>
                  </a:cubicBezTo>
                  <a:lnTo>
                    <a:pt x="10271" y="851"/>
                  </a:lnTo>
                  <a:lnTo>
                    <a:pt x="10271" y="410"/>
                  </a:lnTo>
                  <a:cubicBezTo>
                    <a:pt x="10271" y="189"/>
                    <a:pt x="10082" y="0"/>
                    <a:pt x="983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4" name="Google Shape;3174;p54"/>
          <p:cNvGrpSpPr/>
          <p:nvPr/>
        </p:nvGrpSpPr>
        <p:grpSpPr>
          <a:xfrm>
            <a:off x="6406789" y="2367589"/>
            <a:ext cx="340034" cy="341579"/>
            <a:chOff x="-12199250" y="2530225"/>
            <a:chExt cx="352075" cy="353675"/>
          </a:xfrm>
        </p:grpSpPr>
        <p:sp>
          <p:nvSpPr>
            <p:cNvPr id="3175" name="Google Shape;3175;p54"/>
            <p:cNvSpPr/>
            <p:nvPr/>
          </p:nvSpPr>
          <p:spPr>
            <a:xfrm>
              <a:off x="-12055900" y="2530225"/>
              <a:ext cx="63025" cy="62250"/>
            </a:xfrm>
            <a:custGeom>
              <a:avLst/>
              <a:gdLst/>
              <a:ahLst/>
              <a:cxnLst/>
              <a:rect l="l" t="t" r="r" b="b"/>
              <a:pathLst>
                <a:path w="2521" h="2490" extrusionOk="0">
                  <a:moveTo>
                    <a:pt x="1292" y="883"/>
                  </a:moveTo>
                  <a:cubicBezTo>
                    <a:pt x="1512" y="883"/>
                    <a:pt x="1733" y="1072"/>
                    <a:pt x="1733" y="1292"/>
                  </a:cubicBezTo>
                  <a:cubicBezTo>
                    <a:pt x="1701" y="1513"/>
                    <a:pt x="1544" y="1702"/>
                    <a:pt x="1292" y="1702"/>
                  </a:cubicBezTo>
                  <a:cubicBezTo>
                    <a:pt x="1071" y="1702"/>
                    <a:pt x="914" y="1513"/>
                    <a:pt x="914" y="1292"/>
                  </a:cubicBezTo>
                  <a:cubicBezTo>
                    <a:pt x="914" y="1072"/>
                    <a:pt x="1103" y="883"/>
                    <a:pt x="1292" y="883"/>
                  </a:cubicBezTo>
                  <a:close/>
                  <a:moveTo>
                    <a:pt x="1260" y="1"/>
                  </a:moveTo>
                  <a:cubicBezTo>
                    <a:pt x="567" y="1"/>
                    <a:pt x="0" y="568"/>
                    <a:pt x="0" y="1261"/>
                  </a:cubicBezTo>
                  <a:cubicBezTo>
                    <a:pt x="0" y="1923"/>
                    <a:pt x="567" y="2490"/>
                    <a:pt x="1260" y="2490"/>
                  </a:cubicBezTo>
                  <a:cubicBezTo>
                    <a:pt x="1985" y="2490"/>
                    <a:pt x="2520" y="1923"/>
                    <a:pt x="2520" y="1261"/>
                  </a:cubicBezTo>
                  <a:cubicBezTo>
                    <a:pt x="2520" y="599"/>
                    <a:pt x="1985" y="1"/>
                    <a:pt x="12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54"/>
            <p:cNvSpPr/>
            <p:nvPr/>
          </p:nvSpPr>
          <p:spPr>
            <a:xfrm>
              <a:off x="-12116550" y="2592450"/>
              <a:ext cx="185900" cy="291450"/>
            </a:xfrm>
            <a:custGeom>
              <a:avLst/>
              <a:gdLst/>
              <a:ahLst/>
              <a:cxnLst/>
              <a:rect l="l" t="t" r="r" b="b"/>
              <a:pathLst>
                <a:path w="7436" h="11658" extrusionOk="0">
                  <a:moveTo>
                    <a:pt x="5135" y="851"/>
                  </a:moveTo>
                  <a:cubicBezTo>
                    <a:pt x="5388" y="1324"/>
                    <a:pt x="5419" y="1891"/>
                    <a:pt x="5230" y="2395"/>
                  </a:cubicBezTo>
                  <a:lnTo>
                    <a:pt x="3938" y="1765"/>
                  </a:lnTo>
                  <a:cubicBezTo>
                    <a:pt x="3875" y="1749"/>
                    <a:pt x="3812" y="1741"/>
                    <a:pt x="3749" y="1741"/>
                  </a:cubicBezTo>
                  <a:cubicBezTo>
                    <a:pt x="3686" y="1741"/>
                    <a:pt x="3623" y="1749"/>
                    <a:pt x="3560" y="1765"/>
                  </a:cubicBezTo>
                  <a:lnTo>
                    <a:pt x="2269" y="2395"/>
                  </a:lnTo>
                  <a:cubicBezTo>
                    <a:pt x="2048" y="1891"/>
                    <a:pt x="2080" y="1324"/>
                    <a:pt x="2300" y="851"/>
                  </a:cubicBezTo>
                  <a:close/>
                  <a:moveTo>
                    <a:pt x="4159" y="2742"/>
                  </a:moveTo>
                  <a:lnTo>
                    <a:pt x="4946" y="3151"/>
                  </a:lnTo>
                  <a:lnTo>
                    <a:pt x="4253" y="7530"/>
                  </a:lnTo>
                  <a:lnTo>
                    <a:pt x="3308" y="7530"/>
                  </a:lnTo>
                  <a:lnTo>
                    <a:pt x="2552" y="3151"/>
                  </a:lnTo>
                  <a:lnTo>
                    <a:pt x="3340" y="2742"/>
                  </a:lnTo>
                  <a:lnTo>
                    <a:pt x="3340" y="4569"/>
                  </a:lnTo>
                  <a:cubicBezTo>
                    <a:pt x="3340" y="4789"/>
                    <a:pt x="3529" y="5010"/>
                    <a:pt x="3718" y="5010"/>
                  </a:cubicBezTo>
                  <a:cubicBezTo>
                    <a:pt x="3970" y="5010"/>
                    <a:pt x="4159" y="4789"/>
                    <a:pt x="4159" y="4569"/>
                  </a:cubicBezTo>
                  <a:lnTo>
                    <a:pt x="4159" y="2742"/>
                  </a:lnTo>
                  <a:close/>
                  <a:moveTo>
                    <a:pt x="5388" y="8318"/>
                  </a:moveTo>
                  <a:cubicBezTo>
                    <a:pt x="5608" y="8318"/>
                    <a:pt x="5766" y="8507"/>
                    <a:pt x="5766" y="8727"/>
                  </a:cubicBezTo>
                  <a:lnTo>
                    <a:pt x="5766" y="9169"/>
                  </a:lnTo>
                  <a:lnTo>
                    <a:pt x="1638" y="9169"/>
                  </a:lnTo>
                  <a:lnTo>
                    <a:pt x="1638" y="8727"/>
                  </a:lnTo>
                  <a:cubicBezTo>
                    <a:pt x="1638" y="8507"/>
                    <a:pt x="1827" y="8318"/>
                    <a:pt x="2080" y="8318"/>
                  </a:cubicBezTo>
                  <a:close/>
                  <a:moveTo>
                    <a:pt x="6207" y="9956"/>
                  </a:moveTo>
                  <a:cubicBezTo>
                    <a:pt x="6459" y="9956"/>
                    <a:pt x="6616" y="10145"/>
                    <a:pt x="6616" y="10397"/>
                  </a:cubicBezTo>
                  <a:lnTo>
                    <a:pt x="6616" y="10838"/>
                  </a:lnTo>
                  <a:lnTo>
                    <a:pt x="819" y="10838"/>
                  </a:lnTo>
                  <a:lnTo>
                    <a:pt x="819" y="10397"/>
                  </a:lnTo>
                  <a:cubicBezTo>
                    <a:pt x="819" y="10145"/>
                    <a:pt x="1008" y="9956"/>
                    <a:pt x="1260" y="9956"/>
                  </a:cubicBezTo>
                  <a:close/>
                  <a:moveTo>
                    <a:pt x="2080" y="1"/>
                  </a:moveTo>
                  <a:cubicBezTo>
                    <a:pt x="1922" y="1"/>
                    <a:pt x="1796" y="64"/>
                    <a:pt x="1733" y="190"/>
                  </a:cubicBezTo>
                  <a:cubicBezTo>
                    <a:pt x="1134" y="1040"/>
                    <a:pt x="1134" y="2143"/>
                    <a:pt x="1670" y="3057"/>
                  </a:cubicBezTo>
                  <a:lnTo>
                    <a:pt x="2426" y="7530"/>
                  </a:lnTo>
                  <a:lnTo>
                    <a:pt x="2080" y="7530"/>
                  </a:lnTo>
                  <a:cubicBezTo>
                    <a:pt x="1418" y="7530"/>
                    <a:pt x="819" y="8066"/>
                    <a:pt x="819" y="8759"/>
                  </a:cubicBezTo>
                  <a:lnTo>
                    <a:pt x="819" y="9232"/>
                  </a:lnTo>
                  <a:cubicBezTo>
                    <a:pt x="347" y="9389"/>
                    <a:pt x="0" y="9862"/>
                    <a:pt x="0" y="10429"/>
                  </a:cubicBezTo>
                  <a:lnTo>
                    <a:pt x="0" y="11248"/>
                  </a:lnTo>
                  <a:cubicBezTo>
                    <a:pt x="0" y="11500"/>
                    <a:pt x="189" y="11657"/>
                    <a:pt x="378" y="11657"/>
                  </a:cubicBezTo>
                  <a:lnTo>
                    <a:pt x="6994" y="11657"/>
                  </a:lnTo>
                  <a:cubicBezTo>
                    <a:pt x="7246" y="11657"/>
                    <a:pt x="7435" y="11437"/>
                    <a:pt x="7435" y="11248"/>
                  </a:cubicBezTo>
                  <a:lnTo>
                    <a:pt x="7435" y="10429"/>
                  </a:lnTo>
                  <a:cubicBezTo>
                    <a:pt x="7435" y="9862"/>
                    <a:pt x="7089" y="9452"/>
                    <a:pt x="6616" y="9232"/>
                  </a:cubicBezTo>
                  <a:lnTo>
                    <a:pt x="6616" y="8759"/>
                  </a:lnTo>
                  <a:cubicBezTo>
                    <a:pt x="6616" y="8066"/>
                    <a:pt x="6049" y="7530"/>
                    <a:pt x="5388" y="7530"/>
                  </a:cubicBezTo>
                  <a:lnTo>
                    <a:pt x="5041" y="7530"/>
                  </a:lnTo>
                  <a:lnTo>
                    <a:pt x="5766" y="3057"/>
                  </a:lnTo>
                  <a:cubicBezTo>
                    <a:pt x="6333" y="2206"/>
                    <a:pt x="6301" y="1072"/>
                    <a:pt x="5734" y="190"/>
                  </a:cubicBezTo>
                  <a:cubicBezTo>
                    <a:pt x="5671" y="64"/>
                    <a:pt x="5545" y="1"/>
                    <a:pt x="5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54"/>
            <p:cNvSpPr/>
            <p:nvPr/>
          </p:nvSpPr>
          <p:spPr>
            <a:xfrm>
              <a:off x="-11950375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17" y="1324"/>
                  </a:moveTo>
                  <a:lnTo>
                    <a:pt x="2206" y="1671"/>
                  </a:lnTo>
                  <a:cubicBezTo>
                    <a:pt x="2238" y="1734"/>
                    <a:pt x="2332" y="1828"/>
                    <a:pt x="2395" y="1860"/>
                  </a:cubicBezTo>
                  <a:lnTo>
                    <a:pt x="2742" y="2049"/>
                  </a:lnTo>
                  <a:lnTo>
                    <a:pt x="2395" y="2269"/>
                  </a:lnTo>
                  <a:cubicBezTo>
                    <a:pt x="2332" y="2301"/>
                    <a:pt x="2238" y="2364"/>
                    <a:pt x="2206" y="2458"/>
                  </a:cubicBezTo>
                  <a:lnTo>
                    <a:pt x="2017" y="2805"/>
                  </a:lnTo>
                  <a:lnTo>
                    <a:pt x="1797" y="2458"/>
                  </a:lnTo>
                  <a:cubicBezTo>
                    <a:pt x="1765" y="2364"/>
                    <a:pt x="1702" y="2301"/>
                    <a:pt x="1607" y="2269"/>
                  </a:cubicBezTo>
                  <a:lnTo>
                    <a:pt x="1261" y="2049"/>
                  </a:lnTo>
                  <a:lnTo>
                    <a:pt x="1607" y="1860"/>
                  </a:lnTo>
                  <a:cubicBezTo>
                    <a:pt x="1702" y="1828"/>
                    <a:pt x="1765" y="1734"/>
                    <a:pt x="1797" y="1671"/>
                  </a:cubicBezTo>
                  <a:lnTo>
                    <a:pt x="2017" y="1324"/>
                  </a:lnTo>
                  <a:close/>
                  <a:moveTo>
                    <a:pt x="2049" y="1"/>
                  </a:moveTo>
                  <a:cubicBezTo>
                    <a:pt x="1891" y="1"/>
                    <a:pt x="1734" y="95"/>
                    <a:pt x="1702" y="253"/>
                  </a:cubicBezTo>
                  <a:lnTo>
                    <a:pt x="1229" y="1230"/>
                  </a:lnTo>
                  <a:lnTo>
                    <a:pt x="221" y="1702"/>
                  </a:lnTo>
                  <a:cubicBezTo>
                    <a:pt x="64" y="1797"/>
                    <a:pt x="1" y="1891"/>
                    <a:pt x="1" y="2049"/>
                  </a:cubicBezTo>
                  <a:cubicBezTo>
                    <a:pt x="1" y="2206"/>
                    <a:pt x="64" y="2364"/>
                    <a:pt x="221" y="2427"/>
                  </a:cubicBezTo>
                  <a:lnTo>
                    <a:pt x="1229" y="2899"/>
                  </a:lnTo>
                  <a:lnTo>
                    <a:pt x="1702" y="3876"/>
                  </a:lnTo>
                  <a:cubicBezTo>
                    <a:pt x="1765" y="4034"/>
                    <a:pt x="1891" y="4097"/>
                    <a:pt x="2049" y="4097"/>
                  </a:cubicBezTo>
                  <a:cubicBezTo>
                    <a:pt x="2206" y="4097"/>
                    <a:pt x="2364" y="4034"/>
                    <a:pt x="2395" y="3876"/>
                  </a:cubicBezTo>
                  <a:lnTo>
                    <a:pt x="2868" y="2899"/>
                  </a:lnTo>
                  <a:lnTo>
                    <a:pt x="3907" y="2427"/>
                  </a:lnTo>
                  <a:cubicBezTo>
                    <a:pt x="4065" y="2332"/>
                    <a:pt x="4128" y="2206"/>
                    <a:pt x="4128" y="2049"/>
                  </a:cubicBezTo>
                  <a:cubicBezTo>
                    <a:pt x="4128" y="1891"/>
                    <a:pt x="4065" y="1734"/>
                    <a:pt x="3907" y="1702"/>
                  </a:cubicBezTo>
                  <a:lnTo>
                    <a:pt x="2868" y="1230"/>
                  </a:lnTo>
                  <a:lnTo>
                    <a:pt x="2395" y="253"/>
                  </a:lnTo>
                  <a:cubicBezTo>
                    <a:pt x="2332" y="95"/>
                    <a:pt x="2206" y="1"/>
                    <a:pt x="20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54"/>
            <p:cNvSpPr/>
            <p:nvPr/>
          </p:nvSpPr>
          <p:spPr>
            <a:xfrm>
              <a:off x="-12199250" y="2633400"/>
              <a:ext cx="103200" cy="102425"/>
            </a:xfrm>
            <a:custGeom>
              <a:avLst/>
              <a:gdLst/>
              <a:ahLst/>
              <a:cxnLst/>
              <a:rect l="l" t="t" r="r" b="b"/>
              <a:pathLst>
                <a:path w="4128" h="4097" extrusionOk="0">
                  <a:moveTo>
                    <a:pt x="2048" y="1324"/>
                  </a:moveTo>
                  <a:lnTo>
                    <a:pt x="2237" y="1671"/>
                  </a:lnTo>
                  <a:cubicBezTo>
                    <a:pt x="2269" y="1734"/>
                    <a:pt x="2363" y="1828"/>
                    <a:pt x="2426" y="1860"/>
                  </a:cubicBezTo>
                  <a:lnTo>
                    <a:pt x="2804" y="2049"/>
                  </a:lnTo>
                  <a:lnTo>
                    <a:pt x="2426" y="2269"/>
                  </a:lnTo>
                  <a:cubicBezTo>
                    <a:pt x="2363" y="2301"/>
                    <a:pt x="2269" y="2364"/>
                    <a:pt x="2237" y="2458"/>
                  </a:cubicBezTo>
                  <a:lnTo>
                    <a:pt x="2048" y="2805"/>
                  </a:lnTo>
                  <a:lnTo>
                    <a:pt x="1859" y="2458"/>
                  </a:lnTo>
                  <a:cubicBezTo>
                    <a:pt x="1796" y="2364"/>
                    <a:pt x="1733" y="2301"/>
                    <a:pt x="1638" y="2269"/>
                  </a:cubicBezTo>
                  <a:lnTo>
                    <a:pt x="1292" y="2049"/>
                  </a:lnTo>
                  <a:lnTo>
                    <a:pt x="1638" y="1860"/>
                  </a:lnTo>
                  <a:cubicBezTo>
                    <a:pt x="1733" y="1828"/>
                    <a:pt x="1796" y="1734"/>
                    <a:pt x="1859" y="1671"/>
                  </a:cubicBezTo>
                  <a:lnTo>
                    <a:pt x="2048" y="1324"/>
                  </a:lnTo>
                  <a:close/>
                  <a:moveTo>
                    <a:pt x="2079" y="1"/>
                  </a:moveTo>
                  <a:cubicBezTo>
                    <a:pt x="1922" y="1"/>
                    <a:pt x="1764" y="95"/>
                    <a:pt x="1733" y="253"/>
                  </a:cubicBezTo>
                  <a:lnTo>
                    <a:pt x="1260" y="1230"/>
                  </a:lnTo>
                  <a:lnTo>
                    <a:pt x="221" y="1702"/>
                  </a:lnTo>
                  <a:cubicBezTo>
                    <a:pt x="63" y="1797"/>
                    <a:pt x="0" y="1891"/>
                    <a:pt x="0" y="2049"/>
                  </a:cubicBezTo>
                  <a:cubicBezTo>
                    <a:pt x="0" y="2206"/>
                    <a:pt x="63" y="2364"/>
                    <a:pt x="221" y="2427"/>
                  </a:cubicBezTo>
                  <a:lnTo>
                    <a:pt x="1260" y="2899"/>
                  </a:lnTo>
                  <a:lnTo>
                    <a:pt x="1733" y="3876"/>
                  </a:lnTo>
                  <a:cubicBezTo>
                    <a:pt x="1796" y="4034"/>
                    <a:pt x="1922" y="4097"/>
                    <a:pt x="2079" y="4097"/>
                  </a:cubicBezTo>
                  <a:cubicBezTo>
                    <a:pt x="2237" y="4097"/>
                    <a:pt x="2395" y="4034"/>
                    <a:pt x="2426" y="3876"/>
                  </a:cubicBezTo>
                  <a:lnTo>
                    <a:pt x="2899" y="2899"/>
                  </a:lnTo>
                  <a:lnTo>
                    <a:pt x="3907" y="2427"/>
                  </a:lnTo>
                  <a:cubicBezTo>
                    <a:pt x="4033" y="2364"/>
                    <a:pt x="4127" y="2206"/>
                    <a:pt x="4127" y="2049"/>
                  </a:cubicBezTo>
                  <a:cubicBezTo>
                    <a:pt x="4127" y="1891"/>
                    <a:pt x="4033" y="1734"/>
                    <a:pt x="3907" y="1702"/>
                  </a:cubicBezTo>
                  <a:lnTo>
                    <a:pt x="2899" y="1230"/>
                  </a:lnTo>
                  <a:lnTo>
                    <a:pt x="2426" y="253"/>
                  </a:lnTo>
                  <a:cubicBezTo>
                    <a:pt x="2363" y="95"/>
                    <a:pt x="2237" y="1"/>
                    <a:pt x="207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9" name="Google Shape;3179;p54"/>
          <p:cNvSpPr txBox="1">
            <a:spLocks noGrp="1"/>
          </p:cNvSpPr>
          <p:nvPr>
            <p:ph type="subTitle" idx="5"/>
          </p:nvPr>
        </p:nvSpPr>
        <p:spPr>
          <a:xfrm>
            <a:off x="3639312" y="1978676"/>
            <a:ext cx="18654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It’s the closest planet to the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180" name="Google Shape;3180;p54"/>
          <p:cNvSpPr txBox="1">
            <a:spLocks noGrp="1"/>
          </p:cNvSpPr>
          <p:nvPr>
            <p:ph type="subTitle" idx="6"/>
          </p:nvPr>
        </p:nvSpPr>
        <p:spPr>
          <a:xfrm>
            <a:off x="1636776" y="2599873"/>
            <a:ext cx="18654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Venus is the second planet from the </a:t>
            </a:r>
            <a:r>
              <a:rPr lang="en"/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5" name="Google Shape;3185;p55"/>
          <p:cNvSpPr txBox="1">
            <a:spLocks noGrp="1"/>
          </p:cNvSpPr>
          <p:nvPr>
            <p:ph type="subTitle" idx="1"/>
          </p:nvPr>
        </p:nvSpPr>
        <p:spPr>
          <a:xfrm>
            <a:off x="3227832" y="2816352"/>
            <a:ext cx="26793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 numbers catch your audience’s attention</a:t>
            </a:r>
            <a:endParaRPr/>
          </a:p>
        </p:txBody>
      </p:sp>
      <p:sp>
        <p:nvSpPr>
          <p:cNvPr id="3186" name="Google Shape;3186;p55"/>
          <p:cNvSpPr txBox="1">
            <a:spLocks noGrp="1"/>
          </p:cNvSpPr>
          <p:nvPr>
            <p:ph type="title"/>
          </p:nvPr>
        </p:nvSpPr>
        <p:spPr>
          <a:xfrm>
            <a:off x="2624328" y="2057400"/>
            <a:ext cx="3904500" cy="78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>
                <a:solidFill>
                  <a:schemeClr val="dk2"/>
                </a:solidFill>
              </a:rPr>
              <a:t>498,300,000</a:t>
            </a:r>
            <a:endParaRPr sz="10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56"/>
          <p:cNvSpPr txBox="1">
            <a:spLocks noGrp="1"/>
          </p:cNvSpPr>
          <p:nvPr>
            <p:ph type="title"/>
          </p:nvPr>
        </p:nvSpPr>
        <p:spPr>
          <a:xfrm>
            <a:off x="1823550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 Goals</a:t>
            </a:r>
            <a:endParaRPr/>
          </a:p>
        </p:txBody>
      </p:sp>
      <p:grpSp>
        <p:nvGrpSpPr>
          <p:cNvPr id="3192" name="Google Shape;3192;p56"/>
          <p:cNvGrpSpPr/>
          <p:nvPr/>
        </p:nvGrpSpPr>
        <p:grpSpPr>
          <a:xfrm>
            <a:off x="1294564" y="1554315"/>
            <a:ext cx="6554873" cy="2635919"/>
            <a:chOff x="1294625" y="1566360"/>
            <a:chExt cx="6554873" cy="2635919"/>
          </a:xfrm>
        </p:grpSpPr>
        <p:cxnSp>
          <p:nvCxnSpPr>
            <p:cNvPr id="3193" name="Google Shape;3193;p56"/>
            <p:cNvCxnSpPr/>
            <p:nvPr/>
          </p:nvCxnSpPr>
          <p:spPr>
            <a:xfrm rot="10800000">
              <a:off x="2192678" y="3244512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4" name="Google Shape;3194;p56"/>
            <p:cNvCxnSpPr/>
            <p:nvPr/>
          </p:nvCxnSpPr>
          <p:spPr>
            <a:xfrm rot="10800000">
              <a:off x="2192678" y="2403884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95" name="Google Shape;3195;p56"/>
            <p:cNvCxnSpPr/>
            <p:nvPr/>
          </p:nvCxnSpPr>
          <p:spPr>
            <a:xfrm rot="10800000">
              <a:off x="2192678" y="4085157"/>
              <a:ext cx="56418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96" name="Google Shape;3196;p56"/>
            <p:cNvSpPr txBox="1"/>
            <p:nvPr/>
          </p:nvSpPr>
          <p:spPr>
            <a:xfrm flipH="1">
              <a:off x="2191469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January</a:t>
              </a:r>
              <a:endParaRPr sz="160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7" name="Google Shape;3197;p56"/>
            <p:cNvSpPr txBox="1"/>
            <p:nvPr/>
          </p:nvSpPr>
          <p:spPr>
            <a:xfrm flipH="1">
              <a:off x="3621558" y="1566360"/>
              <a:ext cx="12744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February</a:t>
              </a:r>
              <a:endParaRPr sz="160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8" name="Google Shape;3198;p56"/>
            <p:cNvSpPr txBox="1"/>
            <p:nvPr/>
          </p:nvSpPr>
          <p:spPr>
            <a:xfrm flipH="1">
              <a:off x="5149523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March</a:t>
              </a:r>
              <a:endParaRPr sz="160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199" name="Google Shape;3199;p56"/>
            <p:cNvSpPr txBox="1"/>
            <p:nvPr/>
          </p:nvSpPr>
          <p:spPr>
            <a:xfrm flipH="1">
              <a:off x="6610798" y="1566365"/>
              <a:ext cx="1238700" cy="46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rPr>
                <a:t>April</a:t>
              </a:r>
              <a:endParaRPr sz="1600">
                <a:solidFill>
                  <a:schemeClr val="dk2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endParaRPr>
            </a:p>
          </p:txBody>
        </p:sp>
        <p:sp>
          <p:nvSpPr>
            <p:cNvPr id="3200" name="Google Shape;3200;p56"/>
            <p:cNvSpPr txBox="1"/>
            <p:nvPr/>
          </p:nvSpPr>
          <p:spPr>
            <a:xfrm flipH="1">
              <a:off x="1294625" y="2186650"/>
              <a:ext cx="896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Goal 1</a:t>
              </a:r>
              <a:endPara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1" name="Google Shape;3201;p56"/>
            <p:cNvSpPr txBox="1"/>
            <p:nvPr/>
          </p:nvSpPr>
          <p:spPr>
            <a:xfrm flipH="1">
              <a:off x="1354050" y="3034572"/>
              <a:ext cx="8367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Phase 1</a:t>
              </a:r>
              <a:endPara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2" name="Google Shape;3202;p56"/>
            <p:cNvSpPr txBox="1"/>
            <p:nvPr/>
          </p:nvSpPr>
          <p:spPr>
            <a:xfrm flipH="1">
              <a:off x="1294650" y="3840180"/>
              <a:ext cx="8961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600">
                  <a:solidFill>
                    <a:schemeClr val="dk2"/>
                  </a:solidFill>
                  <a:latin typeface="Barlow Semi Condensed"/>
                  <a:ea typeface="Barlow Semi Condensed"/>
                  <a:cs typeface="Barlow Semi Condensed"/>
                  <a:sym typeface="Barlow Semi Condensed"/>
                </a:rPr>
                <a:t>Phase 2</a:t>
              </a:r>
              <a:endPara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endParaRPr>
            </a:p>
          </p:txBody>
        </p:sp>
        <p:sp>
          <p:nvSpPr>
            <p:cNvPr id="3203" name="Google Shape;3203;p56"/>
            <p:cNvSpPr/>
            <p:nvPr/>
          </p:nvSpPr>
          <p:spPr>
            <a:xfrm>
              <a:off x="2176644" y="2315975"/>
              <a:ext cx="12699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56"/>
            <p:cNvSpPr/>
            <p:nvPr/>
          </p:nvSpPr>
          <p:spPr>
            <a:xfrm>
              <a:off x="3527769" y="231597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56"/>
            <p:cNvSpPr/>
            <p:nvPr/>
          </p:nvSpPr>
          <p:spPr>
            <a:xfrm>
              <a:off x="5022594" y="231597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56"/>
            <p:cNvSpPr/>
            <p:nvPr/>
          </p:nvSpPr>
          <p:spPr>
            <a:xfrm>
              <a:off x="2176644" y="3155575"/>
              <a:ext cx="1269900" cy="18090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56"/>
            <p:cNvSpPr/>
            <p:nvPr/>
          </p:nvSpPr>
          <p:spPr>
            <a:xfrm>
              <a:off x="3527769" y="399062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56"/>
            <p:cNvSpPr/>
            <p:nvPr/>
          </p:nvSpPr>
          <p:spPr>
            <a:xfrm>
              <a:off x="5022594" y="3990625"/>
              <a:ext cx="1413600" cy="1809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3" name="Google Shape;3213;p57"/>
          <p:cNvSpPr txBox="1">
            <a:spLocks noGrp="1"/>
          </p:cNvSpPr>
          <p:nvPr>
            <p:ph type="title"/>
          </p:nvPr>
        </p:nvSpPr>
        <p:spPr>
          <a:xfrm>
            <a:off x="1271016" y="338328"/>
            <a:ext cx="66111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Slide Title Goes Here!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4" name="Google Shape;3214;p57"/>
          <p:cNvSpPr txBox="1">
            <a:spLocks noGrp="1"/>
          </p:cNvSpPr>
          <p:nvPr>
            <p:ph type="subTitle" idx="1"/>
          </p:nvPr>
        </p:nvSpPr>
        <p:spPr>
          <a:xfrm>
            <a:off x="4690875" y="1491351"/>
            <a:ext cx="3557100" cy="26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know what helps you make your point clear? Lists like this one: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T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hey’re simple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You can organize your ideas clearly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"/>
              <a:buChar char="●"/>
            </a:pPr>
            <a:r>
              <a:rPr lang="en"/>
              <a:t>Y</a:t>
            </a: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ou’ll never forget to buy milk!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And the most important thing: the audience won’t miss the point of your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presentation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3215" name="Google Shape;3215;p57"/>
          <p:cNvGrpSpPr/>
          <p:nvPr/>
        </p:nvGrpSpPr>
        <p:grpSpPr>
          <a:xfrm>
            <a:off x="899732" y="1213281"/>
            <a:ext cx="3584753" cy="2934361"/>
            <a:chOff x="845850" y="467825"/>
            <a:chExt cx="5996575" cy="4908600"/>
          </a:xfrm>
        </p:grpSpPr>
        <p:sp>
          <p:nvSpPr>
            <p:cNvPr id="3216" name="Google Shape;3216;p57"/>
            <p:cNvSpPr/>
            <p:nvPr/>
          </p:nvSpPr>
          <p:spPr>
            <a:xfrm>
              <a:off x="845850" y="467825"/>
              <a:ext cx="5996575" cy="4814800"/>
            </a:xfrm>
            <a:custGeom>
              <a:avLst/>
              <a:gdLst/>
              <a:ahLst/>
              <a:cxnLst/>
              <a:rect l="l" t="t" r="r" b="b"/>
              <a:pathLst>
                <a:path w="239863" h="192592" extrusionOk="0">
                  <a:moveTo>
                    <a:pt x="147813" y="1"/>
                  </a:moveTo>
                  <a:cubicBezTo>
                    <a:pt x="142156" y="1"/>
                    <a:pt x="136078" y="789"/>
                    <a:pt x="129736" y="2770"/>
                  </a:cubicBezTo>
                  <a:cubicBezTo>
                    <a:pt x="98620" y="12477"/>
                    <a:pt x="86341" y="39929"/>
                    <a:pt x="68918" y="59055"/>
                  </a:cubicBezTo>
                  <a:cubicBezTo>
                    <a:pt x="59821" y="69084"/>
                    <a:pt x="45999" y="73102"/>
                    <a:pt x="35038" y="80945"/>
                  </a:cubicBezTo>
                  <a:cubicBezTo>
                    <a:pt x="1" y="106018"/>
                    <a:pt x="6976" y="159667"/>
                    <a:pt x="35231" y="179114"/>
                  </a:cubicBezTo>
                  <a:cubicBezTo>
                    <a:pt x="48326" y="188144"/>
                    <a:pt x="62992" y="192591"/>
                    <a:pt x="79703" y="192591"/>
                  </a:cubicBezTo>
                  <a:cubicBezTo>
                    <a:pt x="94167" y="192591"/>
                    <a:pt x="110163" y="189259"/>
                    <a:pt x="128000" y="182683"/>
                  </a:cubicBezTo>
                  <a:cubicBezTo>
                    <a:pt x="166445" y="168507"/>
                    <a:pt x="194025" y="159828"/>
                    <a:pt x="216944" y="121962"/>
                  </a:cubicBezTo>
                  <a:cubicBezTo>
                    <a:pt x="239863" y="84063"/>
                    <a:pt x="216108" y="37807"/>
                    <a:pt x="185539" y="11995"/>
                  </a:cubicBezTo>
                  <a:cubicBezTo>
                    <a:pt x="185539" y="11995"/>
                    <a:pt x="169878" y="1"/>
                    <a:pt x="1478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57"/>
            <p:cNvSpPr/>
            <p:nvPr/>
          </p:nvSpPr>
          <p:spPr>
            <a:xfrm>
              <a:off x="1128725" y="467950"/>
              <a:ext cx="5369750" cy="4814475"/>
            </a:xfrm>
            <a:custGeom>
              <a:avLst/>
              <a:gdLst/>
              <a:ahLst/>
              <a:cxnLst/>
              <a:rect l="l" t="t" r="r" b="b"/>
              <a:pathLst>
                <a:path w="214790" h="192579" extrusionOk="0">
                  <a:moveTo>
                    <a:pt x="136486" y="0"/>
                  </a:moveTo>
                  <a:cubicBezTo>
                    <a:pt x="130828" y="0"/>
                    <a:pt x="124753" y="772"/>
                    <a:pt x="118421" y="2765"/>
                  </a:cubicBezTo>
                  <a:cubicBezTo>
                    <a:pt x="98363" y="9033"/>
                    <a:pt x="86148" y="22630"/>
                    <a:pt x="75347" y="36645"/>
                  </a:cubicBezTo>
                  <a:lnTo>
                    <a:pt x="188978" y="36645"/>
                  </a:lnTo>
                  <a:lnTo>
                    <a:pt x="188978" y="143911"/>
                  </a:lnTo>
                  <a:cubicBezTo>
                    <a:pt x="194828" y="137836"/>
                    <a:pt x="200357" y="130668"/>
                    <a:pt x="205629" y="121957"/>
                  </a:cubicBezTo>
                  <a:cubicBezTo>
                    <a:pt x="212025" y="111381"/>
                    <a:pt x="214790" y="100195"/>
                    <a:pt x="214790" y="88944"/>
                  </a:cubicBezTo>
                  <a:cubicBezTo>
                    <a:pt x="214790" y="59886"/>
                    <a:pt x="196275" y="30602"/>
                    <a:pt x="174224" y="11990"/>
                  </a:cubicBezTo>
                  <a:cubicBezTo>
                    <a:pt x="174224" y="11990"/>
                    <a:pt x="158569" y="0"/>
                    <a:pt x="136486" y="0"/>
                  </a:cubicBezTo>
                  <a:close/>
                  <a:moveTo>
                    <a:pt x="26745" y="78915"/>
                  </a:moveTo>
                  <a:cubicBezTo>
                    <a:pt x="25716" y="79558"/>
                    <a:pt x="24720" y="80233"/>
                    <a:pt x="23723" y="80940"/>
                  </a:cubicBezTo>
                  <a:cubicBezTo>
                    <a:pt x="7201" y="92769"/>
                    <a:pt x="33" y="110963"/>
                    <a:pt x="33" y="128932"/>
                  </a:cubicBezTo>
                  <a:cubicBezTo>
                    <a:pt x="0" y="149022"/>
                    <a:pt x="9001" y="168855"/>
                    <a:pt x="23916" y="179109"/>
                  </a:cubicBezTo>
                  <a:cubicBezTo>
                    <a:pt x="36999" y="188142"/>
                    <a:pt x="51689" y="192578"/>
                    <a:pt x="68404" y="192578"/>
                  </a:cubicBezTo>
                  <a:cubicBezTo>
                    <a:pt x="82869" y="192578"/>
                    <a:pt x="98877" y="189267"/>
                    <a:pt x="116685" y="182678"/>
                  </a:cubicBezTo>
                  <a:cubicBezTo>
                    <a:pt x="127678" y="178627"/>
                    <a:pt x="137804" y="175027"/>
                    <a:pt x="147158" y="171041"/>
                  </a:cubicBezTo>
                  <a:lnTo>
                    <a:pt x="26745" y="171041"/>
                  </a:lnTo>
                  <a:lnTo>
                    <a:pt x="26745" y="789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57"/>
            <p:cNvSpPr/>
            <p:nvPr/>
          </p:nvSpPr>
          <p:spPr>
            <a:xfrm>
              <a:off x="1797325" y="1384075"/>
              <a:ext cx="4055850" cy="3359925"/>
            </a:xfrm>
            <a:custGeom>
              <a:avLst/>
              <a:gdLst/>
              <a:ahLst/>
              <a:cxnLst/>
              <a:rect l="l" t="t" r="r" b="b"/>
              <a:pathLst>
                <a:path w="162234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162234" y="134396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57"/>
            <p:cNvSpPr/>
            <p:nvPr/>
          </p:nvSpPr>
          <p:spPr>
            <a:xfrm>
              <a:off x="1895375" y="1994800"/>
              <a:ext cx="3780200" cy="1720575"/>
            </a:xfrm>
            <a:custGeom>
              <a:avLst/>
              <a:gdLst/>
              <a:ahLst/>
              <a:cxnLst/>
              <a:rect l="l" t="t" r="r" b="b"/>
              <a:pathLst>
                <a:path w="151208" h="68823" extrusionOk="0">
                  <a:moveTo>
                    <a:pt x="0" y="1"/>
                  </a:moveTo>
                  <a:lnTo>
                    <a:pt x="0" y="68822"/>
                  </a:lnTo>
                  <a:lnTo>
                    <a:pt x="151208" y="68822"/>
                  </a:lnTo>
                  <a:lnTo>
                    <a:pt x="1512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57"/>
            <p:cNvSpPr/>
            <p:nvPr/>
          </p:nvSpPr>
          <p:spPr>
            <a:xfrm>
              <a:off x="2015100" y="3464625"/>
              <a:ext cx="3521450" cy="6450"/>
            </a:xfrm>
            <a:custGeom>
              <a:avLst/>
              <a:gdLst/>
              <a:ahLst/>
              <a:cxnLst/>
              <a:rect l="l" t="t" r="r" b="b"/>
              <a:pathLst>
                <a:path w="140858" h="258" extrusionOk="0">
                  <a:moveTo>
                    <a:pt x="1" y="0"/>
                  </a:moveTo>
                  <a:lnTo>
                    <a:pt x="1" y="257"/>
                  </a:lnTo>
                  <a:lnTo>
                    <a:pt x="140858" y="257"/>
                  </a:lnTo>
                  <a:lnTo>
                    <a:pt x="14085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57"/>
            <p:cNvSpPr/>
            <p:nvPr/>
          </p:nvSpPr>
          <p:spPr>
            <a:xfrm>
              <a:off x="20119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57"/>
            <p:cNvSpPr/>
            <p:nvPr/>
          </p:nvSpPr>
          <p:spPr>
            <a:xfrm>
              <a:off x="21967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57"/>
            <p:cNvSpPr/>
            <p:nvPr/>
          </p:nvSpPr>
          <p:spPr>
            <a:xfrm>
              <a:off x="2382350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57"/>
            <p:cNvSpPr/>
            <p:nvPr/>
          </p:nvSpPr>
          <p:spPr>
            <a:xfrm>
              <a:off x="25680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57"/>
            <p:cNvSpPr/>
            <p:nvPr/>
          </p:nvSpPr>
          <p:spPr>
            <a:xfrm>
              <a:off x="27528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57"/>
            <p:cNvSpPr/>
            <p:nvPr/>
          </p:nvSpPr>
          <p:spPr>
            <a:xfrm>
              <a:off x="29384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57"/>
            <p:cNvSpPr/>
            <p:nvPr/>
          </p:nvSpPr>
          <p:spPr>
            <a:xfrm>
              <a:off x="31233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57"/>
            <p:cNvSpPr/>
            <p:nvPr/>
          </p:nvSpPr>
          <p:spPr>
            <a:xfrm>
              <a:off x="33089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57"/>
            <p:cNvSpPr/>
            <p:nvPr/>
          </p:nvSpPr>
          <p:spPr>
            <a:xfrm>
              <a:off x="349455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57"/>
            <p:cNvSpPr/>
            <p:nvPr/>
          </p:nvSpPr>
          <p:spPr>
            <a:xfrm>
              <a:off x="367940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57"/>
            <p:cNvSpPr/>
            <p:nvPr/>
          </p:nvSpPr>
          <p:spPr>
            <a:xfrm>
              <a:off x="38650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57"/>
            <p:cNvSpPr/>
            <p:nvPr/>
          </p:nvSpPr>
          <p:spPr>
            <a:xfrm>
              <a:off x="40498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57"/>
            <p:cNvSpPr/>
            <p:nvPr/>
          </p:nvSpPr>
          <p:spPr>
            <a:xfrm>
              <a:off x="4235500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7" y="1383"/>
                  </a:lnTo>
                  <a:lnTo>
                    <a:pt x="257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57"/>
            <p:cNvSpPr/>
            <p:nvPr/>
          </p:nvSpPr>
          <p:spPr>
            <a:xfrm>
              <a:off x="44211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57"/>
            <p:cNvSpPr/>
            <p:nvPr/>
          </p:nvSpPr>
          <p:spPr>
            <a:xfrm>
              <a:off x="46059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57"/>
            <p:cNvSpPr/>
            <p:nvPr/>
          </p:nvSpPr>
          <p:spPr>
            <a:xfrm>
              <a:off x="47915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57"/>
            <p:cNvSpPr/>
            <p:nvPr/>
          </p:nvSpPr>
          <p:spPr>
            <a:xfrm>
              <a:off x="4977225" y="3433275"/>
              <a:ext cx="6450" cy="34575"/>
            </a:xfrm>
            <a:custGeom>
              <a:avLst/>
              <a:gdLst/>
              <a:ahLst/>
              <a:cxnLst/>
              <a:rect l="l" t="t" r="r" b="b"/>
              <a:pathLst>
                <a:path w="258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57"/>
            <p:cNvSpPr/>
            <p:nvPr/>
          </p:nvSpPr>
          <p:spPr>
            <a:xfrm>
              <a:off x="5162050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90" y="1383"/>
                  </a:lnTo>
                  <a:lnTo>
                    <a:pt x="2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57"/>
            <p:cNvSpPr/>
            <p:nvPr/>
          </p:nvSpPr>
          <p:spPr>
            <a:xfrm>
              <a:off x="5347675" y="3433275"/>
              <a:ext cx="6475" cy="34575"/>
            </a:xfrm>
            <a:custGeom>
              <a:avLst/>
              <a:gdLst/>
              <a:ahLst/>
              <a:cxnLst/>
              <a:rect l="l" t="t" r="r" b="b"/>
              <a:pathLst>
                <a:path w="259" h="1383" extrusionOk="0">
                  <a:moveTo>
                    <a:pt x="1" y="1"/>
                  </a:moveTo>
                  <a:lnTo>
                    <a:pt x="1" y="1383"/>
                  </a:lnTo>
                  <a:lnTo>
                    <a:pt x="258" y="1383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57"/>
            <p:cNvSpPr/>
            <p:nvPr/>
          </p:nvSpPr>
          <p:spPr>
            <a:xfrm>
              <a:off x="5532525" y="3433275"/>
              <a:ext cx="7250" cy="34575"/>
            </a:xfrm>
            <a:custGeom>
              <a:avLst/>
              <a:gdLst/>
              <a:ahLst/>
              <a:cxnLst/>
              <a:rect l="l" t="t" r="r" b="b"/>
              <a:pathLst>
                <a:path w="290" h="1383" extrusionOk="0">
                  <a:moveTo>
                    <a:pt x="0" y="1"/>
                  </a:moveTo>
                  <a:lnTo>
                    <a:pt x="0" y="1383"/>
                  </a:lnTo>
                  <a:lnTo>
                    <a:pt x="289" y="1383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57"/>
            <p:cNvSpPr/>
            <p:nvPr/>
          </p:nvSpPr>
          <p:spPr>
            <a:xfrm>
              <a:off x="2011900" y="2086425"/>
              <a:ext cx="6450" cy="1381425"/>
            </a:xfrm>
            <a:custGeom>
              <a:avLst/>
              <a:gdLst/>
              <a:ahLst/>
              <a:cxnLst/>
              <a:rect l="l" t="t" r="r" b="b"/>
              <a:pathLst>
                <a:path w="258" h="55257" extrusionOk="0">
                  <a:moveTo>
                    <a:pt x="0" y="0"/>
                  </a:moveTo>
                  <a:lnTo>
                    <a:pt x="0" y="55257"/>
                  </a:lnTo>
                  <a:lnTo>
                    <a:pt x="257" y="55257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57"/>
            <p:cNvSpPr/>
            <p:nvPr/>
          </p:nvSpPr>
          <p:spPr>
            <a:xfrm>
              <a:off x="2015100" y="3464625"/>
              <a:ext cx="87625" cy="6450"/>
            </a:xfrm>
            <a:custGeom>
              <a:avLst/>
              <a:gdLst/>
              <a:ahLst/>
              <a:cxnLst/>
              <a:rect l="l" t="t" r="r" b="b"/>
              <a:pathLst>
                <a:path w="3505" h="258" extrusionOk="0">
                  <a:moveTo>
                    <a:pt x="1" y="0"/>
                  </a:moveTo>
                  <a:lnTo>
                    <a:pt x="1" y="257"/>
                  </a:lnTo>
                  <a:lnTo>
                    <a:pt x="3505" y="257"/>
                  </a:lnTo>
                  <a:lnTo>
                    <a:pt x="3505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57"/>
            <p:cNvSpPr/>
            <p:nvPr/>
          </p:nvSpPr>
          <p:spPr>
            <a:xfrm>
              <a:off x="1917875" y="3188175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57"/>
            <p:cNvSpPr/>
            <p:nvPr/>
          </p:nvSpPr>
          <p:spPr>
            <a:xfrm>
              <a:off x="1917875" y="2911725"/>
              <a:ext cx="97250" cy="7275"/>
            </a:xfrm>
            <a:custGeom>
              <a:avLst/>
              <a:gdLst/>
              <a:ahLst/>
              <a:cxnLst/>
              <a:rect l="l" t="t" r="r" b="b"/>
              <a:pathLst>
                <a:path w="3890" h="291" extrusionOk="0">
                  <a:moveTo>
                    <a:pt x="0" y="1"/>
                  </a:moveTo>
                  <a:lnTo>
                    <a:pt x="0" y="290"/>
                  </a:lnTo>
                  <a:lnTo>
                    <a:pt x="3890" y="290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57"/>
            <p:cNvSpPr/>
            <p:nvPr/>
          </p:nvSpPr>
          <p:spPr>
            <a:xfrm>
              <a:off x="1917875" y="26361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7"/>
                  </a:lnTo>
                  <a:lnTo>
                    <a:pt x="3890" y="25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57"/>
            <p:cNvSpPr/>
            <p:nvPr/>
          </p:nvSpPr>
          <p:spPr>
            <a:xfrm>
              <a:off x="1917875" y="235965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0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57"/>
            <p:cNvSpPr/>
            <p:nvPr/>
          </p:nvSpPr>
          <p:spPr>
            <a:xfrm>
              <a:off x="1917875" y="2083200"/>
              <a:ext cx="97250" cy="6450"/>
            </a:xfrm>
            <a:custGeom>
              <a:avLst/>
              <a:gdLst/>
              <a:ahLst/>
              <a:cxnLst/>
              <a:rect l="l" t="t" r="r" b="b"/>
              <a:pathLst>
                <a:path w="3890" h="258" extrusionOk="0">
                  <a:moveTo>
                    <a:pt x="0" y="1"/>
                  </a:moveTo>
                  <a:lnTo>
                    <a:pt x="0" y="258"/>
                  </a:lnTo>
                  <a:lnTo>
                    <a:pt x="3890" y="258"/>
                  </a:lnTo>
                  <a:lnTo>
                    <a:pt x="3890" y="1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57"/>
            <p:cNvSpPr/>
            <p:nvPr/>
          </p:nvSpPr>
          <p:spPr>
            <a:xfrm>
              <a:off x="2093050" y="2349650"/>
              <a:ext cx="214600" cy="855725"/>
            </a:xfrm>
            <a:custGeom>
              <a:avLst/>
              <a:gdLst/>
              <a:ahLst/>
              <a:cxnLst/>
              <a:rect l="l" t="t" r="r" b="b"/>
              <a:pathLst>
                <a:path w="8584" h="34229" extrusionOk="0">
                  <a:moveTo>
                    <a:pt x="7976" y="1"/>
                  </a:moveTo>
                  <a:cubicBezTo>
                    <a:pt x="7740" y="1"/>
                    <a:pt x="7541" y="154"/>
                    <a:pt x="7458" y="400"/>
                  </a:cubicBezTo>
                  <a:lnTo>
                    <a:pt x="65" y="33574"/>
                  </a:lnTo>
                  <a:cubicBezTo>
                    <a:pt x="1" y="33863"/>
                    <a:pt x="194" y="34152"/>
                    <a:pt x="483" y="34217"/>
                  </a:cubicBezTo>
                  <a:cubicBezTo>
                    <a:pt x="517" y="34225"/>
                    <a:pt x="551" y="34229"/>
                    <a:pt x="585" y="34229"/>
                  </a:cubicBezTo>
                  <a:cubicBezTo>
                    <a:pt x="812" y="34229"/>
                    <a:pt x="1038" y="34050"/>
                    <a:pt x="1094" y="33799"/>
                  </a:cubicBezTo>
                  <a:lnTo>
                    <a:pt x="8519" y="658"/>
                  </a:lnTo>
                  <a:cubicBezTo>
                    <a:pt x="8583" y="368"/>
                    <a:pt x="8391" y="79"/>
                    <a:pt x="8101" y="15"/>
                  </a:cubicBezTo>
                  <a:cubicBezTo>
                    <a:pt x="8059" y="5"/>
                    <a:pt x="8017" y="1"/>
                    <a:pt x="79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57"/>
            <p:cNvSpPr/>
            <p:nvPr/>
          </p:nvSpPr>
          <p:spPr>
            <a:xfrm>
              <a:off x="2277900" y="2349575"/>
              <a:ext cx="215375" cy="496275"/>
            </a:xfrm>
            <a:custGeom>
              <a:avLst/>
              <a:gdLst/>
              <a:ahLst/>
              <a:cxnLst/>
              <a:rect l="l" t="t" r="r" b="b"/>
              <a:pathLst>
                <a:path w="8615" h="19851" extrusionOk="0">
                  <a:moveTo>
                    <a:pt x="629" y="0"/>
                  </a:moveTo>
                  <a:cubicBezTo>
                    <a:pt x="558" y="0"/>
                    <a:pt x="486" y="16"/>
                    <a:pt x="418" y="50"/>
                  </a:cubicBezTo>
                  <a:cubicBezTo>
                    <a:pt x="129" y="146"/>
                    <a:pt x="0" y="468"/>
                    <a:pt x="97" y="725"/>
                  </a:cubicBezTo>
                  <a:lnTo>
                    <a:pt x="7522" y="19529"/>
                  </a:lnTo>
                  <a:cubicBezTo>
                    <a:pt x="7597" y="19729"/>
                    <a:pt x="7806" y="19851"/>
                    <a:pt x="8017" y="19851"/>
                  </a:cubicBezTo>
                  <a:cubicBezTo>
                    <a:pt x="8078" y="19851"/>
                    <a:pt x="8139" y="19840"/>
                    <a:pt x="8197" y="19819"/>
                  </a:cubicBezTo>
                  <a:cubicBezTo>
                    <a:pt x="8486" y="19722"/>
                    <a:pt x="8615" y="19401"/>
                    <a:pt x="8518" y="19112"/>
                  </a:cubicBezTo>
                  <a:lnTo>
                    <a:pt x="1093" y="339"/>
                  </a:lnTo>
                  <a:cubicBezTo>
                    <a:pt x="1022" y="126"/>
                    <a:pt x="829" y="0"/>
                    <a:pt x="6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57"/>
            <p:cNvSpPr/>
            <p:nvPr/>
          </p:nvSpPr>
          <p:spPr>
            <a:xfrm>
              <a:off x="2463525" y="2625750"/>
              <a:ext cx="214600" cy="220300"/>
            </a:xfrm>
            <a:custGeom>
              <a:avLst/>
              <a:gdLst/>
              <a:ahLst/>
              <a:cxnLst/>
              <a:rect l="l" t="t" r="r" b="b"/>
              <a:pathLst>
                <a:path w="8584" h="8812" extrusionOk="0">
                  <a:moveTo>
                    <a:pt x="8009" y="0"/>
                  </a:moveTo>
                  <a:cubicBezTo>
                    <a:pt x="7862" y="0"/>
                    <a:pt x="7719" y="57"/>
                    <a:pt x="7619" y="157"/>
                  </a:cubicBezTo>
                  <a:lnTo>
                    <a:pt x="193" y="7904"/>
                  </a:lnTo>
                  <a:cubicBezTo>
                    <a:pt x="0" y="8129"/>
                    <a:pt x="0" y="8450"/>
                    <a:pt x="225" y="8643"/>
                  </a:cubicBezTo>
                  <a:cubicBezTo>
                    <a:pt x="322" y="8756"/>
                    <a:pt x="459" y="8812"/>
                    <a:pt x="595" y="8812"/>
                  </a:cubicBezTo>
                  <a:cubicBezTo>
                    <a:pt x="732" y="8812"/>
                    <a:pt x="868" y="8756"/>
                    <a:pt x="965" y="8643"/>
                  </a:cubicBezTo>
                  <a:lnTo>
                    <a:pt x="8390" y="896"/>
                  </a:lnTo>
                  <a:cubicBezTo>
                    <a:pt x="8583" y="703"/>
                    <a:pt x="8583" y="350"/>
                    <a:pt x="8390" y="157"/>
                  </a:cubicBezTo>
                  <a:cubicBezTo>
                    <a:pt x="8282" y="49"/>
                    <a:pt x="8144" y="0"/>
                    <a:pt x="80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57"/>
            <p:cNvSpPr/>
            <p:nvPr/>
          </p:nvSpPr>
          <p:spPr>
            <a:xfrm>
              <a:off x="2648350" y="2625650"/>
              <a:ext cx="215400" cy="523975"/>
            </a:xfrm>
            <a:custGeom>
              <a:avLst/>
              <a:gdLst/>
              <a:ahLst/>
              <a:cxnLst/>
              <a:rect l="l" t="t" r="r" b="b"/>
              <a:pathLst>
                <a:path w="8616" h="20959" extrusionOk="0">
                  <a:moveTo>
                    <a:pt x="609" y="1"/>
                  </a:moveTo>
                  <a:cubicBezTo>
                    <a:pt x="547" y="1"/>
                    <a:pt x="483" y="11"/>
                    <a:pt x="419" y="32"/>
                  </a:cubicBezTo>
                  <a:cubicBezTo>
                    <a:pt x="161" y="129"/>
                    <a:pt x="1" y="450"/>
                    <a:pt x="97" y="740"/>
                  </a:cubicBezTo>
                  <a:lnTo>
                    <a:pt x="7522" y="20605"/>
                  </a:lnTo>
                  <a:cubicBezTo>
                    <a:pt x="7598" y="20830"/>
                    <a:pt x="7809" y="20958"/>
                    <a:pt x="8020" y="20958"/>
                  </a:cubicBezTo>
                  <a:cubicBezTo>
                    <a:pt x="8081" y="20958"/>
                    <a:pt x="8141" y="20948"/>
                    <a:pt x="8198" y="20926"/>
                  </a:cubicBezTo>
                  <a:cubicBezTo>
                    <a:pt x="8487" y="20830"/>
                    <a:pt x="8615" y="20509"/>
                    <a:pt x="8519" y="20251"/>
                  </a:cubicBezTo>
                  <a:lnTo>
                    <a:pt x="1126" y="354"/>
                  </a:lnTo>
                  <a:cubicBezTo>
                    <a:pt x="1026" y="129"/>
                    <a:pt x="828" y="1"/>
                    <a:pt x="6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57"/>
            <p:cNvSpPr/>
            <p:nvPr/>
          </p:nvSpPr>
          <p:spPr>
            <a:xfrm>
              <a:off x="2834000" y="2349650"/>
              <a:ext cx="215375" cy="800275"/>
            </a:xfrm>
            <a:custGeom>
              <a:avLst/>
              <a:gdLst/>
              <a:ahLst/>
              <a:cxnLst/>
              <a:rect l="l" t="t" r="r" b="b"/>
              <a:pathLst>
                <a:path w="8615" h="32011" extrusionOk="0">
                  <a:moveTo>
                    <a:pt x="8005" y="1"/>
                  </a:moveTo>
                  <a:cubicBezTo>
                    <a:pt x="7763" y="1"/>
                    <a:pt x="7545" y="154"/>
                    <a:pt x="7490" y="400"/>
                  </a:cubicBezTo>
                  <a:lnTo>
                    <a:pt x="64" y="31356"/>
                  </a:lnTo>
                  <a:cubicBezTo>
                    <a:pt x="0" y="31645"/>
                    <a:pt x="193" y="31934"/>
                    <a:pt x="482" y="31999"/>
                  </a:cubicBezTo>
                  <a:cubicBezTo>
                    <a:pt x="520" y="32007"/>
                    <a:pt x="558" y="32011"/>
                    <a:pt x="595" y="32011"/>
                  </a:cubicBezTo>
                  <a:cubicBezTo>
                    <a:pt x="843" y="32011"/>
                    <a:pt x="1069" y="31832"/>
                    <a:pt x="1125" y="31581"/>
                  </a:cubicBezTo>
                  <a:lnTo>
                    <a:pt x="8518" y="658"/>
                  </a:lnTo>
                  <a:cubicBezTo>
                    <a:pt x="8615" y="368"/>
                    <a:pt x="8422" y="79"/>
                    <a:pt x="8133" y="15"/>
                  </a:cubicBezTo>
                  <a:cubicBezTo>
                    <a:pt x="8090" y="5"/>
                    <a:pt x="8047" y="1"/>
                    <a:pt x="8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57"/>
            <p:cNvSpPr/>
            <p:nvPr/>
          </p:nvSpPr>
          <p:spPr>
            <a:xfrm>
              <a:off x="3018825" y="2072975"/>
              <a:ext cx="216200" cy="303350"/>
            </a:xfrm>
            <a:custGeom>
              <a:avLst/>
              <a:gdLst/>
              <a:ahLst/>
              <a:cxnLst/>
              <a:rect l="l" t="t" r="r" b="b"/>
              <a:pathLst>
                <a:path w="8648" h="12134" extrusionOk="0">
                  <a:moveTo>
                    <a:pt x="8042" y="1"/>
                  </a:moveTo>
                  <a:cubicBezTo>
                    <a:pt x="7867" y="1"/>
                    <a:pt x="7688" y="86"/>
                    <a:pt x="7586" y="249"/>
                  </a:cubicBezTo>
                  <a:lnTo>
                    <a:pt x="161" y="11307"/>
                  </a:lnTo>
                  <a:cubicBezTo>
                    <a:pt x="0" y="11532"/>
                    <a:pt x="65" y="11885"/>
                    <a:pt x="322" y="12046"/>
                  </a:cubicBezTo>
                  <a:cubicBezTo>
                    <a:pt x="416" y="12105"/>
                    <a:pt x="519" y="12134"/>
                    <a:pt x="619" y="12134"/>
                  </a:cubicBezTo>
                  <a:cubicBezTo>
                    <a:pt x="793" y="12134"/>
                    <a:pt x="959" y="12048"/>
                    <a:pt x="1061" y="11885"/>
                  </a:cubicBezTo>
                  <a:lnTo>
                    <a:pt x="8486" y="860"/>
                  </a:lnTo>
                  <a:cubicBezTo>
                    <a:pt x="8647" y="603"/>
                    <a:pt x="8583" y="281"/>
                    <a:pt x="8326" y="88"/>
                  </a:cubicBezTo>
                  <a:cubicBezTo>
                    <a:pt x="8243" y="29"/>
                    <a:pt x="8143" y="1"/>
                    <a:pt x="80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57"/>
            <p:cNvSpPr/>
            <p:nvPr/>
          </p:nvSpPr>
          <p:spPr>
            <a:xfrm>
              <a:off x="3205250" y="2073275"/>
              <a:ext cx="213800" cy="1270100"/>
            </a:xfrm>
            <a:custGeom>
              <a:avLst/>
              <a:gdLst/>
              <a:ahLst/>
              <a:cxnLst/>
              <a:rect l="l" t="t" r="r" b="b"/>
              <a:pathLst>
                <a:path w="8552" h="50804" extrusionOk="0">
                  <a:moveTo>
                    <a:pt x="592" y="1"/>
                  </a:moveTo>
                  <a:cubicBezTo>
                    <a:pt x="557" y="1"/>
                    <a:pt x="520" y="5"/>
                    <a:pt x="483" y="12"/>
                  </a:cubicBezTo>
                  <a:cubicBezTo>
                    <a:pt x="194" y="44"/>
                    <a:pt x="1" y="333"/>
                    <a:pt x="33" y="623"/>
                  </a:cubicBezTo>
                  <a:lnTo>
                    <a:pt x="7458" y="50350"/>
                  </a:lnTo>
                  <a:cubicBezTo>
                    <a:pt x="7488" y="50619"/>
                    <a:pt x="7739" y="50804"/>
                    <a:pt x="8006" y="50804"/>
                  </a:cubicBezTo>
                  <a:cubicBezTo>
                    <a:pt x="8027" y="50804"/>
                    <a:pt x="8048" y="50803"/>
                    <a:pt x="8069" y="50800"/>
                  </a:cubicBezTo>
                  <a:cubicBezTo>
                    <a:pt x="8358" y="50736"/>
                    <a:pt x="8551" y="50479"/>
                    <a:pt x="8519" y="50190"/>
                  </a:cubicBezTo>
                  <a:lnTo>
                    <a:pt x="1094" y="462"/>
                  </a:lnTo>
                  <a:cubicBezTo>
                    <a:pt x="1065" y="206"/>
                    <a:pt x="861" y="1"/>
                    <a:pt x="59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57"/>
            <p:cNvSpPr/>
            <p:nvPr/>
          </p:nvSpPr>
          <p:spPr>
            <a:xfrm>
              <a:off x="3390100" y="3233525"/>
              <a:ext cx="215375" cy="109425"/>
            </a:xfrm>
            <a:custGeom>
              <a:avLst/>
              <a:gdLst/>
              <a:ahLst/>
              <a:cxnLst/>
              <a:rect l="l" t="t" r="r" b="b"/>
              <a:pathLst>
                <a:path w="8615" h="4377" extrusionOk="0">
                  <a:moveTo>
                    <a:pt x="8014" y="0"/>
                  </a:moveTo>
                  <a:cubicBezTo>
                    <a:pt x="7936" y="0"/>
                    <a:pt x="7857" y="16"/>
                    <a:pt x="7779" y="51"/>
                  </a:cubicBezTo>
                  <a:lnTo>
                    <a:pt x="386" y="3362"/>
                  </a:lnTo>
                  <a:cubicBezTo>
                    <a:pt x="96" y="3490"/>
                    <a:pt x="0" y="3812"/>
                    <a:pt x="96" y="4069"/>
                  </a:cubicBezTo>
                  <a:cubicBezTo>
                    <a:pt x="191" y="4257"/>
                    <a:pt x="388" y="4377"/>
                    <a:pt x="588" y="4377"/>
                  </a:cubicBezTo>
                  <a:cubicBezTo>
                    <a:pt x="661" y="4377"/>
                    <a:pt x="735" y="4361"/>
                    <a:pt x="804" y="4326"/>
                  </a:cubicBezTo>
                  <a:lnTo>
                    <a:pt x="8229" y="1015"/>
                  </a:lnTo>
                  <a:cubicBezTo>
                    <a:pt x="8486" y="887"/>
                    <a:pt x="8615" y="597"/>
                    <a:pt x="8486" y="308"/>
                  </a:cubicBezTo>
                  <a:cubicBezTo>
                    <a:pt x="8416" y="120"/>
                    <a:pt x="8224" y="0"/>
                    <a:pt x="80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57"/>
            <p:cNvSpPr/>
            <p:nvPr/>
          </p:nvSpPr>
          <p:spPr>
            <a:xfrm>
              <a:off x="3575725" y="3205775"/>
              <a:ext cx="214575" cy="54250"/>
            </a:xfrm>
            <a:custGeom>
              <a:avLst/>
              <a:gdLst/>
              <a:ahLst/>
              <a:cxnLst/>
              <a:rect l="l" t="t" r="r" b="b"/>
              <a:pathLst>
                <a:path w="8583" h="2170" extrusionOk="0">
                  <a:moveTo>
                    <a:pt x="7971" y="0"/>
                  </a:moveTo>
                  <a:cubicBezTo>
                    <a:pt x="7950" y="0"/>
                    <a:pt x="7929" y="1"/>
                    <a:pt x="7908" y="4"/>
                  </a:cubicBezTo>
                  <a:lnTo>
                    <a:pt x="515" y="1129"/>
                  </a:lnTo>
                  <a:cubicBezTo>
                    <a:pt x="225" y="1161"/>
                    <a:pt x="0" y="1418"/>
                    <a:pt x="65" y="1707"/>
                  </a:cubicBezTo>
                  <a:cubicBezTo>
                    <a:pt x="93" y="1987"/>
                    <a:pt x="291" y="2170"/>
                    <a:pt x="554" y="2170"/>
                  </a:cubicBezTo>
                  <a:cubicBezTo>
                    <a:pt x="593" y="2170"/>
                    <a:pt x="634" y="2166"/>
                    <a:pt x="675" y="2157"/>
                  </a:cubicBezTo>
                  <a:lnTo>
                    <a:pt x="8069" y="1064"/>
                  </a:lnTo>
                  <a:cubicBezTo>
                    <a:pt x="8358" y="1032"/>
                    <a:pt x="8583" y="743"/>
                    <a:pt x="8519" y="454"/>
                  </a:cubicBezTo>
                  <a:cubicBezTo>
                    <a:pt x="8489" y="185"/>
                    <a:pt x="8238" y="0"/>
                    <a:pt x="797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57"/>
            <p:cNvSpPr/>
            <p:nvPr/>
          </p:nvSpPr>
          <p:spPr>
            <a:xfrm>
              <a:off x="3760550" y="3122975"/>
              <a:ext cx="215400" cy="109875"/>
            </a:xfrm>
            <a:custGeom>
              <a:avLst/>
              <a:gdLst/>
              <a:ahLst/>
              <a:cxnLst/>
              <a:rect l="l" t="t" r="r" b="b"/>
              <a:pathLst>
                <a:path w="8616" h="4395" extrusionOk="0">
                  <a:moveTo>
                    <a:pt x="8013" y="1"/>
                  </a:moveTo>
                  <a:cubicBezTo>
                    <a:pt x="7944" y="1"/>
                    <a:pt x="7876" y="13"/>
                    <a:pt x="7812" y="37"/>
                  </a:cubicBezTo>
                  <a:lnTo>
                    <a:pt x="386" y="3348"/>
                  </a:lnTo>
                  <a:cubicBezTo>
                    <a:pt x="129" y="3476"/>
                    <a:pt x="1" y="3798"/>
                    <a:pt x="129" y="4055"/>
                  </a:cubicBezTo>
                  <a:cubicBezTo>
                    <a:pt x="200" y="4268"/>
                    <a:pt x="394" y="4394"/>
                    <a:pt x="606" y="4394"/>
                  </a:cubicBezTo>
                  <a:cubicBezTo>
                    <a:pt x="682" y="4394"/>
                    <a:pt x="760" y="4378"/>
                    <a:pt x="836" y="4344"/>
                  </a:cubicBezTo>
                  <a:lnTo>
                    <a:pt x="8230" y="1033"/>
                  </a:lnTo>
                  <a:cubicBezTo>
                    <a:pt x="8519" y="905"/>
                    <a:pt x="8615" y="583"/>
                    <a:pt x="8519" y="326"/>
                  </a:cubicBezTo>
                  <a:cubicBezTo>
                    <a:pt x="8422" y="109"/>
                    <a:pt x="8218" y="1"/>
                    <a:pt x="801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57"/>
            <p:cNvSpPr/>
            <p:nvPr/>
          </p:nvSpPr>
          <p:spPr>
            <a:xfrm>
              <a:off x="3945375" y="3012600"/>
              <a:ext cx="216200" cy="137375"/>
            </a:xfrm>
            <a:custGeom>
              <a:avLst/>
              <a:gdLst/>
              <a:ahLst/>
              <a:cxnLst/>
              <a:rect l="l" t="t" r="r" b="b"/>
              <a:pathLst>
                <a:path w="8648" h="5495" extrusionOk="0">
                  <a:moveTo>
                    <a:pt x="8032" y="0"/>
                  </a:moveTo>
                  <a:cubicBezTo>
                    <a:pt x="7935" y="0"/>
                    <a:pt x="7836" y="25"/>
                    <a:pt x="7748" y="80"/>
                  </a:cubicBezTo>
                  <a:lnTo>
                    <a:pt x="354" y="4484"/>
                  </a:lnTo>
                  <a:cubicBezTo>
                    <a:pt x="97" y="4645"/>
                    <a:pt x="1" y="4966"/>
                    <a:pt x="162" y="5223"/>
                  </a:cubicBezTo>
                  <a:cubicBezTo>
                    <a:pt x="269" y="5395"/>
                    <a:pt x="447" y="5495"/>
                    <a:pt x="631" y="5495"/>
                  </a:cubicBezTo>
                  <a:cubicBezTo>
                    <a:pt x="722" y="5495"/>
                    <a:pt x="815" y="5470"/>
                    <a:pt x="901" y="5416"/>
                  </a:cubicBezTo>
                  <a:lnTo>
                    <a:pt x="8326" y="980"/>
                  </a:lnTo>
                  <a:cubicBezTo>
                    <a:pt x="8551" y="852"/>
                    <a:pt x="8648" y="498"/>
                    <a:pt x="8487" y="241"/>
                  </a:cubicBezTo>
                  <a:cubicBezTo>
                    <a:pt x="8402" y="93"/>
                    <a:pt x="8220" y="0"/>
                    <a:pt x="80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57"/>
            <p:cNvSpPr/>
            <p:nvPr/>
          </p:nvSpPr>
          <p:spPr>
            <a:xfrm>
              <a:off x="4131025" y="3012275"/>
              <a:ext cx="215375" cy="82250"/>
            </a:xfrm>
            <a:custGeom>
              <a:avLst/>
              <a:gdLst/>
              <a:ahLst/>
              <a:cxnLst/>
              <a:rect l="l" t="t" r="r" b="b"/>
              <a:pathLst>
                <a:path w="8615" h="3290" extrusionOk="0">
                  <a:moveTo>
                    <a:pt x="602" y="1"/>
                  </a:moveTo>
                  <a:cubicBezTo>
                    <a:pt x="376" y="1"/>
                    <a:pt x="174" y="150"/>
                    <a:pt x="97" y="383"/>
                  </a:cubicBezTo>
                  <a:cubicBezTo>
                    <a:pt x="0" y="672"/>
                    <a:pt x="161" y="961"/>
                    <a:pt x="450" y="1058"/>
                  </a:cubicBezTo>
                  <a:lnTo>
                    <a:pt x="7876" y="3276"/>
                  </a:lnTo>
                  <a:cubicBezTo>
                    <a:pt x="7919" y="3285"/>
                    <a:pt x="7962" y="3290"/>
                    <a:pt x="8004" y="3290"/>
                  </a:cubicBezTo>
                  <a:cubicBezTo>
                    <a:pt x="8247" y="3290"/>
                    <a:pt x="8469" y="3141"/>
                    <a:pt x="8551" y="2922"/>
                  </a:cubicBezTo>
                  <a:cubicBezTo>
                    <a:pt x="8615" y="2633"/>
                    <a:pt x="8454" y="2311"/>
                    <a:pt x="8165" y="2247"/>
                  </a:cubicBezTo>
                  <a:lnTo>
                    <a:pt x="772" y="29"/>
                  </a:lnTo>
                  <a:cubicBezTo>
                    <a:pt x="715" y="10"/>
                    <a:pt x="658" y="1"/>
                    <a:pt x="6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57"/>
            <p:cNvSpPr/>
            <p:nvPr/>
          </p:nvSpPr>
          <p:spPr>
            <a:xfrm>
              <a:off x="4316650" y="3067625"/>
              <a:ext cx="215400" cy="137450"/>
            </a:xfrm>
            <a:custGeom>
              <a:avLst/>
              <a:gdLst/>
              <a:ahLst/>
              <a:cxnLst/>
              <a:rect l="l" t="t" r="r" b="b"/>
              <a:pathLst>
                <a:path w="8616" h="5498" extrusionOk="0">
                  <a:moveTo>
                    <a:pt x="598" y="1"/>
                  </a:moveTo>
                  <a:cubicBezTo>
                    <a:pt x="415" y="1"/>
                    <a:pt x="236" y="87"/>
                    <a:pt x="129" y="258"/>
                  </a:cubicBezTo>
                  <a:cubicBezTo>
                    <a:pt x="1" y="515"/>
                    <a:pt x="65" y="837"/>
                    <a:pt x="322" y="997"/>
                  </a:cubicBezTo>
                  <a:lnTo>
                    <a:pt x="7747" y="5433"/>
                  </a:lnTo>
                  <a:cubicBezTo>
                    <a:pt x="7833" y="5476"/>
                    <a:pt x="7926" y="5498"/>
                    <a:pt x="8018" y="5498"/>
                  </a:cubicBezTo>
                  <a:cubicBezTo>
                    <a:pt x="8201" y="5498"/>
                    <a:pt x="8380" y="5412"/>
                    <a:pt x="8487" y="5240"/>
                  </a:cubicBezTo>
                  <a:cubicBezTo>
                    <a:pt x="8615" y="4983"/>
                    <a:pt x="8551" y="4662"/>
                    <a:pt x="8294" y="4501"/>
                  </a:cubicBezTo>
                  <a:lnTo>
                    <a:pt x="868" y="65"/>
                  </a:lnTo>
                  <a:cubicBezTo>
                    <a:pt x="783" y="22"/>
                    <a:pt x="690" y="1"/>
                    <a:pt x="5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57"/>
            <p:cNvSpPr/>
            <p:nvPr/>
          </p:nvSpPr>
          <p:spPr>
            <a:xfrm>
              <a:off x="4502275" y="2598425"/>
              <a:ext cx="215400" cy="606550"/>
            </a:xfrm>
            <a:custGeom>
              <a:avLst/>
              <a:gdLst/>
              <a:ahLst/>
              <a:cxnLst/>
              <a:rect l="l" t="t" r="r" b="b"/>
              <a:pathLst>
                <a:path w="8616" h="24262" extrusionOk="0">
                  <a:moveTo>
                    <a:pt x="7994" y="0"/>
                  </a:moveTo>
                  <a:cubicBezTo>
                    <a:pt x="7768" y="0"/>
                    <a:pt x="7568" y="144"/>
                    <a:pt x="7491" y="350"/>
                  </a:cubicBezTo>
                  <a:lnTo>
                    <a:pt x="65" y="23558"/>
                  </a:lnTo>
                  <a:cubicBezTo>
                    <a:pt x="1" y="23848"/>
                    <a:pt x="130" y="24137"/>
                    <a:pt x="419" y="24233"/>
                  </a:cubicBezTo>
                  <a:cubicBezTo>
                    <a:pt x="476" y="24252"/>
                    <a:pt x="533" y="24261"/>
                    <a:pt x="589" y="24261"/>
                  </a:cubicBezTo>
                  <a:cubicBezTo>
                    <a:pt x="815" y="24261"/>
                    <a:pt x="1016" y="24112"/>
                    <a:pt x="1094" y="23880"/>
                  </a:cubicBezTo>
                  <a:lnTo>
                    <a:pt x="8519" y="671"/>
                  </a:lnTo>
                  <a:cubicBezTo>
                    <a:pt x="8616" y="414"/>
                    <a:pt x="8455" y="93"/>
                    <a:pt x="8166" y="29"/>
                  </a:cubicBezTo>
                  <a:cubicBezTo>
                    <a:pt x="8108" y="9"/>
                    <a:pt x="8050" y="0"/>
                    <a:pt x="79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57"/>
            <p:cNvSpPr/>
            <p:nvPr/>
          </p:nvSpPr>
          <p:spPr>
            <a:xfrm>
              <a:off x="4687125" y="2515100"/>
              <a:ext cx="215375" cy="109875"/>
            </a:xfrm>
            <a:custGeom>
              <a:avLst/>
              <a:gdLst/>
              <a:ahLst/>
              <a:cxnLst/>
              <a:rect l="l" t="t" r="r" b="b"/>
              <a:pathLst>
                <a:path w="8615" h="4395" extrusionOk="0">
                  <a:moveTo>
                    <a:pt x="8027" y="0"/>
                  </a:moveTo>
                  <a:cubicBezTo>
                    <a:pt x="7954" y="0"/>
                    <a:pt x="7880" y="16"/>
                    <a:pt x="7811" y="51"/>
                  </a:cubicBezTo>
                  <a:lnTo>
                    <a:pt x="386" y="3362"/>
                  </a:lnTo>
                  <a:cubicBezTo>
                    <a:pt x="129" y="3490"/>
                    <a:pt x="0" y="3812"/>
                    <a:pt x="129" y="4069"/>
                  </a:cubicBezTo>
                  <a:cubicBezTo>
                    <a:pt x="201" y="4286"/>
                    <a:pt x="400" y="4394"/>
                    <a:pt x="617" y="4394"/>
                  </a:cubicBezTo>
                  <a:cubicBezTo>
                    <a:pt x="689" y="4394"/>
                    <a:pt x="764" y="4382"/>
                    <a:pt x="836" y="4358"/>
                  </a:cubicBezTo>
                  <a:lnTo>
                    <a:pt x="8229" y="1015"/>
                  </a:lnTo>
                  <a:cubicBezTo>
                    <a:pt x="8518" y="919"/>
                    <a:pt x="8615" y="597"/>
                    <a:pt x="8518" y="308"/>
                  </a:cubicBezTo>
                  <a:cubicBezTo>
                    <a:pt x="8424" y="120"/>
                    <a:pt x="8227" y="0"/>
                    <a:pt x="80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57"/>
            <p:cNvSpPr/>
            <p:nvPr/>
          </p:nvSpPr>
          <p:spPr>
            <a:xfrm>
              <a:off x="4871950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8034" y="1"/>
                  </a:moveTo>
                  <a:cubicBezTo>
                    <a:pt x="7944" y="1"/>
                    <a:pt x="7854" y="22"/>
                    <a:pt x="7779" y="65"/>
                  </a:cubicBezTo>
                  <a:lnTo>
                    <a:pt x="354" y="4501"/>
                  </a:lnTo>
                  <a:cubicBezTo>
                    <a:pt x="97" y="4662"/>
                    <a:pt x="0" y="4983"/>
                    <a:pt x="161" y="5240"/>
                  </a:cubicBezTo>
                  <a:cubicBezTo>
                    <a:pt x="268" y="5412"/>
                    <a:pt x="447" y="5497"/>
                    <a:pt x="630" y="5497"/>
                  </a:cubicBezTo>
                  <a:cubicBezTo>
                    <a:pt x="722" y="5497"/>
                    <a:pt x="815" y="5476"/>
                    <a:pt x="900" y="5433"/>
                  </a:cubicBezTo>
                  <a:lnTo>
                    <a:pt x="8326" y="997"/>
                  </a:lnTo>
                  <a:cubicBezTo>
                    <a:pt x="8583" y="836"/>
                    <a:pt x="8647" y="515"/>
                    <a:pt x="8487" y="258"/>
                  </a:cubicBezTo>
                  <a:cubicBezTo>
                    <a:pt x="8401" y="86"/>
                    <a:pt x="8215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57"/>
            <p:cNvSpPr/>
            <p:nvPr/>
          </p:nvSpPr>
          <p:spPr>
            <a:xfrm>
              <a:off x="5057575" y="2404650"/>
              <a:ext cx="216200" cy="137450"/>
            </a:xfrm>
            <a:custGeom>
              <a:avLst/>
              <a:gdLst/>
              <a:ahLst/>
              <a:cxnLst/>
              <a:rect l="l" t="t" r="r" b="b"/>
              <a:pathLst>
                <a:path w="8648" h="5498" extrusionOk="0">
                  <a:moveTo>
                    <a:pt x="623" y="1"/>
                  </a:moveTo>
                  <a:cubicBezTo>
                    <a:pt x="433" y="1"/>
                    <a:pt x="247" y="86"/>
                    <a:pt x="162" y="258"/>
                  </a:cubicBezTo>
                  <a:cubicBezTo>
                    <a:pt x="1" y="515"/>
                    <a:pt x="97" y="836"/>
                    <a:pt x="354" y="997"/>
                  </a:cubicBezTo>
                  <a:lnTo>
                    <a:pt x="7748" y="5433"/>
                  </a:lnTo>
                  <a:cubicBezTo>
                    <a:pt x="7833" y="5476"/>
                    <a:pt x="7926" y="5497"/>
                    <a:pt x="8018" y="5497"/>
                  </a:cubicBezTo>
                  <a:cubicBezTo>
                    <a:pt x="8201" y="5497"/>
                    <a:pt x="8380" y="5412"/>
                    <a:pt x="8487" y="5240"/>
                  </a:cubicBezTo>
                  <a:cubicBezTo>
                    <a:pt x="8648" y="4983"/>
                    <a:pt x="8551" y="4662"/>
                    <a:pt x="8294" y="4501"/>
                  </a:cubicBezTo>
                  <a:lnTo>
                    <a:pt x="901" y="65"/>
                  </a:lnTo>
                  <a:cubicBezTo>
                    <a:pt x="815" y="22"/>
                    <a:pt x="719" y="1"/>
                    <a:pt x="6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57"/>
            <p:cNvSpPr/>
            <p:nvPr/>
          </p:nvSpPr>
          <p:spPr>
            <a:xfrm>
              <a:off x="5243225" y="2515200"/>
              <a:ext cx="215375" cy="137350"/>
            </a:xfrm>
            <a:custGeom>
              <a:avLst/>
              <a:gdLst/>
              <a:ahLst/>
              <a:cxnLst/>
              <a:rect l="l" t="t" r="r" b="b"/>
              <a:pathLst>
                <a:path w="8615" h="5494" extrusionOk="0">
                  <a:moveTo>
                    <a:pt x="598" y="0"/>
                  </a:moveTo>
                  <a:cubicBezTo>
                    <a:pt x="414" y="0"/>
                    <a:pt x="236" y="100"/>
                    <a:pt x="129" y="272"/>
                  </a:cubicBezTo>
                  <a:cubicBezTo>
                    <a:pt x="0" y="529"/>
                    <a:pt x="64" y="850"/>
                    <a:pt x="322" y="1011"/>
                  </a:cubicBezTo>
                  <a:lnTo>
                    <a:pt x="7747" y="5415"/>
                  </a:lnTo>
                  <a:cubicBezTo>
                    <a:pt x="7833" y="5468"/>
                    <a:pt x="7926" y="5493"/>
                    <a:pt x="8017" y="5493"/>
                  </a:cubicBezTo>
                  <a:cubicBezTo>
                    <a:pt x="8201" y="5493"/>
                    <a:pt x="8379" y="5393"/>
                    <a:pt x="8486" y="5222"/>
                  </a:cubicBezTo>
                  <a:cubicBezTo>
                    <a:pt x="8615" y="4965"/>
                    <a:pt x="8551" y="4643"/>
                    <a:pt x="8293" y="4483"/>
                  </a:cubicBezTo>
                  <a:lnTo>
                    <a:pt x="868" y="79"/>
                  </a:lnTo>
                  <a:cubicBezTo>
                    <a:pt x="782" y="25"/>
                    <a:pt x="689" y="0"/>
                    <a:pt x="5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57"/>
            <p:cNvSpPr/>
            <p:nvPr/>
          </p:nvSpPr>
          <p:spPr>
            <a:xfrm>
              <a:off x="2074575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8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8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57"/>
            <p:cNvSpPr/>
            <p:nvPr/>
          </p:nvSpPr>
          <p:spPr>
            <a:xfrm>
              <a:off x="2068150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5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57"/>
            <p:cNvSpPr/>
            <p:nvPr/>
          </p:nvSpPr>
          <p:spPr>
            <a:xfrm>
              <a:off x="2260200" y="232992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57"/>
                    <a:pt x="579" y="2636"/>
                    <a:pt x="1319" y="2636"/>
                  </a:cubicBezTo>
                  <a:cubicBezTo>
                    <a:pt x="2026" y="2636"/>
                    <a:pt x="2637" y="2057"/>
                    <a:pt x="2637" y="1318"/>
                  </a:cubicBezTo>
                  <a:cubicBezTo>
                    <a:pt x="2637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57"/>
            <p:cNvSpPr/>
            <p:nvPr/>
          </p:nvSpPr>
          <p:spPr>
            <a:xfrm>
              <a:off x="2253775" y="232347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04" y="997"/>
                    <a:pt x="2604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15" y="2155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57"/>
            <p:cNvSpPr/>
            <p:nvPr/>
          </p:nvSpPr>
          <p:spPr>
            <a:xfrm>
              <a:off x="2445850" y="2800025"/>
              <a:ext cx="65100" cy="65125"/>
            </a:xfrm>
            <a:custGeom>
              <a:avLst/>
              <a:gdLst/>
              <a:ahLst/>
              <a:cxnLst/>
              <a:rect l="l" t="t" r="r" b="b"/>
              <a:pathLst>
                <a:path w="2604" h="2605" extrusionOk="0">
                  <a:moveTo>
                    <a:pt x="1286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286" y="2604"/>
                  </a:cubicBezTo>
                  <a:cubicBezTo>
                    <a:pt x="2025" y="2604"/>
                    <a:pt x="2604" y="2026"/>
                    <a:pt x="2604" y="1286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57"/>
            <p:cNvSpPr/>
            <p:nvPr/>
          </p:nvSpPr>
          <p:spPr>
            <a:xfrm>
              <a:off x="2438600" y="2792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5"/>
                  </a:cubicBezTo>
                  <a:cubicBezTo>
                    <a:pt x="2637" y="2154"/>
                    <a:pt x="2155" y="2636"/>
                    <a:pt x="1576" y="2636"/>
                  </a:cubicBezTo>
                  <a:cubicBezTo>
                    <a:pt x="997" y="2636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8"/>
                    <a:pt x="1" y="1575"/>
                  </a:cubicBezTo>
                  <a:cubicBezTo>
                    <a:pt x="1" y="2475"/>
                    <a:pt x="708" y="3151"/>
                    <a:pt x="1576" y="3151"/>
                  </a:cubicBezTo>
                  <a:cubicBezTo>
                    <a:pt x="2476" y="3151"/>
                    <a:pt x="3151" y="2475"/>
                    <a:pt x="3151" y="1575"/>
                  </a:cubicBezTo>
                  <a:cubicBezTo>
                    <a:pt x="3151" y="708"/>
                    <a:pt x="2476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57"/>
            <p:cNvSpPr/>
            <p:nvPr/>
          </p:nvSpPr>
          <p:spPr>
            <a:xfrm>
              <a:off x="2630675" y="2606350"/>
              <a:ext cx="65925" cy="65925"/>
            </a:xfrm>
            <a:custGeom>
              <a:avLst/>
              <a:gdLst/>
              <a:ahLst/>
              <a:cxnLst/>
              <a:rect l="l" t="t" r="r" b="b"/>
              <a:pathLst>
                <a:path w="2637" h="2637" extrusionOk="0">
                  <a:moveTo>
                    <a:pt x="1318" y="1"/>
                  </a:moveTo>
                  <a:cubicBezTo>
                    <a:pt x="611" y="1"/>
                    <a:pt x="0" y="579"/>
                    <a:pt x="0" y="1319"/>
                  </a:cubicBezTo>
                  <a:cubicBezTo>
                    <a:pt x="0" y="2026"/>
                    <a:pt x="611" y="2637"/>
                    <a:pt x="1318" y="2637"/>
                  </a:cubicBezTo>
                  <a:cubicBezTo>
                    <a:pt x="2058" y="2637"/>
                    <a:pt x="2636" y="2026"/>
                    <a:pt x="2636" y="1319"/>
                  </a:cubicBezTo>
                  <a:cubicBezTo>
                    <a:pt x="2636" y="579"/>
                    <a:pt x="2058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57"/>
            <p:cNvSpPr/>
            <p:nvPr/>
          </p:nvSpPr>
          <p:spPr>
            <a:xfrm>
              <a:off x="26242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04" y="997"/>
                    <a:pt x="2604" y="1576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5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57"/>
            <p:cNvSpPr/>
            <p:nvPr/>
          </p:nvSpPr>
          <p:spPr>
            <a:xfrm>
              <a:off x="28163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319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57"/>
            <p:cNvSpPr/>
            <p:nvPr/>
          </p:nvSpPr>
          <p:spPr>
            <a:xfrm>
              <a:off x="28098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04" y="1030"/>
                    <a:pt x="2604" y="1608"/>
                  </a:cubicBezTo>
                  <a:cubicBezTo>
                    <a:pt x="2604" y="2155"/>
                    <a:pt x="2154" y="2637"/>
                    <a:pt x="1576" y="2637"/>
                  </a:cubicBezTo>
                  <a:cubicBezTo>
                    <a:pt x="997" y="2637"/>
                    <a:pt x="515" y="2155"/>
                    <a:pt x="515" y="1608"/>
                  </a:cubicBezTo>
                  <a:cubicBezTo>
                    <a:pt x="515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4" y="3183"/>
                    <a:pt x="3151" y="2476"/>
                    <a:pt x="3151" y="1608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57"/>
            <p:cNvSpPr/>
            <p:nvPr/>
          </p:nvSpPr>
          <p:spPr>
            <a:xfrm>
              <a:off x="3001150" y="2329925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57"/>
            <p:cNvSpPr/>
            <p:nvPr/>
          </p:nvSpPr>
          <p:spPr>
            <a:xfrm>
              <a:off x="2994700" y="2323475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57"/>
            <p:cNvSpPr/>
            <p:nvPr/>
          </p:nvSpPr>
          <p:spPr>
            <a:xfrm>
              <a:off x="3186775" y="2054275"/>
              <a:ext cx="65925" cy="65125"/>
            </a:xfrm>
            <a:custGeom>
              <a:avLst/>
              <a:gdLst/>
              <a:ahLst/>
              <a:cxnLst/>
              <a:rect l="l" t="t" r="r" b="b"/>
              <a:pathLst>
                <a:path w="2637" h="2605" extrusionOk="0">
                  <a:moveTo>
                    <a:pt x="1318" y="1"/>
                  </a:moveTo>
                  <a:cubicBezTo>
                    <a:pt x="579" y="1"/>
                    <a:pt x="0" y="579"/>
                    <a:pt x="0" y="1286"/>
                  </a:cubicBezTo>
                  <a:cubicBezTo>
                    <a:pt x="0" y="2026"/>
                    <a:pt x="579" y="2604"/>
                    <a:pt x="1318" y="2604"/>
                  </a:cubicBezTo>
                  <a:cubicBezTo>
                    <a:pt x="2026" y="2604"/>
                    <a:pt x="2636" y="2026"/>
                    <a:pt x="2636" y="1286"/>
                  </a:cubicBezTo>
                  <a:cubicBezTo>
                    <a:pt x="2636" y="579"/>
                    <a:pt x="2026" y="1"/>
                    <a:pt x="13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57"/>
            <p:cNvSpPr/>
            <p:nvPr/>
          </p:nvSpPr>
          <p:spPr>
            <a:xfrm>
              <a:off x="3180350" y="20470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47"/>
                  </a:moveTo>
                  <a:cubicBezTo>
                    <a:pt x="2154" y="547"/>
                    <a:pt x="2604" y="997"/>
                    <a:pt x="2604" y="1575"/>
                  </a:cubicBezTo>
                  <a:cubicBezTo>
                    <a:pt x="2604" y="2154"/>
                    <a:pt x="2154" y="2636"/>
                    <a:pt x="1575" y="2636"/>
                  </a:cubicBezTo>
                  <a:cubicBezTo>
                    <a:pt x="997" y="2636"/>
                    <a:pt x="515" y="2154"/>
                    <a:pt x="515" y="1575"/>
                  </a:cubicBezTo>
                  <a:cubicBezTo>
                    <a:pt x="515" y="997"/>
                    <a:pt x="997" y="547"/>
                    <a:pt x="1575" y="547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57"/>
            <p:cNvSpPr/>
            <p:nvPr/>
          </p:nvSpPr>
          <p:spPr>
            <a:xfrm>
              <a:off x="3372400" y="32966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7" y="1"/>
                  </a:moveTo>
                  <a:cubicBezTo>
                    <a:pt x="579" y="1"/>
                    <a:pt x="1" y="612"/>
                    <a:pt x="1" y="1319"/>
                  </a:cubicBezTo>
                  <a:cubicBezTo>
                    <a:pt x="1" y="2058"/>
                    <a:pt x="579" y="2637"/>
                    <a:pt x="1287" y="2637"/>
                  </a:cubicBezTo>
                  <a:cubicBezTo>
                    <a:pt x="2026" y="2637"/>
                    <a:pt x="2605" y="2058"/>
                    <a:pt x="2605" y="1319"/>
                  </a:cubicBezTo>
                  <a:cubicBezTo>
                    <a:pt x="2605" y="612"/>
                    <a:pt x="2026" y="1"/>
                    <a:pt x="1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57"/>
            <p:cNvSpPr/>
            <p:nvPr/>
          </p:nvSpPr>
          <p:spPr>
            <a:xfrm>
              <a:off x="3365175" y="32902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1029" y="2637"/>
                    <a:pt x="547" y="2155"/>
                    <a:pt x="547" y="1576"/>
                  </a:cubicBezTo>
                  <a:cubicBezTo>
                    <a:pt x="547" y="997"/>
                    <a:pt x="1029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76" y="3151"/>
                    <a:pt x="3183" y="2444"/>
                    <a:pt x="3183" y="1576"/>
                  </a:cubicBezTo>
                  <a:cubicBezTo>
                    <a:pt x="3183" y="708"/>
                    <a:pt x="2476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57"/>
            <p:cNvSpPr/>
            <p:nvPr/>
          </p:nvSpPr>
          <p:spPr>
            <a:xfrm>
              <a:off x="3557250" y="3213900"/>
              <a:ext cx="65900" cy="65900"/>
            </a:xfrm>
            <a:custGeom>
              <a:avLst/>
              <a:gdLst/>
              <a:ahLst/>
              <a:cxnLst/>
              <a:rect l="l" t="t" r="r" b="b"/>
              <a:pathLst>
                <a:path w="2636" h="2636" extrusionOk="0">
                  <a:moveTo>
                    <a:pt x="1318" y="0"/>
                  </a:moveTo>
                  <a:cubicBezTo>
                    <a:pt x="611" y="0"/>
                    <a:pt x="0" y="579"/>
                    <a:pt x="0" y="1318"/>
                  </a:cubicBezTo>
                  <a:cubicBezTo>
                    <a:pt x="0" y="2057"/>
                    <a:pt x="611" y="2636"/>
                    <a:pt x="1318" y="2636"/>
                  </a:cubicBezTo>
                  <a:cubicBezTo>
                    <a:pt x="2057" y="2636"/>
                    <a:pt x="2636" y="2057"/>
                    <a:pt x="2636" y="1318"/>
                  </a:cubicBezTo>
                  <a:cubicBezTo>
                    <a:pt x="2636" y="579"/>
                    <a:pt x="2057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57"/>
            <p:cNvSpPr/>
            <p:nvPr/>
          </p:nvSpPr>
          <p:spPr>
            <a:xfrm>
              <a:off x="3550800" y="3207450"/>
              <a:ext cx="78800" cy="78800"/>
            </a:xfrm>
            <a:custGeom>
              <a:avLst/>
              <a:gdLst/>
              <a:ahLst/>
              <a:cxnLst/>
              <a:rect l="l" t="t" r="r" b="b"/>
              <a:pathLst>
                <a:path w="3152" h="3152" extrusionOk="0">
                  <a:moveTo>
                    <a:pt x="1576" y="547"/>
                  </a:moveTo>
                  <a:cubicBezTo>
                    <a:pt x="2155" y="547"/>
                    <a:pt x="2637" y="997"/>
                    <a:pt x="2637" y="1576"/>
                  </a:cubicBezTo>
                  <a:cubicBezTo>
                    <a:pt x="2637" y="2155"/>
                    <a:pt x="2155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57"/>
            <p:cNvSpPr/>
            <p:nvPr/>
          </p:nvSpPr>
          <p:spPr>
            <a:xfrm>
              <a:off x="3742875" y="31865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04"/>
                    <a:pt x="1318" y="2604"/>
                  </a:cubicBezTo>
                  <a:cubicBezTo>
                    <a:pt x="2026" y="2604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57"/>
            <p:cNvSpPr/>
            <p:nvPr/>
          </p:nvSpPr>
          <p:spPr>
            <a:xfrm>
              <a:off x="3736450" y="3180150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54" y="514"/>
                    <a:pt x="2604" y="997"/>
                    <a:pt x="2604" y="1575"/>
                  </a:cubicBezTo>
                  <a:cubicBezTo>
                    <a:pt x="2604" y="2154"/>
                    <a:pt x="2154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707" y="0"/>
                    <a:pt x="0" y="707"/>
                    <a:pt x="0" y="1575"/>
                  </a:cubicBezTo>
                  <a:cubicBezTo>
                    <a:pt x="0" y="2443"/>
                    <a:pt x="707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57"/>
            <p:cNvSpPr/>
            <p:nvPr/>
          </p:nvSpPr>
          <p:spPr>
            <a:xfrm>
              <a:off x="3928500" y="3103800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7" y="0"/>
                  </a:moveTo>
                  <a:cubicBezTo>
                    <a:pt x="579" y="0"/>
                    <a:pt x="1" y="579"/>
                    <a:pt x="1" y="1318"/>
                  </a:cubicBezTo>
                  <a:cubicBezTo>
                    <a:pt x="1" y="2025"/>
                    <a:pt x="579" y="2604"/>
                    <a:pt x="1287" y="2604"/>
                  </a:cubicBezTo>
                  <a:cubicBezTo>
                    <a:pt x="2026" y="2604"/>
                    <a:pt x="2605" y="2025"/>
                    <a:pt x="2605" y="1318"/>
                  </a:cubicBezTo>
                  <a:cubicBezTo>
                    <a:pt x="2605" y="579"/>
                    <a:pt x="2026" y="0"/>
                    <a:pt x="1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57"/>
            <p:cNvSpPr/>
            <p:nvPr/>
          </p:nvSpPr>
          <p:spPr>
            <a:xfrm>
              <a:off x="3921275" y="3096550"/>
              <a:ext cx="78775" cy="79600"/>
            </a:xfrm>
            <a:custGeom>
              <a:avLst/>
              <a:gdLst/>
              <a:ahLst/>
              <a:cxnLst/>
              <a:rect l="l" t="t" r="r" b="b"/>
              <a:pathLst>
                <a:path w="3151" h="3184" extrusionOk="0">
                  <a:moveTo>
                    <a:pt x="1576" y="547"/>
                  </a:moveTo>
                  <a:cubicBezTo>
                    <a:pt x="2154" y="547"/>
                    <a:pt x="2636" y="1030"/>
                    <a:pt x="2636" y="1608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608"/>
                  </a:cubicBezTo>
                  <a:cubicBezTo>
                    <a:pt x="547" y="1030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608"/>
                  </a:cubicBezTo>
                  <a:cubicBezTo>
                    <a:pt x="1" y="2476"/>
                    <a:pt x="708" y="3183"/>
                    <a:pt x="1576" y="3183"/>
                  </a:cubicBezTo>
                  <a:cubicBezTo>
                    <a:pt x="2443" y="3183"/>
                    <a:pt x="3151" y="2476"/>
                    <a:pt x="3151" y="1608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57"/>
            <p:cNvSpPr/>
            <p:nvPr/>
          </p:nvSpPr>
          <p:spPr>
            <a:xfrm>
              <a:off x="4113350" y="2992900"/>
              <a:ext cx="65900" cy="65925"/>
            </a:xfrm>
            <a:custGeom>
              <a:avLst/>
              <a:gdLst/>
              <a:ahLst/>
              <a:cxnLst/>
              <a:rect l="l" t="t" r="r" b="b"/>
              <a:pathLst>
                <a:path w="2636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58"/>
                    <a:pt x="579" y="2636"/>
                    <a:pt x="1318" y="2636"/>
                  </a:cubicBezTo>
                  <a:cubicBezTo>
                    <a:pt x="2025" y="2636"/>
                    <a:pt x="2636" y="2058"/>
                    <a:pt x="2636" y="1318"/>
                  </a:cubicBezTo>
                  <a:cubicBezTo>
                    <a:pt x="2636" y="579"/>
                    <a:pt x="2025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57"/>
            <p:cNvSpPr/>
            <p:nvPr/>
          </p:nvSpPr>
          <p:spPr>
            <a:xfrm>
              <a:off x="4106900" y="2986475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5"/>
                  </a:cubicBezTo>
                  <a:cubicBezTo>
                    <a:pt x="2605" y="2154"/>
                    <a:pt x="2155" y="2604"/>
                    <a:pt x="1576" y="2604"/>
                  </a:cubicBezTo>
                  <a:cubicBezTo>
                    <a:pt x="997" y="2604"/>
                    <a:pt x="547" y="2154"/>
                    <a:pt x="547" y="1575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0"/>
                  </a:moveTo>
                  <a:cubicBezTo>
                    <a:pt x="708" y="0"/>
                    <a:pt x="1" y="707"/>
                    <a:pt x="1" y="1575"/>
                  </a:cubicBezTo>
                  <a:cubicBezTo>
                    <a:pt x="1" y="2443"/>
                    <a:pt x="708" y="3150"/>
                    <a:pt x="1576" y="3150"/>
                  </a:cubicBezTo>
                  <a:cubicBezTo>
                    <a:pt x="2444" y="3150"/>
                    <a:pt x="3151" y="2443"/>
                    <a:pt x="3151" y="1575"/>
                  </a:cubicBezTo>
                  <a:cubicBezTo>
                    <a:pt x="3151" y="707"/>
                    <a:pt x="2444" y="0"/>
                    <a:pt x="1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57"/>
            <p:cNvSpPr/>
            <p:nvPr/>
          </p:nvSpPr>
          <p:spPr>
            <a:xfrm>
              <a:off x="4298975" y="3048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318" y="0"/>
                  </a:moveTo>
                  <a:cubicBezTo>
                    <a:pt x="579" y="0"/>
                    <a:pt x="0" y="579"/>
                    <a:pt x="0" y="1318"/>
                  </a:cubicBezTo>
                  <a:cubicBezTo>
                    <a:pt x="0" y="2025"/>
                    <a:pt x="579" y="2636"/>
                    <a:pt x="1318" y="2636"/>
                  </a:cubicBezTo>
                  <a:cubicBezTo>
                    <a:pt x="2026" y="2636"/>
                    <a:pt x="2604" y="2025"/>
                    <a:pt x="2604" y="1318"/>
                  </a:cubicBezTo>
                  <a:cubicBezTo>
                    <a:pt x="2604" y="579"/>
                    <a:pt x="2026" y="0"/>
                    <a:pt x="13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57"/>
            <p:cNvSpPr/>
            <p:nvPr/>
          </p:nvSpPr>
          <p:spPr>
            <a:xfrm>
              <a:off x="4292550" y="3041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4"/>
                  </a:moveTo>
                  <a:cubicBezTo>
                    <a:pt x="2122" y="514"/>
                    <a:pt x="2604" y="997"/>
                    <a:pt x="2604" y="1575"/>
                  </a:cubicBezTo>
                  <a:cubicBezTo>
                    <a:pt x="2604" y="2154"/>
                    <a:pt x="2122" y="2604"/>
                    <a:pt x="1575" y="2604"/>
                  </a:cubicBezTo>
                  <a:cubicBezTo>
                    <a:pt x="997" y="2604"/>
                    <a:pt x="515" y="2154"/>
                    <a:pt x="515" y="1575"/>
                  </a:cubicBezTo>
                  <a:cubicBezTo>
                    <a:pt x="515" y="997"/>
                    <a:pt x="997" y="514"/>
                    <a:pt x="1575" y="514"/>
                  </a:cubicBezTo>
                  <a:close/>
                  <a:moveTo>
                    <a:pt x="1575" y="0"/>
                  </a:moveTo>
                  <a:cubicBezTo>
                    <a:pt x="675" y="0"/>
                    <a:pt x="0" y="707"/>
                    <a:pt x="0" y="1575"/>
                  </a:cubicBezTo>
                  <a:cubicBezTo>
                    <a:pt x="0" y="2443"/>
                    <a:pt x="675" y="3150"/>
                    <a:pt x="1575" y="3150"/>
                  </a:cubicBezTo>
                  <a:cubicBezTo>
                    <a:pt x="2443" y="3150"/>
                    <a:pt x="3150" y="2443"/>
                    <a:pt x="3150" y="1575"/>
                  </a:cubicBezTo>
                  <a:cubicBezTo>
                    <a:pt x="3150" y="707"/>
                    <a:pt x="2443" y="0"/>
                    <a:pt x="15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57"/>
            <p:cNvSpPr/>
            <p:nvPr/>
          </p:nvSpPr>
          <p:spPr>
            <a:xfrm>
              <a:off x="4483800" y="3159250"/>
              <a:ext cx="65925" cy="65100"/>
            </a:xfrm>
            <a:custGeom>
              <a:avLst/>
              <a:gdLst/>
              <a:ahLst/>
              <a:cxnLst/>
              <a:rect l="l" t="t" r="r" b="b"/>
              <a:pathLst>
                <a:path w="2637" h="2604" extrusionOk="0">
                  <a:moveTo>
                    <a:pt x="1319" y="0"/>
                  </a:moveTo>
                  <a:cubicBezTo>
                    <a:pt x="611" y="0"/>
                    <a:pt x="1" y="579"/>
                    <a:pt x="1" y="1286"/>
                  </a:cubicBezTo>
                  <a:cubicBezTo>
                    <a:pt x="1" y="2025"/>
                    <a:pt x="611" y="2604"/>
                    <a:pt x="1319" y="2604"/>
                  </a:cubicBezTo>
                  <a:cubicBezTo>
                    <a:pt x="2058" y="2604"/>
                    <a:pt x="2636" y="2025"/>
                    <a:pt x="2636" y="1286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57"/>
            <p:cNvSpPr/>
            <p:nvPr/>
          </p:nvSpPr>
          <p:spPr>
            <a:xfrm>
              <a:off x="4477375" y="3152000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5"/>
                    <a:pt x="2154" y="2637"/>
                    <a:pt x="1576" y="2637"/>
                  </a:cubicBezTo>
                  <a:cubicBezTo>
                    <a:pt x="997" y="2637"/>
                    <a:pt x="547" y="2155"/>
                    <a:pt x="547" y="1576"/>
                  </a:cubicBezTo>
                  <a:cubicBezTo>
                    <a:pt x="547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57"/>
            <p:cNvSpPr/>
            <p:nvPr/>
          </p:nvSpPr>
          <p:spPr>
            <a:xfrm>
              <a:off x="4669450" y="2579025"/>
              <a:ext cx="65900" cy="65125"/>
            </a:xfrm>
            <a:custGeom>
              <a:avLst/>
              <a:gdLst/>
              <a:ahLst/>
              <a:cxnLst/>
              <a:rect l="l" t="t" r="r" b="b"/>
              <a:pathLst>
                <a:path w="2636" h="2605" extrusionOk="0">
                  <a:moveTo>
                    <a:pt x="1318" y="1"/>
                  </a:moveTo>
                  <a:cubicBezTo>
                    <a:pt x="579" y="1"/>
                    <a:pt x="0" y="580"/>
                    <a:pt x="0" y="1287"/>
                  </a:cubicBezTo>
                  <a:cubicBezTo>
                    <a:pt x="0" y="2026"/>
                    <a:pt x="579" y="2605"/>
                    <a:pt x="1318" y="2605"/>
                  </a:cubicBezTo>
                  <a:cubicBezTo>
                    <a:pt x="2025" y="2605"/>
                    <a:pt x="2636" y="2026"/>
                    <a:pt x="2636" y="1287"/>
                  </a:cubicBezTo>
                  <a:cubicBezTo>
                    <a:pt x="2636" y="580"/>
                    <a:pt x="2025" y="1"/>
                    <a:pt x="13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57"/>
            <p:cNvSpPr/>
            <p:nvPr/>
          </p:nvSpPr>
          <p:spPr>
            <a:xfrm>
              <a:off x="4663000" y="2571800"/>
              <a:ext cx="78800" cy="78775"/>
            </a:xfrm>
            <a:custGeom>
              <a:avLst/>
              <a:gdLst/>
              <a:ahLst/>
              <a:cxnLst/>
              <a:rect l="l" t="t" r="r" b="b"/>
              <a:pathLst>
                <a:path w="3152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6"/>
                    <a:pt x="1576" y="2636"/>
                  </a:cubicBezTo>
                  <a:cubicBezTo>
                    <a:pt x="997" y="2636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76"/>
                    <a:pt x="708" y="3151"/>
                    <a:pt x="1576" y="3151"/>
                  </a:cubicBezTo>
                  <a:cubicBezTo>
                    <a:pt x="2444" y="3151"/>
                    <a:pt x="3151" y="2476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57"/>
            <p:cNvSpPr/>
            <p:nvPr/>
          </p:nvSpPr>
          <p:spPr>
            <a:xfrm>
              <a:off x="485507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286" y="0"/>
                  </a:moveTo>
                  <a:cubicBezTo>
                    <a:pt x="579" y="0"/>
                    <a:pt x="0" y="579"/>
                    <a:pt x="0" y="1286"/>
                  </a:cubicBezTo>
                  <a:cubicBezTo>
                    <a:pt x="0" y="2025"/>
                    <a:pt x="579" y="2604"/>
                    <a:pt x="1286" y="2604"/>
                  </a:cubicBezTo>
                  <a:cubicBezTo>
                    <a:pt x="2025" y="2604"/>
                    <a:pt x="2604" y="2025"/>
                    <a:pt x="2604" y="1286"/>
                  </a:cubicBezTo>
                  <a:cubicBezTo>
                    <a:pt x="2604" y="579"/>
                    <a:pt x="2025" y="0"/>
                    <a:pt x="12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57"/>
            <p:cNvSpPr/>
            <p:nvPr/>
          </p:nvSpPr>
          <p:spPr>
            <a:xfrm>
              <a:off x="4847850" y="2489025"/>
              <a:ext cx="79575" cy="78775"/>
            </a:xfrm>
            <a:custGeom>
              <a:avLst/>
              <a:gdLst/>
              <a:ahLst/>
              <a:cxnLst/>
              <a:rect l="l" t="t" r="r" b="b"/>
              <a:pathLst>
                <a:path w="3183" h="3151" extrusionOk="0">
                  <a:moveTo>
                    <a:pt x="1575" y="547"/>
                  </a:moveTo>
                  <a:cubicBezTo>
                    <a:pt x="2154" y="547"/>
                    <a:pt x="2636" y="997"/>
                    <a:pt x="2636" y="1576"/>
                  </a:cubicBezTo>
                  <a:cubicBezTo>
                    <a:pt x="2636" y="2154"/>
                    <a:pt x="2154" y="2637"/>
                    <a:pt x="1575" y="2637"/>
                  </a:cubicBezTo>
                  <a:cubicBezTo>
                    <a:pt x="1029" y="2637"/>
                    <a:pt x="547" y="2154"/>
                    <a:pt x="547" y="1576"/>
                  </a:cubicBezTo>
                  <a:cubicBezTo>
                    <a:pt x="547" y="997"/>
                    <a:pt x="1029" y="547"/>
                    <a:pt x="1575" y="547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75" y="3151"/>
                    <a:pt x="3182" y="2444"/>
                    <a:pt x="3182" y="1576"/>
                  </a:cubicBezTo>
                  <a:cubicBezTo>
                    <a:pt x="3182" y="708"/>
                    <a:pt x="2475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57"/>
            <p:cNvSpPr/>
            <p:nvPr/>
          </p:nvSpPr>
          <p:spPr>
            <a:xfrm>
              <a:off x="5039900" y="2385375"/>
              <a:ext cx="65925" cy="65900"/>
            </a:xfrm>
            <a:custGeom>
              <a:avLst/>
              <a:gdLst/>
              <a:ahLst/>
              <a:cxnLst/>
              <a:rect l="l" t="t" r="r" b="b"/>
              <a:pathLst>
                <a:path w="2637" h="2636" extrusionOk="0">
                  <a:moveTo>
                    <a:pt x="1319" y="0"/>
                  </a:moveTo>
                  <a:cubicBezTo>
                    <a:pt x="611" y="0"/>
                    <a:pt x="1" y="579"/>
                    <a:pt x="1" y="1318"/>
                  </a:cubicBezTo>
                  <a:cubicBezTo>
                    <a:pt x="1" y="2025"/>
                    <a:pt x="611" y="2636"/>
                    <a:pt x="1319" y="2636"/>
                  </a:cubicBezTo>
                  <a:cubicBezTo>
                    <a:pt x="2058" y="2636"/>
                    <a:pt x="2636" y="2025"/>
                    <a:pt x="2636" y="1318"/>
                  </a:cubicBezTo>
                  <a:cubicBezTo>
                    <a:pt x="2636" y="579"/>
                    <a:pt x="2058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57"/>
            <p:cNvSpPr/>
            <p:nvPr/>
          </p:nvSpPr>
          <p:spPr>
            <a:xfrm>
              <a:off x="5033475" y="2378925"/>
              <a:ext cx="78775" cy="78800"/>
            </a:xfrm>
            <a:custGeom>
              <a:avLst/>
              <a:gdLst/>
              <a:ahLst/>
              <a:cxnLst/>
              <a:rect l="l" t="t" r="r" b="b"/>
              <a:pathLst>
                <a:path w="3151" h="3152" extrusionOk="0">
                  <a:moveTo>
                    <a:pt x="1576" y="515"/>
                  </a:moveTo>
                  <a:cubicBezTo>
                    <a:pt x="2154" y="515"/>
                    <a:pt x="2604" y="997"/>
                    <a:pt x="2636" y="1576"/>
                  </a:cubicBezTo>
                  <a:cubicBezTo>
                    <a:pt x="2604" y="2155"/>
                    <a:pt x="2154" y="2605"/>
                    <a:pt x="1576" y="2605"/>
                  </a:cubicBezTo>
                  <a:cubicBezTo>
                    <a:pt x="997" y="2605"/>
                    <a:pt x="547" y="2155"/>
                    <a:pt x="547" y="1576"/>
                  </a:cubicBezTo>
                  <a:cubicBezTo>
                    <a:pt x="547" y="997"/>
                    <a:pt x="997" y="515"/>
                    <a:pt x="1576" y="515"/>
                  </a:cubicBezTo>
                  <a:close/>
                  <a:moveTo>
                    <a:pt x="1576" y="1"/>
                  </a:moveTo>
                  <a:cubicBezTo>
                    <a:pt x="708" y="1"/>
                    <a:pt x="0" y="708"/>
                    <a:pt x="0" y="1576"/>
                  </a:cubicBezTo>
                  <a:cubicBezTo>
                    <a:pt x="0" y="2444"/>
                    <a:pt x="708" y="3151"/>
                    <a:pt x="1576" y="3151"/>
                  </a:cubicBezTo>
                  <a:cubicBezTo>
                    <a:pt x="2443" y="3151"/>
                    <a:pt x="3151" y="2444"/>
                    <a:pt x="3151" y="1576"/>
                  </a:cubicBezTo>
                  <a:cubicBezTo>
                    <a:pt x="3151" y="708"/>
                    <a:pt x="2443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57"/>
            <p:cNvSpPr/>
            <p:nvPr/>
          </p:nvSpPr>
          <p:spPr>
            <a:xfrm>
              <a:off x="5225525" y="2496275"/>
              <a:ext cx="65125" cy="65100"/>
            </a:xfrm>
            <a:custGeom>
              <a:avLst/>
              <a:gdLst/>
              <a:ahLst/>
              <a:cxnLst/>
              <a:rect l="l" t="t" r="r" b="b"/>
              <a:pathLst>
                <a:path w="2605" h="2604" extrusionOk="0">
                  <a:moveTo>
                    <a:pt x="1319" y="0"/>
                  </a:moveTo>
                  <a:cubicBezTo>
                    <a:pt x="580" y="0"/>
                    <a:pt x="1" y="579"/>
                    <a:pt x="1" y="1286"/>
                  </a:cubicBezTo>
                  <a:cubicBezTo>
                    <a:pt x="1" y="2025"/>
                    <a:pt x="580" y="2604"/>
                    <a:pt x="1319" y="2604"/>
                  </a:cubicBezTo>
                  <a:cubicBezTo>
                    <a:pt x="2026" y="2604"/>
                    <a:pt x="2605" y="2025"/>
                    <a:pt x="2605" y="1286"/>
                  </a:cubicBezTo>
                  <a:cubicBezTo>
                    <a:pt x="2605" y="579"/>
                    <a:pt x="2026" y="0"/>
                    <a:pt x="13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57"/>
            <p:cNvSpPr/>
            <p:nvPr/>
          </p:nvSpPr>
          <p:spPr>
            <a:xfrm>
              <a:off x="5219100" y="24890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6" y="547"/>
                  </a:moveTo>
                  <a:cubicBezTo>
                    <a:pt x="2155" y="547"/>
                    <a:pt x="2605" y="997"/>
                    <a:pt x="2605" y="1576"/>
                  </a:cubicBezTo>
                  <a:cubicBezTo>
                    <a:pt x="2605" y="2154"/>
                    <a:pt x="2155" y="2637"/>
                    <a:pt x="1576" y="2637"/>
                  </a:cubicBezTo>
                  <a:cubicBezTo>
                    <a:pt x="997" y="2637"/>
                    <a:pt x="515" y="2154"/>
                    <a:pt x="515" y="1576"/>
                  </a:cubicBezTo>
                  <a:cubicBezTo>
                    <a:pt x="515" y="997"/>
                    <a:pt x="997" y="547"/>
                    <a:pt x="1576" y="547"/>
                  </a:cubicBezTo>
                  <a:close/>
                  <a:moveTo>
                    <a:pt x="1576" y="1"/>
                  </a:moveTo>
                  <a:cubicBezTo>
                    <a:pt x="708" y="1"/>
                    <a:pt x="1" y="708"/>
                    <a:pt x="1" y="1576"/>
                  </a:cubicBezTo>
                  <a:cubicBezTo>
                    <a:pt x="1" y="2444"/>
                    <a:pt x="708" y="3151"/>
                    <a:pt x="1576" y="3151"/>
                  </a:cubicBezTo>
                  <a:cubicBezTo>
                    <a:pt x="2444" y="3151"/>
                    <a:pt x="3151" y="2444"/>
                    <a:pt x="3151" y="1576"/>
                  </a:cubicBezTo>
                  <a:cubicBezTo>
                    <a:pt x="3151" y="708"/>
                    <a:pt x="2444" y="1"/>
                    <a:pt x="157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57"/>
            <p:cNvSpPr/>
            <p:nvPr/>
          </p:nvSpPr>
          <p:spPr>
            <a:xfrm>
              <a:off x="5411175" y="2606350"/>
              <a:ext cx="65125" cy="65925"/>
            </a:xfrm>
            <a:custGeom>
              <a:avLst/>
              <a:gdLst/>
              <a:ahLst/>
              <a:cxnLst/>
              <a:rect l="l" t="t" r="r" b="b"/>
              <a:pathLst>
                <a:path w="2605" h="2637" extrusionOk="0">
                  <a:moveTo>
                    <a:pt x="1286" y="1"/>
                  </a:moveTo>
                  <a:cubicBezTo>
                    <a:pt x="579" y="1"/>
                    <a:pt x="0" y="579"/>
                    <a:pt x="0" y="1319"/>
                  </a:cubicBezTo>
                  <a:cubicBezTo>
                    <a:pt x="0" y="2026"/>
                    <a:pt x="579" y="2637"/>
                    <a:pt x="1286" y="2637"/>
                  </a:cubicBezTo>
                  <a:cubicBezTo>
                    <a:pt x="2025" y="2637"/>
                    <a:pt x="2604" y="2026"/>
                    <a:pt x="2604" y="1319"/>
                  </a:cubicBezTo>
                  <a:cubicBezTo>
                    <a:pt x="2604" y="579"/>
                    <a:pt x="2025" y="1"/>
                    <a:pt x="12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57"/>
            <p:cNvSpPr/>
            <p:nvPr/>
          </p:nvSpPr>
          <p:spPr>
            <a:xfrm>
              <a:off x="5403950" y="2599925"/>
              <a:ext cx="78775" cy="78775"/>
            </a:xfrm>
            <a:custGeom>
              <a:avLst/>
              <a:gdLst/>
              <a:ahLst/>
              <a:cxnLst/>
              <a:rect l="l" t="t" r="r" b="b"/>
              <a:pathLst>
                <a:path w="3151" h="3151" extrusionOk="0">
                  <a:moveTo>
                    <a:pt x="1575" y="515"/>
                  </a:moveTo>
                  <a:cubicBezTo>
                    <a:pt x="2154" y="515"/>
                    <a:pt x="2636" y="997"/>
                    <a:pt x="2636" y="1576"/>
                  </a:cubicBezTo>
                  <a:cubicBezTo>
                    <a:pt x="2636" y="2154"/>
                    <a:pt x="2154" y="2604"/>
                    <a:pt x="1575" y="2604"/>
                  </a:cubicBezTo>
                  <a:cubicBezTo>
                    <a:pt x="997" y="2604"/>
                    <a:pt x="547" y="2154"/>
                    <a:pt x="547" y="1576"/>
                  </a:cubicBezTo>
                  <a:cubicBezTo>
                    <a:pt x="547" y="997"/>
                    <a:pt x="997" y="515"/>
                    <a:pt x="1575" y="515"/>
                  </a:cubicBezTo>
                  <a:close/>
                  <a:moveTo>
                    <a:pt x="1575" y="1"/>
                  </a:moveTo>
                  <a:cubicBezTo>
                    <a:pt x="707" y="1"/>
                    <a:pt x="0" y="708"/>
                    <a:pt x="0" y="1576"/>
                  </a:cubicBezTo>
                  <a:cubicBezTo>
                    <a:pt x="0" y="2444"/>
                    <a:pt x="707" y="3151"/>
                    <a:pt x="1575" y="3151"/>
                  </a:cubicBezTo>
                  <a:cubicBezTo>
                    <a:pt x="2443" y="3151"/>
                    <a:pt x="3150" y="2444"/>
                    <a:pt x="3150" y="1576"/>
                  </a:cubicBezTo>
                  <a:cubicBezTo>
                    <a:pt x="3150" y="708"/>
                    <a:pt x="2443" y="1"/>
                    <a:pt x="15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57"/>
            <p:cNvSpPr/>
            <p:nvPr/>
          </p:nvSpPr>
          <p:spPr>
            <a:xfrm>
              <a:off x="5747875" y="1384075"/>
              <a:ext cx="105300" cy="3359925"/>
            </a:xfrm>
            <a:custGeom>
              <a:avLst/>
              <a:gdLst/>
              <a:ahLst/>
              <a:cxnLst/>
              <a:rect l="l" t="t" r="r" b="b"/>
              <a:pathLst>
                <a:path w="4212" h="134397" extrusionOk="0">
                  <a:moveTo>
                    <a:pt x="1" y="0"/>
                  </a:moveTo>
                  <a:lnTo>
                    <a:pt x="1" y="134396"/>
                  </a:lnTo>
                  <a:lnTo>
                    <a:pt x="4212" y="134396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57"/>
            <p:cNvSpPr/>
            <p:nvPr/>
          </p:nvSpPr>
          <p:spPr>
            <a:xfrm>
              <a:off x="5747875" y="1797925"/>
              <a:ext cx="105300" cy="856675"/>
            </a:xfrm>
            <a:custGeom>
              <a:avLst/>
              <a:gdLst/>
              <a:ahLst/>
              <a:cxnLst/>
              <a:rect l="l" t="t" r="r" b="b"/>
              <a:pathLst>
                <a:path w="4212" h="34267" extrusionOk="0">
                  <a:moveTo>
                    <a:pt x="1" y="0"/>
                  </a:moveTo>
                  <a:lnTo>
                    <a:pt x="1" y="34267"/>
                  </a:lnTo>
                  <a:lnTo>
                    <a:pt x="4212" y="34267"/>
                  </a:lnTo>
                  <a:lnTo>
                    <a:pt x="421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7" name="Google Shape;3307;p57"/>
            <p:cNvSpPr/>
            <p:nvPr/>
          </p:nvSpPr>
          <p:spPr>
            <a:xfrm>
              <a:off x="1797325" y="1384075"/>
              <a:ext cx="4055850" cy="205750"/>
            </a:xfrm>
            <a:custGeom>
              <a:avLst/>
              <a:gdLst/>
              <a:ahLst/>
              <a:cxnLst/>
              <a:rect l="l" t="t" r="r" b="b"/>
              <a:pathLst>
                <a:path w="162234" h="8230" extrusionOk="0">
                  <a:moveTo>
                    <a:pt x="1" y="0"/>
                  </a:moveTo>
                  <a:lnTo>
                    <a:pt x="1" y="8229"/>
                  </a:lnTo>
                  <a:lnTo>
                    <a:pt x="162234" y="8229"/>
                  </a:lnTo>
                  <a:lnTo>
                    <a:pt x="1622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57"/>
            <p:cNvSpPr/>
            <p:nvPr/>
          </p:nvSpPr>
          <p:spPr>
            <a:xfrm>
              <a:off x="1797325" y="1652475"/>
              <a:ext cx="1042325" cy="164750"/>
            </a:xfrm>
            <a:custGeom>
              <a:avLst/>
              <a:gdLst/>
              <a:ahLst/>
              <a:cxnLst/>
              <a:rect l="l" t="t" r="r" b="b"/>
              <a:pathLst>
                <a:path w="41693" h="6590" extrusionOk="0">
                  <a:moveTo>
                    <a:pt x="1" y="0"/>
                  </a:moveTo>
                  <a:lnTo>
                    <a:pt x="1" y="6590"/>
                  </a:lnTo>
                  <a:lnTo>
                    <a:pt x="40599" y="6590"/>
                  </a:lnTo>
                  <a:cubicBezTo>
                    <a:pt x="41178" y="6590"/>
                    <a:pt x="41692" y="6108"/>
                    <a:pt x="41692" y="5497"/>
                  </a:cubicBezTo>
                  <a:lnTo>
                    <a:pt x="41692" y="1061"/>
                  </a:lnTo>
                  <a:cubicBezTo>
                    <a:pt x="41692" y="482"/>
                    <a:pt x="41178" y="0"/>
                    <a:pt x="405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57"/>
            <p:cNvSpPr/>
            <p:nvPr/>
          </p:nvSpPr>
          <p:spPr>
            <a:xfrm>
              <a:off x="1927525" y="1675775"/>
              <a:ext cx="65900" cy="100475"/>
            </a:xfrm>
            <a:custGeom>
              <a:avLst/>
              <a:gdLst/>
              <a:ahLst/>
              <a:cxnLst/>
              <a:rect l="l" t="t" r="r" b="b"/>
              <a:pathLst>
                <a:path w="2636" h="4019" extrusionOk="0">
                  <a:moveTo>
                    <a:pt x="0" y="1"/>
                  </a:moveTo>
                  <a:lnTo>
                    <a:pt x="0" y="4019"/>
                  </a:lnTo>
                  <a:lnTo>
                    <a:pt x="547" y="4019"/>
                  </a:lnTo>
                  <a:lnTo>
                    <a:pt x="547" y="1190"/>
                  </a:lnTo>
                  <a:lnTo>
                    <a:pt x="997" y="4019"/>
                  </a:lnTo>
                  <a:lnTo>
                    <a:pt x="1607" y="4019"/>
                  </a:lnTo>
                  <a:lnTo>
                    <a:pt x="2025" y="1126"/>
                  </a:lnTo>
                  <a:lnTo>
                    <a:pt x="2025" y="4019"/>
                  </a:lnTo>
                  <a:lnTo>
                    <a:pt x="2636" y="4019"/>
                  </a:lnTo>
                  <a:lnTo>
                    <a:pt x="2636" y="1"/>
                  </a:lnTo>
                  <a:lnTo>
                    <a:pt x="1768" y="1"/>
                  </a:lnTo>
                  <a:lnTo>
                    <a:pt x="1318" y="2861"/>
                  </a:lnTo>
                  <a:lnTo>
                    <a:pt x="86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0" name="Google Shape;3310;p57"/>
            <p:cNvSpPr/>
            <p:nvPr/>
          </p:nvSpPr>
          <p:spPr>
            <a:xfrm>
              <a:off x="2000650" y="1675775"/>
              <a:ext cx="55475" cy="100475"/>
            </a:xfrm>
            <a:custGeom>
              <a:avLst/>
              <a:gdLst/>
              <a:ahLst/>
              <a:cxnLst/>
              <a:rect l="l" t="t" r="r" b="b"/>
              <a:pathLst>
                <a:path w="2219" h="4019" extrusionOk="0">
                  <a:moveTo>
                    <a:pt x="1093" y="708"/>
                  </a:moveTo>
                  <a:lnTo>
                    <a:pt x="1382" y="2733"/>
                  </a:lnTo>
                  <a:lnTo>
                    <a:pt x="772" y="2733"/>
                  </a:lnTo>
                  <a:lnTo>
                    <a:pt x="1093" y="708"/>
                  </a:lnTo>
                  <a:close/>
                  <a:moveTo>
                    <a:pt x="643" y="1"/>
                  </a:moveTo>
                  <a:lnTo>
                    <a:pt x="0" y="4019"/>
                  </a:lnTo>
                  <a:lnTo>
                    <a:pt x="579" y="4019"/>
                  </a:lnTo>
                  <a:lnTo>
                    <a:pt x="707" y="3279"/>
                  </a:lnTo>
                  <a:lnTo>
                    <a:pt x="1479" y="3279"/>
                  </a:lnTo>
                  <a:lnTo>
                    <a:pt x="1575" y="4019"/>
                  </a:lnTo>
                  <a:lnTo>
                    <a:pt x="2218" y="4019"/>
                  </a:lnTo>
                  <a:lnTo>
                    <a:pt x="15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1" name="Google Shape;3311;p57"/>
            <p:cNvSpPr/>
            <p:nvPr/>
          </p:nvSpPr>
          <p:spPr>
            <a:xfrm>
              <a:off x="2063325" y="1675775"/>
              <a:ext cx="49050" cy="100475"/>
            </a:xfrm>
            <a:custGeom>
              <a:avLst/>
              <a:gdLst/>
              <a:ahLst/>
              <a:cxnLst/>
              <a:rect l="l" t="t" r="r" b="b"/>
              <a:pathLst>
                <a:path w="1962" h="4019" extrusionOk="0">
                  <a:moveTo>
                    <a:pt x="933" y="579"/>
                  </a:moveTo>
                  <a:cubicBezTo>
                    <a:pt x="1158" y="579"/>
                    <a:pt x="1254" y="708"/>
                    <a:pt x="1254" y="997"/>
                  </a:cubicBezTo>
                  <a:lnTo>
                    <a:pt x="1254" y="1383"/>
                  </a:lnTo>
                  <a:cubicBezTo>
                    <a:pt x="1254" y="1704"/>
                    <a:pt x="1126" y="1801"/>
                    <a:pt x="868" y="1801"/>
                  </a:cubicBezTo>
                  <a:lnTo>
                    <a:pt x="643" y="1801"/>
                  </a:lnTo>
                  <a:lnTo>
                    <a:pt x="643" y="579"/>
                  </a:lnTo>
                  <a:close/>
                  <a:moveTo>
                    <a:pt x="1" y="1"/>
                  </a:moveTo>
                  <a:lnTo>
                    <a:pt x="1" y="4019"/>
                  </a:lnTo>
                  <a:lnTo>
                    <a:pt x="643" y="4019"/>
                  </a:lnTo>
                  <a:lnTo>
                    <a:pt x="643" y="2379"/>
                  </a:lnTo>
                  <a:lnTo>
                    <a:pt x="868" y="2379"/>
                  </a:lnTo>
                  <a:cubicBezTo>
                    <a:pt x="1126" y="2379"/>
                    <a:pt x="1254" y="2508"/>
                    <a:pt x="1254" y="2894"/>
                  </a:cubicBezTo>
                  <a:lnTo>
                    <a:pt x="1254" y="3536"/>
                  </a:lnTo>
                  <a:cubicBezTo>
                    <a:pt x="1254" y="3858"/>
                    <a:pt x="1286" y="3922"/>
                    <a:pt x="1318" y="4019"/>
                  </a:cubicBezTo>
                  <a:lnTo>
                    <a:pt x="1961" y="4019"/>
                  </a:lnTo>
                  <a:cubicBezTo>
                    <a:pt x="1897" y="3858"/>
                    <a:pt x="1897" y="3729"/>
                    <a:pt x="1897" y="3536"/>
                  </a:cubicBezTo>
                  <a:lnTo>
                    <a:pt x="1897" y="2926"/>
                  </a:lnTo>
                  <a:cubicBezTo>
                    <a:pt x="1897" y="2508"/>
                    <a:pt x="1801" y="2186"/>
                    <a:pt x="1479" y="2058"/>
                  </a:cubicBezTo>
                  <a:cubicBezTo>
                    <a:pt x="1768" y="1929"/>
                    <a:pt x="1897" y="1672"/>
                    <a:pt x="1897" y="1254"/>
                  </a:cubicBezTo>
                  <a:lnTo>
                    <a:pt x="1897" y="933"/>
                  </a:lnTo>
                  <a:cubicBezTo>
                    <a:pt x="1897" y="322"/>
                    <a:pt x="1608" y="1"/>
                    <a:pt x="9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2" name="Google Shape;3312;p57"/>
            <p:cNvSpPr/>
            <p:nvPr/>
          </p:nvSpPr>
          <p:spPr>
            <a:xfrm>
              <a:off x="2119575" y="1674975"/>
              <a:ext cx="47450" cy="102075"/>
            </a:xfrm>
            <a:custGeom>
              <a:avLst/>
              <a:gdLst/>
              <a:ahLst/>
              <a:cxnLst/>
              <a:rect l="l" t="t" r="r" b="b"/>
              <a:pathLst>
                <a:path w="1898" h="4083" extrusionOk="0">
                  <a:moveTo>
                    <a:pt x="965" y="0"/>
                  </a:moveTo>
                  <a:cubicBezTo>
                    <a:pt x="322" y="0"/>
                    <a:pt x="1" y="354"/>
                    <a:pt x="1" y="997"/>
                  </a:cubicBezTo>
                  <a:lnTo>
                    <a:pt x="1" y="3086"/>
                  </a:lnTo>
                  <a:cubicBezTo>
                    <a:pt x="1" y="3729"/>
                    <a:pt x="322" y="4083"/>
                    <a:pt x="965" y="4083"/>
                  </a:cubicBezTo>
                  <a:cubicBezTo>
                    <a:pt x="1576" y="4083"/>
                    <a:pt x="1897" y="3729"/>
                    <a:pt x="1897" y="3086"/>
                  </a:cubicBezTo>
                  <a:lnTo>
                    <a:pt x="1897" y="2540"/>
                  </a:lnTo>
                  <a:lnTo>
                    <a:pt x="1286" y="2540"/>
                  </a:lnTo>
                  <a:lnTo>
                    <a:pt x="1286" y="3118"/>
                  </a:lnTo>
                  <a:cubicBezTo>
                    <a:pt x="1286" y="3408"/>
                    <a:pt x="1158" y="3504"/>
                    <a:pt x="965" y="3504"/>
                  </a:cubicBezTo>
                  <a:cubicBezTo>
                    <a:pt x="772" y="3504"/>
                    <a:pt x="644" y="3408"/>
                    <a:pt x="644" y="3118"/>
                  </a:cubicBezTo>
                  <a:lnTo>
                    <a:pt x="644" y="965"/>
                  </a:lnTo>
                  <a:cubicBezTo>
                    <a:pt x="644" y="675"/>
                    <a:pt x="772" y="579"/>
                    <a:pt x="965" y="579"/>
                  </a:cubicBezTo>
                  <a:cubicBezTo>
                    <a:pt x="1158" y="579"/>
                    <a:pt x="1286" y="675"/>
                    <a:pt x="1286" y="965"/>
                  </a:cubicBezTo>
                  <a:lnTo>
                    <a:pt x="1286" y="1383"/>
                  </a:lnTo>
                  <a:lnTo>
                    <a:pt x="1897" y="1383"/>
                  </a:lnTo>
                  <a:lnTo>
                    <a:pt x="1897" y="997"/>
                  </a:lnTo>
                  <a:cubicBezTo>
                    <a:pt x="1897" y="354"/>
                    <a:pt x="1576" y="0"/>
                    <a:pt x="9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3" name="Google Shape;3313;p57"/>
            <p:cNvSpPr/>
            <p:nvPr/>
          </p:nvSpPr>
          <p:spPr>
            <a:xfrm>
              <a:off x="2176625" y="1675775"/>
              <a:ext cx="49850" cy="100475"/>
            </a:xfrm>
            <a:custGeom>
              <a:avLst/>
              <a:gdLst/>
              <a:ahLst/>
              <a:cxnLst/>
              <a:rect l="l" t="t" r="r" b="b"/>
              <a:pathLst>
                <a:path w="1994" h="4019" extrusionOk="0">
                  <a:moveTo>
                    <a:pt x="1" y="1"/>
                  </a:moveTo>
                  <a:lnTo>
                    <a:pt x="1" y="4019"/>
                  </a:lnTo>
                  <a:lnTo>
                    <a:pt x="612" y="4019"/>
                  </a:lnTo>
                  <a:lnTo>
                    <a:pt x="612" y="2315"/>
                  </a:lnTo>
                  <a:lnTo>
                    <a:pt x="1351" y="2315"/>
                  </a:lnTo>
                  <a:lnTo>
                    <a:pt x="1351" y="4019"/>
                  </a:lnTo>
                  <a:lnTo>
                    <a:pt x="1994" y="4019"/>
                  </a:lnTo>
                  <a:lnTo>
                    <a:pt x="1994" y="1"/>
                  </a:lnTo>
                  <a:lnTo>
                    <a:pt x="1351" y="1"/>
                  </a:lnTo>
                  <a:lnTo>
                    <a:pt x="1351" y="1736"/>
                  </a:lnTo>
                  <a:lnTo>
                    <a:pt x="612" y="1736"/>
                  </a:lnTo>
                  <a:lnTo>
                    <a:pt x="61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4" name="Google Shape;3314;p57"/>
            <p:cNvSpPr/>
            <p:nvPr/>
          </p:nvSpPr>
          <p:spPr>
            <a:xfrm>
              <a:off x="2064125" y="1418625"/>
              <a:ext cx="2607750" cy="116550"/>
            </a:xfrm>
            <a:custGeom>
              <a:avLst/>
              <a:gdLst/>
              <a:ahLst/>
              <a:cxnLst/>
              <a:rect l="l" t="t" r="r" b="b"/>
              <a:pathLst>
                <a:path w="104310" h="4662" extrusionOk="0">
                  <a:moveTo>
                    <a:pt x="1" y="0"/>
                  </a:moveTo>
                  <a:lnTo>
                    <a:pt x="1" y="4661"/>
                  </a:lnTo>
                  <a:lnTo>
                    <a:pt x="104309" y="4661"/>
                  </a:lnTo>
                  <a:lnTo>
                    <a:pt x="1043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5" name="Google Shape;3315;p57"/>
            <p:cNvSpPr/>
            <p:nvPr/>
          </p:nvSpPr>
          <p:spPr>
            <a:xfrm>
              <a:off x="2016725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6" name="Google Shape;3316;p57"/>
            <p:cNvSpPr/>
            <p:nvPr/>
          </p:nvSpPr>
          <p:spPr>
            <a:xfrm>
              <a:off x="22023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7" name="Google Shape;3317;p57"/>
            <p:cNvSpPr/>
            <p:nvPr/>
          </p:nvSpPr>
          <p:spPr>
            <a:xfrm>
              <a:off x="238797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8" name="Google Shape;3318;p57"/>
            <p:cNvSpPr/>
            <p:nvPr/>
          </p:nvSpPr>
          <p:spPr>
            <a:xfrm>
              <a:off x="2573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9" name="Google Shape;3319;p57"/>
            <p:cNvSpPr/>
            <p:nvPr/>
          </p:nvSpPr>
          <p:spPr>
            <a:xfrm>
              <a:off x="27592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0" name="Google Shape;3320;p57"/>
            <p:cNvSpPr/>
            <p:nvPr/>
          </p:nvSpPr>
          <p:spPr>
            <a:xfrm>
              <a:off x="294487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1" name="Google Shape;3321;p57"/>
            <p:cNvSpPr/>
            <p:nvPr/>
          </p:nvSpPr>
          <p:spPr>
            <a:xfrm>
              <a:off x="3130525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2" name="Google Shape;3322;p57"/>
            <p:cNvSpPr/>
            <p:nvPr/>
          </p:nvSpPr>
          <p:spPr>
            <a:xfrm>
              <a:off x="33161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3" name="Google Shape;3323;p57"/>
            <p:cNvSpPr/>
            <p:nvPr/>
          </p:nvSpPr>
          <p:spPr>
            <a:xfrm>
              <a:off x="35018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57"/>
            <p:cNvSpPr/>
            <p:nvPr/>
          </p:nvSpPr>
          <p:spPr>
            <a:xfrm>
              <a:off x="36866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5" name="Google Shape;3325;p57"/>
            <p:cNvSpPr/>
            <p:nvPr/>
          </p:nvSpPr>
          <p:spPr>
            <a:xfrm>
              <a:off x="38722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6" name="Google Shape;3326;p57"/>
            <p:cNvSpPr/>
            <p:nvPr/>
          </p:nvSpPr>
          <p:spPr>
            <a:xfrm>
              <a:off x="40579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7" name="Google Shape;3327;p57"/>
            <p:cNvSpPr/>
            <p:nvPr/>
          </p:nvSpPr>
          <p:spPr>
            <a:xfrm>
              <a:off x="4243525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8" name="Google Shape;3328;p57"/>
            <p:cNvSpPr/>
            <p:nvPr/>
          </p:nvSpPr>
          <p:spPr>
            <a:xfrm>
              <a:off x="4429150" y="3505600"/>
              <a:ext cx="176825" cy="81200"/>
            </a:xfrm>
            <a:custGeom>
              <a:avLst/>
              <a:gdLst/>
              <a:ahLst/>
              <a:cxnLst/>
              <a:rect l="l" t="t" r="r" b="b"/>
              <a:pathLst>
                <a:path w="707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73" y="3247"/>
                  </a:lnTo>
                  <a:lnTo>
                    <a:pt x="7073" y="1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9" name="Google Shape;3329;p57"/>
            <p:cNvSpPr/>
            <p:nvPr/>
          </p:nvSpPr>
          <p:spPr>
            <a:xfrm>
              <a:off x="4614800" y="3505600"/>
              <a:ext cx="176800" cy="81200"/>
            </a:xfrm>
            <a:custGeom>
              <a:avLst/>
              <a:gdLst/>
              <a:ahLst/>
              <a:cxnLst/>
              <a:rect l="l" t="t" r="r" b="b"/>
              <a:pathLst>
                <a:path w="7072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72" y="3247"/>
                  </a:lnTo>
                  <a:lnTo>
                    <a:pt x="70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0" name="Google Shape;3330;p57"/>
            <p:cNvSpPr/>
            <p:nvPr/>
          </p:nvSpPr>
          <p:spPr>
            <a:xfrm>
              <a:off x="48004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1" name="Google Shape;3331;p57"/>
            <p:cNvSpPr/>
            <p:nvPr/>
          </p:nvSpPr>
          <p:spPr>
            <a:xfrm>
              <a:off x="4986050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1" y="3247"/>
                  </a:lnTo>
                  <a:lnTo>
                    <a:pt x="704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57"/>
            <p:cNvSpPr/>
            <p:nvPr/>
          </p:nvSpPr>
          <p:spPr>
            <a:xfrm>
              <a:off x="5171700" y="3505600"/>
              <a:ext cx="176000" cy="81200"/>
            </a:xfrm>
            <a:custGeom>
              <a:avLst/>
              <a:gdLst/>
              <a:ahLst/>
              <a:cxnLst/>
              <a:rect l="l" t="t" r="r" b="b"/>
              <a:pathLst>
                <a:path w="7040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3" name="Google Shape;3333;p57"/>
            <p:cNvSpPr/>
            <p:nvPr/>
          </p:nvSpPr>
          <p:spPr>
            <a:xfrm>
              <a:off x="5357325" y="3505600"/>
              <a:ext cx="176025" cy="81200"/>
            </a:xfrm>
            <a:custGeom>
              <a:avLst/>
              <a:gdLst/>
              <a:ahLst/>
              <a:cxnLst/>
              <a:rect l="l" t="t" r="r" b="b"/>
              <a:pathLst>
                <a:path w="704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7040" y="3247"/>
                  </a:lnTo>
                  <a:lnTo>
                    <a:pt x="704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4" name="Google Shape;3334;p57"/>
            <p:cNvSpPr/>
            <p:nvPr/>
          </p:nvSpPr>
          <p:spPr>
            <a:xfrm>
              <a:off x="19026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0" y="3247"/>
                  </a:lnTo>
                  <a:lnTo>
                    <a:pt x="119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5" name="Google Shape;3335;p57"/>
            <p:cNvSpPr/>
            <p:nvPr/>
          </p:nvSpPr>
          <p:spPr>
            <a:xfrm>
              <a:off x="22184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6" name="Google Shape;3336;p57"/>
            <p:cNvSpPr/>
            <p:nvPr/>
          </p:nvSpPr>
          <p:spPr>
            <a:xfrm>
              <a:off x="25342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7" name="Google Shape;3337;p57"/>
            <p:cNvSpPr/>
            <p:nvPr/>
          </p:nvSpPr>
          <p:spPr>
            <a:xfrm>
              <a:off x="28500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8" name="Google Shape;3338;p57"/>
            <p:cNvSpPr/>
            <p:nvPr/>
          </p:nvSpPr>
          <p:spPr>
            <a:xfrm>
              <a:off x="31666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9" name="Google Shape;3339;p57"/>
            <p:cNvSpPr/>
            <p:nvPr/>
          </p:nvSpPr>
          <p:spPr>
            <a:xfrm>
              <a:off x="348250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0" name="Google Shape;3340;p57"/>
            <p:cNvSpPr/>
            <p:nvPr/>
          </p:nvSpPr>
          <p:spPr>
            <a:xfrm>
              <a:off x="37983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1" name="Google Shape;3341;p57"/>
            <p:cNvSpPr/>
            <p:nvPr/>
          </p:nvSpPr>
          <p:spPr>
            <a:xfrm>
              <a:off x="4114950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57"/>
            <p:cNvSpPr/>
            <p:nvPr/>
          </p:nvSpPr>
          <p:spPr>
            <a:xfrm>
              <a:off x="44307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0" y="1"/>
                  </a:moveTo>
                  <a:lnTo>
                    <a:pt x="0" y="3247"/>
                  </a:lnTo>
                  <a:lnTo>
                    <a:pt x="12022" y="3247"/>
                  </a:lnTo>
                  <a:lnTo>
                    <a:pt x="1202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57"/>
            <p:cNvSpPr/>
            <p:nvPr/>
          </p:nvSpPr>
          <p:spPr>
            <a:xfrm>
              <a:off x="474657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57"/>
            <p:cNvSpPr/>
            <p:nvPr/>
          </p:nvSpPr>
          <p:spPr>
            <a:xfrm>
              <a:off x="5063200" y="1883100"/>
              <a:ext cx="299775" cy="81200"/>
            </a:xfrm>
            <a:custGeom>
              <a:avLst/>
              <a:gdLst/>
              <a:ahLst/>
              <a:cxnLst/>
              <a:rect l="l" t="t" r="r" b="b"/>
              <a:pathLst>
                <a:path w="11991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1991" y="3247"/>
                  </a:lnTo>
                  <a:lnTo>
                    <a:pt x="1199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57"/>
            <p:cNvSpPr/>
            <p:nvPr/>
          </p:nvSpPr>
          <p:spPr>
            <a:xfrm>
              <a:off x="5379025" y="1883100"/>
              <a:ext cx="300575" cy="81200"/>
            </a:xfrm>
            <a:custGeom>
              <a:avLst/>
              <a:gdLst/>
              <a:ahLst/>
              <a:cxnLst/>
              <a:rect l="l" t="t" r="r" b="b"/>
              <a:pathLst>
                <a:path w="12023" h="3248" extrusionOk="0">
                  <a:moveTo>
                    <a:pt x="1" y="1"/>
                  </a:moveTo>
                  <a:lnTo>
                    <a:pt x="1" y="3247"/>
                  </a:lnTo>
                  <a:lnTo>
                    <a:pt x="12023" y="3247"/>
                  </a:lnTo>
                  <a:lnTo>
                    <a:pt x="120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57"/>
            <p:cNvSpPr/>
            <p:nvPr/>
          </p:nvSpPr>
          <p:spPr>
            <a:xfrm>
              <a:off x="3290450" y="2074375"/>
              <a:ext cx="512725" cy="198500"/>
            </a:xfrm>
            <a:custGeom>
              <a:avLst/>
              <a:gdLst/>
              <a:ahLst/>
              <a:cxnLst/>
              <a:rect l="l" t="t" r="r" b="b"/>
              <a:pathLst>
                <a:path w="20509" h="7940" extrusionOk="0">
                  <a:moveTo>
                    <a:pt x="0" y="0"/>
                  </a:moveTo>
                  <a:lnTo>
                    <a:pt x="4436" y="2218"/>
                  </a:lnTo>
                  <a:lnTo>
                    <a:pt x="4436" y="6751"/>
                  </a:lnTo>
                  <a:cubicBezTo>
                    <a:pt x="4436" y="7426"/>
                    <a:pt x="4950" y="7940"/>
                    <a:pt x="5625" y="7940"/>
                  </a:cubicBezTo>
                  <a:lnTo>
                    <a:pt x="19319" y="7940"/>
                  </a:lnTo>
                  <a:cubicBezTo>
                    <a:pt x="19962" y="7940"/>
                    <a:pt x="20508" y="7426"/>
                    <a:pt x="20508" y="6751"/>
                  </a:cubicBezTo>
                  <a:lnTo>
                    <a:pt x="20508" y="1190"/>
                  </a:lnTo>
                  <a:cubicBezTo>
                    <a:pt x="20508" y="547"/>
                    <a:pt x="19962" y="0"/>
                    <a:pt x="193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57"/>
            <p:cNvSpPr/>
            <p:nvPr/>
          </p:nvSpPr>
          <p:spPr>
            <a:xfrm>
              <a:off x="3503400" y="2106500"/>
              <a:ext cx="60300" cy="131025"/>
            </a:xfrm>
            <a:custGeom>
              <a:avLst/>
              <a:gdLst/>
              <a:ahLst/>
              <a:cxnLst/>
              <a:rect l="l" t="t" r="r" b="b"/>
              <a:pathLst>
                <a:path w="2412" h="5241" extrusionOk="0">
                  <a:moveTo>
                    <a:pt x="1190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1576"/>
                  </a:lnTo>
                  <a:lnTo>
                    <a:pt x="772" y="1576"/>
                  </a:lnTo>
                  <a:lnTo>
                    <a:pt x="772" y="1255"/>
                  </a:lnTo>
                  <a:cubicBezTo>
                    <a:pt x="772" y="869"/>
                    <a:pt x="933" y="740"/>
                    <a:pt x="1190" y="740"/>
                  </a:cubicBezTo>
                  <a:cubicBezTo>
                    <a:pt x="1447" y="740"/>
                    <a:pt x="1608" y="869"/>
                    <a:pt x="1608" y="1319"/>
                  </a:cubicBezTo>
                  <a:lnTo>
                    <a:pt x="1608" y="1608"/>
                  </a:lnTo>
                  <a:cubicBezTo>
                    <a:pt x="1608" y="2026"/>
                    <a:pt x="1415" y="2155"/>
                    <a:pt x="1125" y="2155"/>
                  </a:cubicBezTo>
                  <a:lnTo>
                    <a:pt x="804" y="2155"/>
                  </a:lnTo>
                  <a:lnTo>
                    <a:pt x="804" y="2894"/>
                  </a:lnTo>
                  <a:lnTo>
                    <a:pt x="1061" y="2894"/>
                  </a:lnTo>
                  <a:cubicBezTo>
                    <a:pt x="1447" y="2894"/>
                    <a:pt x="1608" y="3055"/>
                    <a:pt x="1608" y="3537"/>
                  </a:cubicBezTo>
                  <a:lnTo>
                    <a:pt x="1608" y="3955"/>
                  </a:lnTo>
                  <a:cubicBezTo>
                    <a:pt x="1608" y="4405"/>
                    <a:pt x="1447" y="4533"/>
                    <a:pt x="1190" y="4533"/>
                  </a:cubicBezTo>
                  <a:cubicBezTo>
                    <a:pt x="933" y="4533"/>
                    <a:pt x="772" y="4373"/>
                    <a:pt x="772" y="4019"/>
                  </a:cubicBezTo>
                  <a:lnTo>
                    <a:pt x="772" y="3537"/>
                  </a:lnTo>
                  <a:lnTo>
                    <a:pt x="0" y="3537"/>
                  </a:lnTo>
                  <a:lnTo>
                    <a:pt x="0" y="3955"/>
                  </a:lnTo>
                  <a:cubicBezTo>
                    <a:pt x="0" y="4790"/>
                    <a:pt x="418" y="5241"/>
                    <a:pt x="1190" y="5241"/>
                  </a:cubicBezTo>
                  <a:cubicBezTo>
                    <a:pt x="1993" y="5241"/>
                    <a:pt x="2411" y="4790"/>
                    <a:pt x="2411" y="3955"/>
                  </a:cubicBezTo>
                  <a:lnTo>
                    <a:pt x="2411" y="3569"/>
                  </a:lnTo>
                  <a:cubicBezTo>
                    <a:pt x="2411" y="3055"/>
                    <a:pt x="2251" y="2669"/>
                    <a:pt x="1833" y="2476"/>
                  </a:cubicBezTo>
                  <a:cubicBezTo>
                    <a:pt x="2218" y="2315"/>
                    <a:pt x="2411" y="1962"/>
                    <a:pt x="2411" y="1415"/>
                  </a:cubicBezTo>
                  <a:lnTo>
                    <a:pt x="2411" y="1287"/>
                  </a:lnTo>
                  <a:cubicBezTo>
                    <a:pt x="2411" y="483"/>
                    <a:pt x="1993" y="1"/>
                    <a:pt x="1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8" name="Google Shape;3348;p57"/>
            <p:cNvSpPr/>
            <p:nvPr/>
          </p:nvSpPr>
          <p:spPr>
            <a:xfrm>
              <a:off x="3575725" y="2106500"/>
              <a:ext cx="61100" cy="131025"/>
            </a:xfrm>
            <a:custGeom>
              <a:avLst/>
              <a:gdLst/>
              <a:ahLst/>
              <a:cxnLst/>
              <a:rect l="l" t="t" r="r" b="b"/>
              <a:pathLst>
                <a:path w="2444" h="5241" extrusionOk="0">
                  <a:moveTo>
                    <a:pt x="1222" y="740"/>
                  </a:moveTo>
                  <a:cubicBezTo>
                    <a:pt x="1479" y="740"/>
                    <a:pt x="1640" y="869"/>
                    <a:pt x="1640" y="1255"/>
                  </a:cubicBezTo>
                  <a:lnTo>
                    <a:pt x="1640" y="4019"/>
                  </a:lnTo>
                  <a:cubicBezTo>
                    <a:pt x="1640" y="4373"/>
                    <a:pt x="1479" y="4533"/>
                    <a:pt x="1222" y="4533"/>
                  </a:cubicBezTo>
                  <a:cubicBezTo>
                    <a:pt x="965" y="4533"/>
                    <a:pt x="804" y="4373"/>
                    <a:pt x="804" y="4019"/>
                  </a:cubicBezTo>
                  <a:lnTo>
                    <a:pt x="804" y="1255"/>
                  </a:lnTo>
                  <a:cubicBezTo>
                    <a:pt x="804" y="869"/>
                    <a:pt x="965" y="740"/>
                    <a:pt x="1222" y="740"/>
                  </a:cubicBezTo>
                  <a:close/>
                  <a:moveTo>
                    <a:pt x="1222" y="1"/>
                  </a:moveTo>
                  <a:cubicBezTo>
                    <a:pt x="418" y="1"/>
                    <a:pt x="0" y="483"/>
                    <a:pt x="0" y="1287"/>
                  </a:cubicBezTo>
                  <a:lnTo>
                    <a:pt x="0" y="3955"/>
                  </a:lnTo>
                  <a:cubicBezTo>
                    <a:pt x="0" y="4790"/>
                    <a:pt x="418" y="5241"/>
                    <a:pt x="1222" y="5241"/>
                  </a:cubicBezTo>
                  <a:cubicBezTo>
                    <a:pt x="1993" y="5241"/>
                    <a:pt x="2443" y="4790"/>
                    <a:pt x="2443" y="3955"/>
                  </a:cubicBezTo>
                  <a:lnTo>
                    <a:pt x="2443" y="1287"/>
                  </a:lnTo>
                  <a:cubicBezTo>
                    <a:pt x="2443" y="483"/>
                    <a:pt x="1993" y="1"/>
                    <a:pt x="1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9" name="Google Shape;3349;p57"/>
            <p:cNvSpPr/>
            <p:nvPr/>
          </p:nvSpPr>
          <p:spPr>
            <a:xfrm>
              <a:off x="3649650" y="2108125"/>
              <a:ext cx="66725" cy="128600"/>
            </a:xfrm>
            <a:custGeom>
              <a:avLst/>
              <a:gdLst/>
              <a:ahLst/>
              <a:cxnLst/>
              <a:rect l="l" t="t" r="r" b="b"/>
              <a:pathLst>
                <a:path w="2669" h="5144" extrusionOk="0">
                  <a:moveTo>
                    <a:pt x="1" y="0"/>
                  </a:moveTo>
                  <a:lnTo>
                    <a:pt x="1" y="5143"/>
                  </a:lnTo>
                  <a:lnTo>
                    <a:pt x="804" y="5143"/>
                  </a:lnTo>
                  <a:lnTo>
                    <a:pt x="804" y="3568"/>
                  </a:lnTo>
                  <a:lnTo>
                    <a:pt x="1061" y="3086"/>
                  </a:lnTo>
                  <a:lnTo>
                    <a:pt x="1833" y="5143"/>
                  </a:lnTo>
                  <a:lnTo>
                    <a:pt x="2669" y="5143"/>
                  </a:lnTo>
                  <a:lnTo>
                    <a:pt x="1544" y="2283"/>
                  </a:lnTo>
                  <a:lnTo>
                    <a:pt x="2669" y="0"/>
                  </a:lnTo>
                  <a:lnTo>
                    <a:pt x="1865" y="0"/>
                  </a:lnTo>
                  <a:lnTo>
                    <a:pt x="804" y="2250"/>
                  </a:lnTo>
                  <a:lnTo>
                    <a:pt x="80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0" name="Google Shape;3350;p57"/>
            <p:cNvSpPr/>
            <p:nvPr/>
          </p:nvSpPr>
          <p:spPr>
            <a:xfrm>
              <a:off x="2318075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1" name="Google Shape;3351;p57"/>
            <p:cNvSpPr/>
            <p:nvPr/>
          </p:nvSpPr>
          <p:spPr>
            <a:xfrm>
              <a:off x="2400050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2" name="Google Shape;3352;p57"/>
            <p:cNvSpPr/>
            <p:nvPr/>
          </p:nvSpPr>
          <p:spPr>
            <a:xfrm>
              <a:off x="2483625" y="3978125"/>
              <a:ext cx="70725" cy="150300"/>
            </a:xfrm>
            <a:custGeom>
              <a:avLst/>
              <a:gdLst/>
              <a:ahLst/>
              <a:cxnLst/>
              <a:rect l="l" t="t" r="r" b="b"/>
              <a:pathLst>
                <a:path w="2829" h="6012" extrusionOk="0">
                  <a:moveTo>
                    <a:pt x="1414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4" y="5176"/>
                  </a:cubicBezTo>
                  <a:cubicBezTo>
                    <a:pt x="1125" y="5176"/>
                    <a:pt x="932" y="5015"/>
                    <a:pt x="932" y="4597"/>
                  </a:cubicBezTo>
                  <a:lnTo>
                    <a:pt x="932" y="1415"/>
                  </a:lnTo>
                  <a:cubicBezTo>
                    <a:pt x="932" y="997"/>
                    <a:pt x="1125" y="836"/>
                    <a:pt x="1414" y="836"/>
                  </a:cubicBezTo>
                  <a:close/>
                  <a:moveTo>
                    <a:pt x="1414" y="1"/>
                  </a:moveTo>
                  <a:cubicBezTo>
                    <a:pt x="514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514" y="6012"/>
                    <a:pt x="1414" y="6012"/>
                  </a:cubicBezTo>
                  <a:cubicBezTo>
                    <a:pt x="2314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4" y="1"/>
                    <a:pt x="1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3" name="Google Shape;3353;p57"/>
            <p:cNvSpPr/>
            <p:nvPr/>
          </p:nvSpPr>
          <p:spPr>
            <a:xfrm>
              <a:off x="2568800" y="3979725"/>
              <a:ext cx="76375" cy="147100"/>
            </a:xfrm>
            <a:custGeom>
              <a:avLst/>
              <a:gdLst/>
              <a:ahLst/>
              <a:cxnLst/>
              <a:rect l="l" t="t" r="r" b="b"/>
              <a:pathLst>
                <a:path w="3055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3" y="5883"/>
                  </a:lnTo>
                  <a:lnTo>
                    <a:pt x="933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3" y="2572"/>
                  </a:lnTo>
                  <a:lnTo>
                    <a:pt x="9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4" name="Google Shape;3354;p57"/>
            <p:cNvSpPr/>
            <p:nvPr/>
          </p:nvSpPr>
          <p:spPr>
            <a:xfrm>
              <a:off x="23100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2" y="515"/>
                  </a:lnTo>
                  <a:lnTo>
                    <a:pt x="1350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5" name="Google Shape;3355;p57"/>
            <p:cNvSpPr/>
            <p:nvPr/>
          </p:nvSpPr>
          <p:spPr>
            <a:xfrm>
              <a:off x="3584550" y="3979725"/>
              <a:ext cx="69150" cy="148700"/>
            </a:xfrm>
            <a:custGeom>
              <a:avLst/>
              <a:gdLst/>
              <a:ahLst/>
              <a:cxnLst/>
              <a:rect l="l" t="t" r="r" b="b"/>
              <a:pathLst>
                <a:path w="2766" h="5948" extrusionOk="0">
                  <a:moveTo>
                    <a:pt x="162" y="1"/>
                  </a:moveTo>
                  <a:lnTo>
                    <a:pt x="1" y="3408"/>
                  </a:lnTo>
                  <a:lnTo>
                    <a:pt x="869" y="3408"/>
                  </a:lnTo>
                  <a:lnTo>
                    <a:pt x="869" y="3215"/>
                  </a:lnTo>
                  <a:cubicBezTo>
                    <a:pt x="869" y="2797"/>
                    <a:pt x="1062" y="2637"/>
                    <a:pt x="1351" y="2637"/>
                  </a:cubicBezTo>
                  <a:cubicBezTo>
                    <a:pt x="1640" y="2637"/>
                    <a:pt x="1833" y="2797"/>
                    <a:pt x="1833" y="3215"/>
                  </a:cubicBezTo>
                  <a:lnTo>
                    <a:pt x="1833" y="4533"/>
                  </a:lnTo>
                  <a:cubicBezTo>
                    <a:pt x="1833" y="4951"/>
                    <a:pt x="1640" y="5112"/>
                    <a:pt x="1351" y="5112"/>
                  </a:cubicBezTo>
                  <a:cubicBezTo>
                    <a:pt x="1062" y="5112"/>
                    <a:pt x="869" y="4951"/>
                    <a:pt x="869" y="4533"/>
                  </a:cubicBezTo>
                  <a:lnTo>
                    <a:pt x="869" y="3987"/>
                  </a:lnTo>
                  <a:lnTo>
                    <a:pt x="1" y="3987"/>
                  </a:lnTo>
                  <a:lnTo>
                    <a:pt x="1" y="4469"/>
                  </a:lnTo>
                  <a:cubicBezTo>
                    <a:pt x="1" y="5401"/>
                    <a:pt x="451" y="5948"/>
                    <a:pt x="1383" y="5948"/>
                  </a:cubicBezTo>
                  <a:cubicBezTo>
                    <a:pt x="2283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2" y="1801"/>
                    <a:pt x="1737" y="1801"/>
                  </a:cubicBezTo>
                  <a:cubicBezTo>
                    <a:pt x="1351" y="1801"/>
                    <a:pt x="1094" y="1962"/>
                    <a:pt x="933" y="2251"/>
                  </a:cubicBezTo>
                  <a:lnTo>
                    <a:pt x="997" y="837"/>
                  </a:lnTo>
                  <a:lnTo>
                    <a:pt x="2605" y="837"/>
                  </a:lnTo>
                  <a:lnTo>
                    <a:pt x="260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6" name="Google Shape;3356;p57"/>
            <p:cNvSpPr/>
            <p:nvPr/>
          </p:nvSpPr>
          <p:spPr>
            <a:xfrm>
              <a:off x="366652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57"/>
            <p:cNvSpPr/>
            <p:nvPr/>
          </p:nvSpPr>
          <p:spPr>
            <a:xfrm>
              <a:off x="3750100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4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4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29" y="5465"/>
                    <a:pt x="2829" y="4533"/>
                  </a:cubicBezTo>
                  <a:lnTo>
                    <a:pt x="2829" y="1479"/>
                  </a:lnTo>
                  <a:cubicBezTo>
                    <a:pt x="2829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57"/>
            <p:cNvSpPr/>
            <p:nvPr/>
          </p:nvSpPr>
          <p:spPr>
            <a:xfrm>
              <a:off x="3835300" y="3979725"/>
              <a:ext cx="76350" cy="147100"/>
            </a:xfrm>
            <a:custGeom>
              <a:avLst/>
              <a:gdLst/>
              <a:ahLst/>
              <a:cxnLst/>
              <a:rect l="l" t="t" r="r" b="b"/>
              <a:pathLst>
                <a:path w="3054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54" y="5883"/>
                  </a:lnTo>
                  <a:lnTo>
                    <a:pt x="1768" y="2605"/>
                  </a:lnTo>
                  <a:lnTo>
                    <a:pt x="3054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57"/>
            <p:cNvSpPr/>
            <p:nvPr/>
          </p:nvSpPr>
          <p:spPr>
            <a:xfrm>
              <a:off x="3576525" y="4223225"/>
              <a:ext cx="337550" cy="12875"/>
            </a:xfrm>
            <a:custGeom>
              <a:avLst/>
              <a:gdLst/>
              <a:ahLst/>
              <a:cxnLst/>
              <a:rect l="l" t="t" r="r" b="b"/>
              <a:pathLst>
                <a:path w="13502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501" y="515"/>
                  </a:lnTo>
                  <a:lnTo>
                    <a:pt x="1350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57"/>
            <p:cNvSpPr/>
            <p:nvPr/>
          </p:nvSpPr>
          <p:spPr>
            <a:xfrm>
              <a:off x="4959550" y="3979725"/>
              <a:ext cx="69125" cy="148700"/>
            </a:xfrm>
            <a:custGeom>
              <a:avLst/>
              <a:gdLst/>
              <a:ahLst/>
              <a:cxnLst/>
              <a:rect l="l" t="t" r="r" b="b"/>
              <a:pathLst>
                <a:path w="2765" h="5948" extrusionOk="0">
                  <a:moveTo>
                    <a:pt x="161" y="1"/>
                  </a:moveTo>
                  <a:lnTo>
                    <a:pt x="0" y="3408"/>
                  </a:lnTo>
                  <a:lnTo>
                    <a:pt x="868" y="3408"/>
                  </a:lnTo>
                  <a:lnTo>
                    <a:pt x="868" y="3215"/>
                  </a:lnTo>
                  <a:cubicBezTo>
                    <a:pt x="868" y="2797"/>
                    <a:pt x="1061" y="2637"/>
                    <a:pt x="1350" y="2637"/>
                  </a:cubicBezTo>
                  <a:cubicBezTo>
                    <a:pt x="1640" y="2637"/>
                    <a:pt x="1832" y="2797"/>
                    <a:pt x="1832" y="3215"/>
                  </a:cubicBezTo>
                  <a:lnTo>
                    <a:pt x="1832" y="4533"/>
                  </a:lnTo>
                  <a:cubicBezTo>
                    <a:pt x="1832" y="4951"/>
                    <a:pt x="1640" y="5112"/>
                    <a:pt x="1350" y="5112"/>
                  </a:cubicBezTo>
                  <a:cubicBezTo>
                    <a:pt x="1061" y="5112"/>
                    <a:pt x="868" y="4951"/>
                    <a:pt x="868" y="4533"/>
                  </a:cubicBezTo>
                  <a:lnTo>
                    <a:pt x="868" y="3987"/>
                  </a:lnTo>
                  <a:lnTo>
                    <a:pt x="0" y="3987"/>
                  </a:lnTo>
                  <a:lnTo>
                    <a:pt x="0" y="4469"/>
                  </a:lnTo>
                  <a:cubicBezTo>
                    <a:pt x="0" y="5401"/>
                    <a:pt x="482" y="5948"/>
                    <a:pt x="1382" y="5948"/>
                  </a:cubicBezTo>
                  <a:cubicBezTo>
                    <a:pt x="2282" y="5948"/>
                    <a:pt x="2765" y="5401"/>
                    <a:pt x="2765" y="4469"/>
                  </a:cubicBezTo>
                  <a:lnTo>
                    <a:pt x="2765" y="3151"/>
                  </a:lnTo>
                  <a:cubicBezTo>
                    <a:pt x="2765" y="2283"/>
                    <a:pt x="2411" y="1801"/>
                    <a:pt x="1736" y="1801"/>
                  </a:cubicBezTo>
                  <a:cubicBezTo>
                    <a:pt x="1350" y="1801"/>
                    <a:pt x="1093" y="1962"/>
                    <a:pt x="932" y="2251"/>
                  </a:cubicBezTo>
                  <a:lnTo>
                    <a:pt x="997" y="837"/>
                  </a:lnTo>
                  <a:lnTo>
                    <a:pt x="2604" y="837"/>
                  </a:lnTo>
                  <a:lnTo>
                    <a:pt x="260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1" name="Google Shape;3361;p57"/>
            <p:cNvSpPr/>
            <p:nvPr/>
          </p:nvSpPr>
          <p:spPr>
            <a:xfrm>
              <a:off x="5042325" y="3978125"/>
              <a:ext cx="69925" cy="150300"/>
            </a:xfrm>
            <a:custGeom>
              <a:avLst/>
              <a:gdLst/>
              <a:ahLst/>
              <a:cxnLst/>
              <a:rect l="l" t="t" r="r" b="b"/>
              <a:pathLst>
                <a:path w="2797" h="6012" extrusionOk="0">
                  <a:moveTo>
                    <a:pt x="1382" y="836"/>
                  </a:moveTo>
                  <a:cubicBezTo>
                    <a:pt x="1672" y="836"/>
                    <a:pt x="1864" y="997"/>
                    <a:pt x="1864" y="1415"/>
                  </a:cubicBezTo>
                  <a:lnTo>
                    <a:pt x="1864" y="4597"/>
                  </a:lnTo>
                  <a:cubicBezTo>
                    <a:pt x="1864" y="5015"/>
                    <a:pt x="1672" y="5176"/>
                    <a:pt x="1382" y="5176"/>
                  </a:cubicBezTo>
                  <a:cubicBezTo>
                    <a:pt x="1093" y="5176"/>
                    <a:pt x="900" y="5015"/>
                    <a:pt x="900" y="4597"/>
                  </a:cubicBezTo>
                  <a:lnTo>
                    <a:pt x="900" y="1415"/>
                  </a:lnTo>
                  <a:cubicBezTo>
                    <a:pt x="900" y="997"/>
                    <a:pt x="1093" y="836"/>
                    <a:pt x="1382" y="836"/>
                  </a:cubicBezTo>
                  <a:close/>
                  <a:moveTo>
                    <a:pt x="1382" y="1"/>
                  </a:moveTo>
                  <a:cubicBezTo>
                    <a:pt x="482" y="1"/>
                    <a:pt x="0" y="515"/>
                    <a:pt x="0" y="1479"/>
                  </a:cubicBezTo>
                  <a:lnTo>
                    <a:pt x="0" y="4533"/>
                  </a:lnTo>
                  <a:cubicBezTo>
                    <a:pt x="0" y="5465"/>
                    <a:pt x="482" y="6012"/>
                    <a:pt x="1382" y="6012"/>
                  </a:cubicBezTo>
                  <a:cubicBezTo>
                    <a:pt x="2314" y="6012"/>
                    <a:pt x="2797" y="5465"/>
                    <a:pt x="2797" y="4533"/>
                  </a:cubicBezTo>
                  <a:lnTo>
                    <a:pt x="2797" y="1479"/>
                  </a:lnTo>
                  <a:cubicBezTo>
                    <a:pt x="2797" y="515"/>
                    <a:pt x="2314" y="1"/>
                    <a:pt x="13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2" name="Google Shape;3362;p57"/>
            <p:cNvSpPr/>
            <p:nvPr/>
          </p:nvSpPr>
          <p:spPr>
            <a:xfrm>
              <a:off x="5125075" y="3978125"/>
              <a:ext cx="70750" cy="150300"/>
            </a:xfrm>
            <a:custGeom>
              <a:avLst/>
              <a:gdLst/>
              <a:ahLst/>
              <a:cxnLst/>
              <a:rect l="l" t="t" r="r" b="b"/>
              <a:pathLst>
                <a:path w="2830" h="6012" extrusionOk="0">
                  <a:moveTo>
                    <a:pt x="1415" y="836"/>
                  </a:moveTo>
                  <a:cubicBezTo>
                    <a:pt x="1705" y="836"/>
                    <a:pt x="1897" y="997"/>
                    <a:pt x="1897" y="1415"/>
                  </a:cubicBezTo>
                  <a:lnTo>
                    <a:pt x="1897" y="4597"/>
                  </a:lnTo>
                  <a:cubicBezTo>
                    <a:pt x="1897" y="5015"/>
                    <a:pt x="1705" y="5176"/>
                    <a:pt x="1415" y="5176"/>
                  </a:cubicBezTo>
                  <a:cubicBezTo>
                    <a:pt x="1126" y="5176"/>
                    <a:pt x="933" y="5015"/>
                    <a:pt x="933" y="4597"/>
                  </a:cubicBezTo>
                  <a:lnTo>
                    <a:pt x="933" y="1415"/>
                  </a:lnTo>
                  <a:cubicBezTo>
                    <a:pt x="933" y="997"/>
                    <a:pt x="1126" y="836"/>
                    <a:pt x="1415" y="836"/>
                  </a:cubicBezTo>
                  <a:close/>
                  <a:moveTo>
                    <a:pt x="1415" y="1"/>
                  </a:moveTo>
                  <a:cubicBezTo>
                    <a:pt x="515" y="1"/>
                    <a:pt x="1" y="515"/>
                    <a:pt x="1" y="1479"/>
                  </a:cubicBezTo>
                  <a:lnTo>
                    <a:pt x="1" y="4533"/>
                  </a:lnTo>
                  <a:cubicBezTo>
                    <a:pt x="1" y="5465"/>
                    <a:pt x="515" y="6012"/>
                    <a:pt x="1415" y="6012"/>
                  </a:cubicBezTo>
                  <a:cubicBezTo>
                    <a:pt x="2315" y="6012"/>
                    <a:pt x="2830" y="5465"/>
                    <a:pt x="2830" y="4533"/>
                  </a:cubicBezTo>
                  <a:lnTo>
                    <a:pt x="2830" y="1479"/>
                  </a:lnTo>
                  <a:cubicBezTo>
                    <a:pt x="2830" y="515"/>
                    <a:pt x="2315" y="1"/>
                    <a:pt x="1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3" name="Google Shape;3363;p57"/>
            <p:cNvSpPr/>
            <p:nvPr/>
          </p:nvSpPr>
          <p:spPr>
            <a:xfrm>
              <a:off x="5210275" y="3979725"/>
              <a:ext cx="77175" cy="147100"/>
            </a:xfrm>
            <a:custGeom>
              <a:avLst/>
              <a:gdLst/>
              <a:ahLst/>
              <a:cxnLst/>
              <a:rect l="l" t="t" r="r" b="b"/>
              <a:pathLst>
                <a:path w="3087" h="5884" extrusionOk="0">
                  <a:moveTo>
                    <a:pt x="0" y="1"/>
                  </a:moveTo>
                  <a:lnTo>
                    <a:pt x="0" y="5883"/>
                  </a:lnTo>
                  <a:lnTo>
                    <a:pt x="932" y="5883"/>
                  </a:lnTo>
                  <a:lnTo>
                    <a:pt x="932" y="4083"/>
                  </a:lnTo>
                  <a:lnTo>
                    <a:pt x="1222" y="3537"/>
                  </a:lnTo>
                  <a:lnTo>
                    <a:pt x="2122" y="5883"/>
                  </a:lnTo>
                  <a:lnTo>
                    <a:pt x="3086" y="5883"/>
                  </a:lnTo>
                  <a:lnTo>
                    <a:pt x="1768" y="2605"/>
                  </a:lnTo>
                  <a:lnTo>
                    <a:pt x="3086" y="1"/>
                  </a:lnTo>
                  <a:lnTo>
                    <a:pt x="2154" y="1"/>
                  </a:lnTo>
                  <a:lnTo>
                    <a:pt x="932" y="2572"/>
                  </a:lnTo>
                  <a:lnTo>
                    <a:pt x="93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4" name="Google Shape;3364;p57"/>
            <p:cNvSpPr/>
            <p:nvPr/>
          </p:nvSpPr>
          <p:spPr>
            <a:xfrm>
              <a:off x="4952300" y="4223225"/>
              <a:ext cx="336750" cy="12875"/>
            </a:xfrm>
            <a:custGeom>
              <a:avLst/>
              <a:gdLst/>
              <a:ahLst/>
              <a:cxnLst/>
              <a:rect l="l" t="t" r="r" b="b"/>
              <a:pathLst>
                <a:path w="13470" h="515" extrusionOk="0">
                  <a:moveTo>
                    <a:pt x="1" y="1"/>
                  </a:moveTo>
                  <a:lnTo>
                    <a:pt x="1" y="515"/>
                  </a:lnTo>
                  <a:lnTo>
                    <a:pt x="13469" y="515"/>
                  </a:lnTo>
                  <a:lnTo>
                    <a:pt x="1346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5" name="Google Shape;3365;p57"/>
            <p:cNvSpPr/>
            <p:nvPr/>
          </p:nvSpPr>
          <p:spPr>
            <a:xfrm>
              <a:off x="3124100" y="3854375"/>
              <a:ext cx="13675" cy="703175"/>
            </a:xfrm>
            <a:custGeom>
              <a:avLst/>
              <a:gdLst/>
              <a:ahLst/>
              <a:cxnLst/>
              <a:rect l="l" t="t" r="r" b="b"/>
              <a:pathLst>
                <a:path w="547" h="28127" extrusionOk="0">
                  <a:moveTo>
                    <a:pt x="0" y="0"/>
                  </a:moveTo>
                  <a:lnTo>
                    <a:pt x="0" y="28127"/>
                  </a:lnTo>
                  <a:lnTo>
                    <a:pt x="547" y="2812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6" name="Google Shape;3366;p57"/>
            <p:cNvSpPr/>
            <p:nvPr/>
          </p:nvSpPr>
          <p:spPr>
            <a:xfrm>
              <a:off x="4502275" y="3854375"/>
              <a:ext cx="12900" cy="703175"/>
            </a:xfrm>
            <a:custGeom>
              <a:avLst/>
              <a:gdLst/>
              <a:ahLst/>
              <a:cxnLst/>
              <a:rect l="l" t="t" r="r" b="b"/>
              <a:pathLst>
                <a:path w="516" h="28127" extrusionOk="0">
                  <a:moveTo>
                    <a:pt x="1" y="0"/>
                  </a:moveTo>
                  <a:lnTo>
                    <a:pt x="1" y="28127"/>
                  </a:lnTo>
                  <a:lnTo>
                    <a:pt x="515" y="28127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7" name="Google Shape;3367;p57"/>
            <p:cNvSpPr/>
            <p:nvPr/>
          </p:nvSpPr>
          <p:spPr>
            <a:xfrm>
              <a:off x="236147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0" y="0"/>
                  </a:moveTo>
                  <a:lnTo>
                    <a:pt x="0" y="483"/>
                  </a:lnTo>
                  <a:lnTo>
                    <a:pt x="547" y="483"/>
                  </a:lnTo>
                  <a:lnTo>
                    <a:pt x="547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39" y="483"/>
                  </a:lnTo>
                  <a:lnTo>
                    <a:pt x="16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57"/>
            <p:cNvSpPr/>
            <p:nvPr/>
          </p:nvSpPr>
          <p:spPr>
            <a:xfrm>
              <a:off x="2407275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65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65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18" y="3472"/>
                    <a:pt x="1608" y="3150"/>
                    <a:pt x="1608" y="2604"/>
                  </a:cubicBezTo>
                  <a:lnTo>
                    <a:pt x="1608" y="868"/>
                  </a:lnTo>
                  <a:cubicBezTo>
                    <a:pt x="1608" y="322"/>
                    <a:pt x="1318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57"/>
            <p:cNvSpPr/>
            <p:nvPr/>
          </p:nvSpPr>
          <p:spPr>
            <a:xfrm>
              <a:off x="2456300" y="3788475"/>
              <a:ext cx="40200" cy="84400"/>
            </a:xfrm>
            <a:custGeom>
              <a:avLst/>
              <a:gdLst/>
              <a:ahLst/>
              <a:cxnLst/>
              <a:rect l="l" t="t" r="r" b="b"/>
              <a:pathLst>
                <a:path w="1608" h="3376" extrusionOk="0">
                  <a:moveTo>
                    <a:pt x="836" y="483"/>
                  </a:moveTo>
                  <a:cubicBezTo>
                    <a:pt x="997" y="483"/>
                    <a:pt x="1093" y="547"/>
                    <a:pt x="1093" y="804"/>
                  </a:cubicBezTo>
                  <a:lnTo>
                    <a:pt x="1093" y="2540"/>
                  </a:lnTo>
                  <a:cubicBezTo>
                    <a:pt x="1093" y="2797"/>
                    <a:pt x="997" y="2893"/>
                    <a:pt x="836" y="2893"/>
                  </a:cubicBezTo>
                  <a:lnTo>
                    <a:pt x="514" y="2893"/>
                  </a:lnTo>
                  <a:lnTo>
                    <a:pt x="514" y="483"/>
                  </a:lnTo>
                  <a:close/>
                  <a:moveTo>
                    <a:pt x="0" y="0"/>
                  </a:moveTo>
                  <a:lnTo>
                    <a:pt x="0" y="3376"/>
                  </a:lnTo>
                  <a:lnTo>
                    <a:pt x="836" y="3376"/>
                  </a:lnTo>
                  <a:cubicBezTo>
                    <a:pt x="1350" y="3376"/>
                    <a:pt x="1607" y="3054"/>
                    <a:pt x="1607" y="2540"/>
                  </a:cubicBezTo>
                  <a:lnTo>
                    <a:pt x="1607" y="804"/>
                  </a:lnTo>
                  <a:cubicBezTo>
                    <a:pt x="1607" y="290"/>
                    <a:pt x="1350" y="0"/>
                    <a:pt x="8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57"/>
            <p:cNvSpPr/>
            <p:nvPr/>
          </p:nvSpPr>
          <p:spPr>
            <a:xfrm>
              <a:off x="2501300" y="3788475"/>
              <a:ext cx="46625" cy="84400"/>
            </a:xfrm>
            <a:custGeom>
              <a:avLst/>
              <a:gdLst/>
              <a:ahLst/>
              <a:cxnLst/>
              <a:rect l="l" t="t" r="r" b="b"/>
              <a:pathLst>
                <a:path w="1865" h="3376" extrusionOk="0">
                  <a:moveTo>
                    <a:pt x="900" y="579"/>
                  </a:moveTo>
                  <a:lnTo>
                    <a:pt x="1157" y="2283"/>
                  </a:lnTo>
                  <a:lnTo>
                    <a:pt x="675" y="2283"/>
                  </a:lnTo>
                  <a:lnTo>
                    <a:pt x="900" y="579"/>
                  </a:lnTo>
                  <a:close/>
                  <a:moveTo>
                    <a:pt x="547" y="0"/>
                  </a:moveTo>
                  <a:lnTo>
                    <a:pt x="0" y="3376"/>
                  </a:lnTo>
                  <a:lnTo>
                    <a:pt x="515" y="3376"/>
                  </a:lnTo>
                  <a:lnTo>
                    <a:pt x="579" y="2765"/>
                  </a:lnTo>
                  <a:lnTo>
                    <a:pt x="1254" y="2765"/>
                  </a:lnTo>
                  <a:lnTo>
                    <a:pt x="1350" y="3376"/>
                  </a:lnTo>
                  <a:lnTo>
                    <a:pt x="1865" y="3376"/>
                  </a:lnTo>
                  <a:lnTo>
                    <a:pt x="13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57"/>
            <p:cNvSpPr/>
            <p:nvPr/>
          </p:nvSpPr>
          <p:spPr>
            <a:xfrm>
              <a:off x="2549500" y="3788475"/>
              <a:ext cx="47450" cy="84400"/>
            </a:xfrm>
            <a:custGeom>
              <a:avLst/>
              <a:gdLst/>
              <a:ahLst/>
              <a:cxnLst/>
              <a:rect l="l" t="t" r="r" b="b"/>
              <a:pathLst>
                <a:path w="1898" h="3376" extrusionOk="0">
                  <a:moveTo>
                    <a:pt x="1" y="0"/>
                  </a:moveTo>
                  <a:lnTo>
                    <a:pt x="676" y="2251"/>
                  </a:lnTo>
                  <a:lnTo>
                    <a:pt x="676" y="3376"/>
                  </a:lnTo>
                  <a:lnTo>
                    <a:pt x="1222" y="3376"/>
                  </a:lnTo>
                  <a:lnTo>
                    <a:pt x="1222" y="2251"/>
                  </a:lnTo>
                  <a:lnTo>
                    <a:pt x="1897" y="0"/>
                  </a:lnTo>
                  <a:lnTo>
                    <a:pt x="1383" y="0"/>
                  </a:lnTo>
                  <a:lnTo>
                    <a:pt x="965" y="1511"/>
                  </a:lnTo>
                  <a:lnTo>
                    <a:pt x="5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57"/>
            <p:cNvSpPr/>
            <p:nvPr/>
          </p:nvSpPr>
          <p:spPr>
            <a:xfrm>
              <a:off x="3644025" y="3788475"/>
              <a:ext cx="64325" cy="84400"/>
            </a:xfrm>
            <a:custGeom>
              <a:avLst/>
              <a:gdLst/>
              <a:ahLst/>
              <a:cxnLst/>
              <a:rect l="l" t="t" r="r" b="b"/>
              <a:pathLst>
                <a:path w="2573" h="3376" extrusionOk="0">
                  <a:moveTo>
                    <a:pt x="1" y="0"/>
                  </a:moveTo>
                  <a:lnTo>
                    <a:pt x="354" y="3376"/>
                  </a:lnTo>
                  <a:lnTo>
                    <a:pt x="1094" y="3376"/>
                  </a:lnTo>
                  <a:lnTo>
                    <a:pt x="1286" y="1575"/>
                  </a:lnTo>
                  <a:lnTo>
                    <a:pt x="1479" y="3376"/>
                  </a:lnTo>
                  <a:lnTo>
                    <a:pt x="2186" y="3376"/>
                  </a:lnTo>
                  <a:lnTo>
                    <a:pt x="2572" y="0"/>
                  </a:lnTo>
                  <a:lnTo>
                    <a:pt x="2090" y="0"/>
                  </a:lnTo>
                  <a:lnTo>
                    <a:pt x="1833" y="2668"/>
                  </a:lnTo>
                  <a:lnTo>
                    <a:pt x="1576" y="0"/>
                  </a:lnTo>
                  <a:lnTo>
                    <a:pt x="1061" y="0"/>
                  </a:lnTo>
                  <a:lnTo>
                    <a:pt x="804" y="2636"/>
                  </a:lnTo>
                  <a:lnTo>
                    <a:pt x="5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57"/>
            <p:cNvSpPr/>
            <p:nvPr/>
          </p:nvSpPr>
          <p:spPr>
            <a:xfrm>
              <a:off x="37147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15" y="2893"/>
                  </a:lnTo>
                  <a:lnTo>
                    <a:pt x="515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15" y="1415"/>
                  </a:lnTo>
                  <a:lnTo>
                    <a:pt x="515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57"/>
            <p:cNvSpPr/>
            <p:nvPr/>
          </p:nvSpPr>
          <p:spPr>
            <a:xfrm>
              <a:off x="3758950" y="3788475"/>
              <a:ext cx="36175" cy="84400"/>
            </a:xfrm>
            <a:custGeom>
              <a:avLst/>
              <a:gdLst/>
              <a:ahLst/>
              <a:cxnLst/>
              <a:rect l="l" t="t" r="r" b="b"/>
              <a:pathLst>
                <a:path w="1447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1447" y="3376"/>
                  </a:lnTo>
                  <a:lnTo>
                    <a:pt x="1447" y="2893"/>
                  </a:lnTo>
                  <a:lnTo>
                    <a:pt x="547" y="2893"/>
                  </a:lnTo>
                  <a:lnTo>
                    <a:pt x="547" y="1897"/>
                  </a:lnTo>
                  <a:lnTo>
                    <a:pt x="1254" y="1897"/>
                  </a:lnTo>
                  <a:lnTo>
                    <a:pt x="1254" y="1415"/>
                  </a:lnTo>
                  <a:lnTo>
                    <a:pt x="547" y="1415"/>
                  </a:lnTo>
                  <a:lnTo>
                    <a:pt x="547" y="483"/>
                  </a:lnTo>
                  <a:lnTo>
                    <a:pt x="1447" y="483"/>
                  </a:lnTo>
                  <a:lnTo>
                    <a:pt x="14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57"/>
            <p:cNvSpPr/>
            <p:nvPr/>
          </p:nvSpPr>
          <p:spPr>
            <a:xfrm>
              <a:off x="3803150" y="3788475"/>
              <a:ext cx="44225" cy="84400"/>
            </a:xfrm>
            <a:custGeom>
              <a:avLst/>
              <a:gdLst/>
              <a:ahLst/>
              <a:cxnLst/>
              <a:rect l="l" t="t" r="r" b="b"/>
              <a:pathLst>
                <a:path w="1769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47" y="3376"/>
                  </a:lnTo>
                  <a:lnTo>
                    <a:pt x="547" y="2315"/>
                  </a:lnTo>
                  <a:lnTo>
                    <a:pt x="707" y="2026"/>
                  </a:lnTo>
                  <a:lnTo>
                    <a:pt x="1222" y="3376"/>
                  </a:lnTo>
                  <a:lnTo>
                    <a:pt x="1768" y="3376"/>
                  </a:lnTo>
                  <a:lnTo>
                    <a:pt x="1029" y="1479"/>
                  </a:lnTo>
                  <a:lnTo>
                    <a:pt x="1768" y="0"/>
                  </a:lnTo>
                  <a:lnTo>
                    <a:pt x="1222" y="0"/>
                  </a:lnTo>
                  <a:lnTo>
                    <a:pt x="547" y="1447"/>
                  </a:lnTo>
                  <a:lnTo>
                    <a:pt x="54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57"/>
            <p:cNvSpPr/>
            <p:nvPr/>
          </p:nvSpPr>
          <p:spPr>
            <a:xfrm>
              <a:off x="4995700" y="3788475"/>
              <a:ext cx="56275" cy="84400"/>
            </a:xfrm>
            <a:custGeom>
              <a:avLst/>
              <a:gdLst/>
              <a:ahLst/>
              <a:cxnLst/>
              <a:rect l="l" t="t" r="r" b="b"/>
              <a:pathLst>
                <a:path w="2251" h="3376" extrusionOk="0">
                  <a:moveTo>
                    <a:pt x="1" y="0"/>
                  </a:moveTo>
                  <a:lnTo>
                    <a:pt x="1" y="3376"/>
                  </a:lnTo>
                  <a:lnTo>
                    <a:pt x="483" y="3376"/>
                  </a:lnTo>
                  <a:lnTo>
                    <a:pt x="483" y="965"/>
                  </a:lnTo>
                  <a:lnTo>
                    <a:pt x="869" y="3376"/>
                  </a:lnTo>
                  <a:lnTo>
                    <a:pt x="1383" y="3376"/>
                  </a:lnTo>
                  <a:lnTo>
                    <a:pt x="1736" y="933"/>
                  </a:lnTo>
                  <a:lnTo>
                    <a:pt x="1736" y="3376"/>
                  </a:lnTo>
                  <a:lnTo>
                    <a:pt x="2251" y="3376"/>
                  </a:lnTo>
                  <a:lnTo>
                    <a:pt x="2251" y="0"/>
                  </a:lnTo>
                  <a:lnTo>
                    <a:pt x="1511" y="0"/>
                  </a:lnTo>
                  <a:lnTo>
                    <a:pt x="1126" y="2379"/>
                  </a:lnTo>
                  <a:lnTo>
                    <a:pt x="7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57"/>
            <p:cNvSpPr/>
            <p:nvPr/>
          </p:nvSpPr>
          <p:spPr>
            <a:xfrm>
              <a:off x="5060000" y="3786875"/>
              <a:ext cx="40200" cy="86800"/>
            </a:xfrm>
            <a:custGeom>
              <a:avLst/>
              <a:gdLst/>
              <a:ahLst/>
              <a:cxnLst/>
              <a:rect l="l" t="t" r="r" b="b"/>
              <a:pathLst>
                <a:path w="1608" h="3472" extrusionOk="0">
                  <a:moveTo>
                    <a:pt x="804" y="482"/>
                  </a:moveTo>
                  <a:cubicBezTo>
                    <a:pt x="997" y="482"/>
                    <a:pt x="1093" y="579"/>
                    <a:pt x="1093" y="836"/>
                  </a:cubicBezTo>
                  <a:lnTo>
                    <a:pt x="1093" y="2636"/>
                  </a:lnTo>
                  <a:cubicBezTo>
                    <a:pt x="1093" y="2893"/>
                    <a:pt x="997" y="2990"/>
                    <a:pt x="804" y="2990"/>
                  </a:cubicBezTo>
                  <a:cubicBezTo>
                    <a:pt x="643" y="2990"/>
                    <a:pt x="547" y="2893"/>
                    <a:pt x="547" y="2636"/>
                  </a:cubicBezTo>
                  <a:lnTo>
                    <a:pt x="547" y="836"/>
                  </a:lnTo>
                  <a:cubicBezTo>
                    <a:pt x="547" y="579"/>
                    <a:pt x="643" y="482"/>
                    <a:pt x="804" y="482"/>
                  </a:cubicBezTo>
                  <a:close/>
                  <a:moveTo>
                    <a:pt x="804" y="0"/>
                  </a:moveTo>
                  <a:cubicBezTo>
                    <a:pt x="290" y="0"/>
                    <a:pt x="0" y="322"/>
                    <a:pt x="0" y="868"/>
                  </a:cubicBezTo>
                  <a:lnTo>
                    <a:pt x="0" y="2604"/>
                  </a:lnTo>
                  <a:cubicBezTo>
                    <a:pt x="0" y="3150"/>
                    <a:pt x="290" y="3472"/>
                    <a:pt x="804" y="3472"/>
                  </a:cubicBezTo>
                  <a:cubicBezTo>
                    <a:pt x="1350" y="3472"/>
                    <a:pt x="1607" y="3150"/>
                    <a:pt x="1607" y="2604"/>
                  </a:cubicBezTo>
                  <a:lnTo>
                    <a:pt x="1607" y="868"/>
                  </a:lnTo>
                  <a:cubicBezTo>
                    <a:pt x="1607" y="322"/>
                    <a:pt x="1350" y="0"/>
                    <a:pt x="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57"/>
            <p:cNvSpPr/>
            <p:nvPr/>
          </p:nvSpPr>
          <p:spPr>
            <a:xfrm>
              <a:off x="5109025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482" y="3376"/>
                  </a:lnTo>
                  <a:lnTo>
                    <a:pt x="482" y="933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222" y="0"/>
                  </a:lnTo>
                  <a:lnTo>
                    <a:pt x="1222" y="1993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57"/>
            <p:cNvSpPr/>
            <p:nvPr/>
          </p:nvSpPr>
          <p:spPr>
            <a:xfrm>
              <a:off x="5156425" y="3788475"/>
              <a:ext cx="41000" cy="84400"/>
            </a:xfrm>
            <a:custGeom>
              <a:avLst/>
              <a:gdLst/>
              <a:ahLst/>
              <a:cxnLst/>
              <a:rect l="l" t="t" r="r" b="b"/>
              <a:pathLst>
                <a:path w="1640" h="3376" extrusionOk="0">
                  <a:moveTo>
                    <a:pt x="1" y="0"/>
                  </a:moveTo>
                  <a:lnTo>
                    <a:pt x="1" y="483"/>
                  </a:lnTo>
                  <a:lnTo>
                    <a:pt x="579" y="483"/>
                  </a:lnTo>
                  <a:lnTo>
                    <a:pt x="579" y="3376"/>
                  </a:lnTo>
                  <a:lnTo>
                    <a:pt x="1093" y="3376"/>
                  </a:lnTo>
                  <a:lnTo>
                    <a:pt x="1093" y="483"/>
                  </a:lnTo>
                  <a:lnTo>
                    <a:pt x="1640" y="483"/>
                  </a:lnTo>
                  <a:lnTo>
                    <a:pt x="1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57"/>
            <p:cNvSpPr/>
            <p:nvPr/>
          </p:nvSpPr>
          <p:spPr>
            <a:xfrm>
              <a:off x="5203850" y="3788475"/>
              <a:ext cx="41800" cy="84400"/>
            </a:xfrm>
            <a:custGeom>
              <a:avLst/>
              <a:gdLst/>
              <a:ahLst/>
              <a:cxnLst/>
              <a:rect l="l" t="t" r="r" b="b"/>
              <a:pathLst>
                <a:path w="1672" h="3376" extrusionOk="0">
                  <a:moveTo>
                    <a:pt x="0" y="0"/>
                  </a:moveTo>
                  <a:lnTo>
                    <a:pt x="0" y="3376"/>
                  </a:lnTo>
                  <a:lnTo>
                    <a:pt x="514" y="3376"/>
                  </a:lnTo>
                  <a:lnTo>
                    <a:pt x="514" y="1929"/>
                  </a:lnTo>
                  <a:lnTo>
                    <a:pt x="1125" y="1929"/>
                  </a:lnTo>
                  <a:lnTo>
                    <a:pt x="1125" y="3376"/>
                  </a:lnTo>
                  <a:lnTo>
                    <a:pt x="1672" y="3376"/>
                  </a:lnTo>
                  <a:lnTo>
                    <a:pt x="1672" y="0"/>
                  </a:lnTo>
                  <a:lnTo>
                    <a:pt x="1125" y="0"/>
                  </a:lnTo>
                  <a:lnTo>
                    <a:pt x="1125" y="1447"/>
                  </a:lnTo>
                  <a:lnTo>
                    <a:pt x="514" y="1447"/>
                  </a:lnTo>
                  <a:lnTo>
                    <a:pt x="5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57"/>
            <p:cNvSpPr/>
            <p:nvPr/>
          </p:nvSpPr>
          <p:spPr>
            <a:xfrm>
              <a:off x="5501975" y="4781525"/>
              <a:ext cx="384950" cy="152150"/>
            </a:xfrm>
            <a:custGeom>
              <a:avLst/>
              <a:gdLst/>
              <a:ahLst/>
              <a:cxnLst/>
              <a:rect l="l" t="t" r="r" b="b"/>
              <a:pathLst>
                <a:path w="15398" h="6086" extrusionOk="0">
                  <a:moveTo>
                    <a:pt x="10219" y="1"/>
                  </a:moveTo>
                  <a:cubicBezTo>
                    <a:pt x="9435" y="1"/>
                    <a:pt x="8648" y="105"/>
                    <a:pt x="7908" y="234"/>
                  </a:cubicBezTo>
                  <a:cubicBezTo>
                    <a:pt x="5112" y="716"/>
                    <a:pt x="2669" y="1841"/>
                    <a:pt x="1" y="2773"/>
                  </a:cubicBezTo>
                  <a:cubicBezTo>
                    <a:pt x="1" y="2773"/>
                    <a:pt x="76" y="2748"/>
                    <a:pt x="266" y="2748"/>
                  </a:cubicBezTo>
                  <a:cubicBezTo>
                    <a:pt x="818" y="2748"/>
                    <a:pt x="2340" y="2962"/>
                    <a:pt x="5787" y="4638"/>
                  </a:cubicBezTo>
                  <a:cubicBezTo>
                    <a:pt x="7449" y="5454"/>
                    <a:pt x="9357" y="6085"/>
                    <a:pt x="11271" y="6085"/>
                  </a:cubicBezTo>
                  <a:cubicBezTo>
                    <a:pt x="11318" y="6085"/>
                    <a:pt x="11365" y="6085"/>
                    <a:pt x="11412" y="6084"/>
                  </a:cubicBezTo>
                  <a:cubicBezTo>
                    <a:pt x="12987" y="6020"/>
                    <a:pt x="15398" y="5602"/>
                    <a:pt x="15301" y="3577"/>
                  </a:cubicBezTo>
                  <a:cubicBezTo>
                    <a:pt x="15301" y="3577"/>
                    <a:pt x="14594" y="1231"/>
                    <a:pt x="12505" y="395"/>
                  </a:cubicBezTo>
                  <a:cubicBezTo>
                    <a:pt x="11782" y="105"/>
                    <a:pt x="11002" y="1"/>
                    <a:pt x="102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57"/>
            <p:cNvSpPr/>
            <p:nvPr/>
          </p:nvSpPr>
          <p:spPr>
            <a:xfrm>
              <a:off x="5530100" y="4563375"/>
              <a:ext cx="360850" cy="175900"/>
            </a:xfrm>
            <a:custGeom>
              <a:avLst/>
              <a:gdLst/>
              <a:ahLst/>
              <a:cxnLst/>
              <a:rect l="l" t="t" r="r" b="b"/>
              <a:pathLst>
                <a:path w="14434" h="7036" extrusionOk="0">
                  <a:moveTo>
                    <a:pt x="5706" y="1"/>
                  </a:moveTo>
                  <a:cubicBezTo>
                    <a:pt x="3817" y="1"/>
                    <a:pt x="1947" y="203"/>
                    <a:pt x="1" y="313"/>
                  </a:cubicBezTo>
                  <a:cubicBezTo>
                    <a:pt x="1" y="313"/>
                    <a:pt x="2" y="313"/>
                    <a:pt x="5" y="313"/>
                  </a:cubicBezTo>
                  <a:cubicBezTo>
                    <a:pt x="90" y="313"/>
                    <a:pt x="1356" y="373"/>
                    <a:pt x="5015" y="3753"/>
                  </a:cubicBezTo>
                  <a:cubicBezTo>
                    <a:pt x="6397" y="5038"/>
                    <a:pt x="8101" y="6228"/>
                    <a:pt x="9966" y="6742"/>
                  </a:cubicBezTo>
                  <a:cubicBezTo>
                    <a:pt x="10551" y="6901"/>
                    <a:pt x="11261" y="7036"/>
                    <a:pt x="11945" y="7036"/>
                  </a:cubicBezTo>
                  <a:cubicBezTo>
                    <a:pt x="13064" y="7036"/>
                    <a:pt x="14114" y="6673"/>
                    <a:pt x="14434" y="5456"/>
                  </a:cubicBezTo>
                  <a:cubicBezTo>
                    <a:pt x="14434" y="5456"/>
                    <a:pt x="14434" y="3045"/>
                    <a:pt x="12666" y="1631"/>
                  </a:cubicBezTo>
                  <a:cubicBezTo>
                    <a:pt x="11444" y="667"/>
                    <a:pt x="9805" y="313"/>
                    <a:pt x="8294" y="152"/>
                  </a:cubicBezTo>
                  <a:cubicBezTo>
                    <a:pt x="7422" y="42"/>
                    <a:pt x="6562" y="1"/>
                    <a:pt x="5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57"/>
            <p:cNvSpPr/>
            <p:nvPr/>
          </p:nvSpPr>
          <p:spPr>
            <a:xfrm>
              <a:off x="5963250" y="4563150"/>
              <a:ext cx="171200" cy="366975"/>
            </a:xfrm>
            <a:custGeom>
              <a:avLst/>
              <a:gdLst/>
              <a:ahLst/>
              <a:cxnLst/>
              <a:rect l="l" t="t" r="r" b="b"/>
              <a:pathLst>
                <a:path w="6848" h="14679" extrusionOk="0">
                  <a:moveTo>
                    <a:pt x="6847" y="1"/>
                  </a:moveTo>
                  <a:cubicBezTo>
                    <a:pt x="4983" y="2090"/>
                    <a:pt x="3054" y="3954"/>
                    <a:pt x="1576" y="6365"/>
                  </a:cubicBezTo>
                  <a:cubicBezTo>
                    <a:pt x="772" y="7683"/>
                    <a:pt x="1" y="9162"/>
                    <a:pt x="1" y="10737"/>
                  </a:cubicBezTo>
                  <a:cubicBezTo>
                    <a:pt x="33" y="12987"/>
                    <a:pt x="1929" y="14498"/>
                    <a:pt x="1929" y="14498"/>
                  </a:cubicBezTo>
                  <a:cubicBezTo>
                    <a:pt x="2213" y="14622"/>
                    <a:pt x="2485" y="14678"/>
                    <a:pt x="2744" y="14678"/>
                  </a:cubicBezTo>
                  <a:cubicBezTo>
                    <a:pt x="4153" y="14678"/>
                    <a:pt x="5174" y="13020"/>
                    <a:pt x="5690" y="11798"/>
                  </a:cubicBezTo>
                  <a:cubicBezTo>
                    <a:pt x="6462" y="9998"/>
                    <a:pt x="6558" y="7940"/>
                    <a:pt x="6430" y="6044"/>
                  </a:cubicBezTo>
                  <a:cubicBezTo>
                    <a:pt x="6044" y="910"/>
                    <a:pt x="6844" y="4"/>
                    <a:pt x="684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57"/>
            <p:cNvSpPr/>
            <p:nvPr/>
          </p:nvSpPr>
          <p:spPr>
            <a:xfrm>
              <a:off x="6172200" y="4849250"/>
              <a:ext cx="349575" cy="202350"/>
            </a:xfrm>
            <a:custGeom>
              <a:avLst/>
              <a:gdLst/>
              <a:ahLst/>
              <a:cxnLst/>
              <a:rect l="l" t="t" r="r" b="b"/>
              <a:pathLst>
                <a:path w="13983" h="8094" extrusionOk="0">
                  <a:moveTo>
                    <a:pt x="13983" y="0"/>
                  </a:moveTo>
                  <a:cubicBezTo>
                    <a:pt x="13983" y="0"/>
                    <a:pt x="13983" y="0"/>
                    <a:pt x="13983" y="0"/>
                  </a:cubicBezTo>
                  <a:lnTo>
                    <a:pt x="13983" y="0"/>
                  </a:lnTo>
                  <a:cubicBezTo>
                    <a:pt x="13983" y="0"/>
                    <a:pt x="13983" y="0"/>
                    <a:pt x="13983" y="0"/>
                  </a:cubicBezTo>
                  <a:close/>
                  <a:moveTo>
                    <a:pt x="13983" y="0"/>
                  </a:moveTo>
                  <a:cubicBezTo>
                    <a:pt x="11186" y="161"/>
                    <a:pt x="8518" y="129"/>
                    <a:pt x="5754" y="772"/>
                  </a:cubicBezTo>
                  <a:cubicBezTo>
                    <a:pt x="4275" y="1157"/>
                    <a:pt x="2668" y="1672"/>
                    <a:pt x="1575" y="2765"/>
                  </a:cubicBezTo>
                  <a:cubicBezTo>
                    <a:pt x="0" y="4372"/>
                    <a:pt x="257" y="6783"/>
                    <a:pt x="257" y="6783"/>
                  </a:cubicBezTo>
                  <a:cubicBezTo>
                    <a:pt x="641" y="7768"/>
                    <a:pt x="1468" y="8094"/>
                    <a:pt x="2381" y="8094"/>
                  </a:cubicBezTo>
                  <a:cubicBezTo>
                    <a:pt x="3226" y="8094"/>
                    <a:pt x="4144" y="7815"/>
                    <a:pt x="4854" y="7522"/>
                  </a:cubicBezTo>
                  <a:cubicBezTo>
                    <a:pt x="6654" y="6783"/>
                    <a:pt x="8197" y="5433"/>
                    <a:pt x="9418" y="3986"/>
                  </a:cubicBezTo>
                  <a:cubicBezTo>
                    <a:pt x="12783" y="77"/>
                    <a:pt x="13975" y="1"/>
                    <a:pt x="139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57"/>
            <p:cNvSpPr/>
            <p:nvPr/>
          </p:nvSpPr>
          <p:spPr>
            <a:xfrm>
              <a:off x="6055675" y="4428950"/>
              <a:ext cx="163950" cy="374500"/>
            </a:xfrm>
            <a:custGeom>
              <a:avLst/>
              <a:gdLst/>
              <a:ahLst/>
              <a:cxnLst/>
              <a:rect l="l" t="t" r="r" b="b"/>
              <a:pathLst>
                <a:path w="6558" h="14980" extrusionOk="0">
                  <a:moveTo>
                    <a:pt x="1254" y="1"/>
                  </a:moveTo>
                  <a:cubicBezTo>
                    <a:pt x="1254" y="1"/>
                    <a:pt x="1254" y="1"/>
                    <a:pt x="1254" y="1"/>
                  </a:cubicBezTo>
                  <a:lnTo>
                    <a:pt x="1254" y="1"/>
                  </a:lnTo>
                  <a:cubicBezTo>
                    <a:pt x="1254" y="1"/>
                    <a:pt x="1254" y="1"/>
                    <a:pt x="1254" y="1"/>
                  </a:cubicBezTo>
                  <a:close/>
                  <a:moveTo>
                    <a:pt x="1254" y="1"/>
                  </a:moveTo>
                  <a:lnTo>
                    <a:pt x="1254" y="1"/>
                  </a:lnTo>
                  <a:cubicBezTo>
                    <a:pt x="740" y="2797"/>
                    <a:pt x="32" y="5369"/>
                    <a:pt x="0" y="8197"/>
                  </a:cubicBezTo>
                  <a:cubicBezTo>
                    <a:pt x="0" y="9740"/>
                    <a:pt x="129" y="11412"/>
                    <a:pt x="932" y="12730"/>
                  </a:cubicBezTo>
                  <a:cubicBezTo>
                    <a:pt x="2090" y="14658"/>
                    <a:pt x="4500" y="14980"/>
                    <a:pt x="4500" y="14980"/>
                  </a:cubicBezTo>
                  <a:cubicBezTo>
                    <a:pt x="6493" y="14723"/>
                    <a:pt x="6558" y="12280"/>
                    <a:pt x="6333" y="10737"/>
                  </a:cubicBezTo>
                  <a:cubicBezTo>
                    <a:pt x="6076" y="8808"/>
                    <a:pt x="5111" y="6976"/>
                    <a:pt x="4018" y="5401"/>
                  </a:cubicBezTo>
                  <a:cubicBezTo>
                    <a:pt x="1044" y="1212"/>
                    <a:pt x="1252" y="13"/>
                    <a:pt x="12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6" name="Google Shape;3386;p57"/>
            <p:cNvSpPr/>
            <p:nvPr/>
          </p:nvSpPr>
          <p:spPr>
            <a:xfrm>
              <a:off x="6315225" y="4531000"/>
              <a:ext cx="371300" cy="201600"/>
            </a:xfrm>
            <a:custGeom>
              <a:avLst/>
              <a:gdLst/>
              <a:ahLst/>
              <a:cxnLst/>
              <a:rect l="l" t="t" r="r" b="b"/>
              <a:pathLst>
                <a:path w="14852" h="8064" extrusionOk="0">
                  <a:moveTo>
                    <a:pt x="14852" y="1"/>
                  </a:moveTo>
                  <a:cubicBezTo>
                    <a:pt x="14851" y="1"/>
                    <a:pt x="14851" y="2"/>
                    <a:pt x="14851" y="2"/>
                  </a:cubicBezTo>
                  <a:lnTo>
                    <a:pt x="14851" y="2"/>
                  </a:lnTo>
                  <a:cubicBezTo>
                    <a:pt x="14851" y="1"/>
                    <a:pt x="14852" y="1"/>
                    <a:pt x="14852" y="1"/>
                  </a:cubicBezTo>
                  <a:close/>
                  <a:moveTo>
                    <a:pt x="14851" y="2"/>
                  </a:moveTo>
                  <a:lnTo>
                    <a:pt x="14851" y="2"/>
                  </a:lnTo>
                  <a:cubicBezTo>
                    <a:pt x="14821" y="35"/>
                    <a:pt x="13983" y="905"/>
                    <a:pt x="8905" y="1126"/>
                  </a:cubicBezTo>
                  <a:cubicBezTo>
                    <a:pt x="7008" y="1190"/>
                    <a:pt x="4983" y="1544"/>
                    <a:pt x="3280" y="2540"/>
                  </a:cubicBezTo>
                  <a:cubicBezTo>
                    <a:pt x="1897" y="3312"/>
                    <a:pt x="1" y="4823"/>
                    <a:pt x="1030" y="6591"/>
                  </a:cubicBezTo>
                  <a:cubicBezTo>
                    <a:pt x="1030" y="6591"/>
                    <a:pt x="2530" y="8063"/>
                    <a:pt x="4524" y="8063"/>
                  </a:cubicBezTo>
                  <a:cubicBezTo>
                    <a:pt x="4674" y="8063"/>
                    <a:pt x="4828" y="8055"/>
                    <a:pt x="4983" y="8037"/>
                  </a:cubicBezTo>
                  <a:cubicBezTo>
                    <a:pt x="6558" y="7844"/>
                    <a:pt x="7941" y="6944"/>
                    <a:pt x="9130" y="5980"/>
                  </a:cubicBezTo>
                  <a:cubicBezTo>
                    <a:pt x="11380" y="4244"/>
                    <a:pt x="12987" y="2091"/>
                    <a:pt x="14851" y="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7" name="Google Shape;3387;p57"/>
            <p:cNvSpPr/>
            <p:nvPr/>
          </p:nvSpPr>
          <p:spPr>
            <a:xfrm>
              <a:off x="6243725" y="4308400"/>
              <a:ext cx="213775" cy="345150"/>
            </a:xfrm>
            <a:custGeom>
              <a:avLst/>
              <a:gdLst/>
              <a:ahLst/>
              <a:cxnLst/>
              <a:rect l="l" t="t" r="r" b="b"/>
              <a:pathLst>
                <a:path w="8551" h="13806" extrusionOk="0">
                  <a:moveTo>
                    <a:pt x="8550" y="1"/>
                  </a:moveTo>
                  <a:cubicBezTo>
                    <a:pt x="8550" y="1"/>
                    <a:pt x="8550" y="1"/>
                    <a:pt x="8550" y="1"/>
                  </a:cubicBezTo>
                  <a:lnTo>
                    <a:pt x="8550" y="1"/>
                  </a:lnTo>
                  <a:cubicBezTo>
                    <a:pt x="8550" y="1"/>
                    <a:pt x="8550" y="1"/>
                    <a:pt x="8550" y="1"/>
                  </a:cubicBezTo>
                  <a:close/>
                  <a:moveTo>
                    <a:pt x="8550" y="1"/>
                  </a:moveTo>
                  <a:cubicBezTo>
                    <a:pt x="8550" y="12"/>
                    <a:pt x="8469" y="1238"/>
                    <a:pt x="4597" y="4598"/>
                  </a:cubicBezTo>
                  <a:cubicBezTo>
                    <a:pt x="3182" y="5851"/>
                    <a:pt x="1800" y="7426"/>
                    <a:pt x="1093" y="9226"/>
                  </a:cubicBezTo>
                  <a:cubicBezTo>
                    <a:pt x="514" y="10705"/>
                    <a:pt x="0" y="13084"/>
                    <a:pt x="1897" y="13791"/>
                  </a:cubicBezTo>
                  <a:cubicBezTo>
                    <a:pt x="1897" y="13791"/>
                    <a:pt x="2038" y="13806"/>
                    <a:pt x="2275" y="13806"/>
                  </a:cubicBezTo>
                  <a:cubicBezTo>
                    <a:pt x="3016" y="13806"/>
                    <a:pt x="4689" y="13658"/>
                    <a:pt x="5882" y="12441"/>
                  </a:cubicBezTo>
                  <a:cubicBezTo>
                    <a:pt x="6975" y="11348"/>
                    <a:pt x="7490" y="9741"/>
                    <a:pt x="7843" y="8262"/>
                  </a:cubicBezTo>
                  <a:cubicBezTo>
                    <a:pt x="8454" y="5498"/>
                    <a:pt x="8390" y="2830"/>
                    <a:pt x="855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8" name="Google Shape;3388;p57"/>
            <p:cNvSpPr/>
            <p:nvPr/>
          </p:nvSpPr>
          <p:spPr>
            <a:xfrm>
              <a:off x="5842700" y="4681450"/>
              <a:ext cx="240325" cy="567025"/>
            </a:xfrm>
            <a:custGeom>
              <a:avLst/>
              <a:gdLst/>
              <a:ahLst/>
              <a:cxnLst/>
              <a:rect l="l" t="t" r="r" b="b"/>
              <a:pathLst>
                <a:path w="9613" h="22681" extrusionOk="0">
                  <a:moveTo>
                    <a:pt x="333" y="1"/>
                  </a:moveTo>
                  <a:cubicBezTo>
                    <a:pt x="297" y="1"/>
                    <a:pt x="260" y="9"/>
                    <a:pt x="226" y="26"/>
                  </a:cubicBezTo>
                  <a:cubicBezTo>
                    <a:pt x="65" y="58"/>
                    <a:pt x="1" y="219"/>
                    <a:pt x="65" y="380"/>
                  </a:cubicBezTo>
                  <a:lnTo>
                    <a:pt x="4887" y="12241"/>
                  </a:lnTo>
                  <a:lnTo>
                    <a:pt x="9066" y="22495"/>
                  </a:lnTo>
                  <a:cubicBezTo>
                    <a:pt x="9090" y="22614"/>
                    <a:pt x="9184" y="22680"/>
                    <a:pt x="9284" y="22680"/>
                  </a:cubicBezTo>
                  <a:cubicBezTo>
                    <a:pt x="9319" y="22680"/>
                    <a:pt x="9354" y="22672"/>
                    <a:pt x="9387" y="22656"/>
                  </a:cubicBezTo>
                  <a:cubicBezTo>
                    <a:pt x="9548" y="22592"/>
                    <a:pt x="9612" y="22431"/>
                    <a:pt x="9548" y="22302"/>
                  </a:cubicBezTo>
                  <a:lnTo>
                    <a:pt x="5369" y="12048"/>
                  </a:lnTo>
                  <a:lnTo>
                    <a:pt x="547" y="155"/>
                  </a:lnTo>
                  <a:cubicBezTo>
                    <a:pt x="524" y="61"/>
                    <a:pt x="43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9" name="Google Shape;3389;p57"/>
            <p:cNvSpPr/>
            <p:nvPr/>
          </p:nvSpPr>
          <p:spPr>
            <a:xfrm>
              <a:off x="6091825" y="4613150"/>
              <a:ext cx="231475" cy="591025"/>
            </a:xfrm>
            <a:custGeom>
              <a:avLst/>
              <a:gdLst/>
              <a:ahLst/>
              <a:cxnLst/>
              <a:rect l="l" t="t" r="r" b="b"/>
              <a:pathLst>
                <a:path w="9259" h="23641" extrusionOk="0">
                  <a:moveTo>
                    <a:pt x="8970" y="1"/>
                  </a:moveTo>
                  <a:cubicBezTo>
                    <a:pt x="8858" y="1"/>
                    <a:pt x="8759" y="60"/>
                    <a:pt x="8712" y="154"/>
                  </a:cubicBezTo>
                  <a:lnTo>
                    <a:pt x="4244" y="8962"/>
                  </a:lnTo>
                  <a:lnTo>
                    <a:pt x="4212" y="9026"/>
                  </a:lnTo>
                  <a:lnTo>
                    <a:pt x="33" y="23298"/>
                  </a:lnTo>
                  <a:cubicBezTo>
                    <a:pt x="1" y="23427"/>
                    <a:pt x="65" y="23588"/>
                    <a:pt x="226" y="23620"/>
                  </a:cubicBezTo>
                  <a:cubicBezTo>
                    <a:pt x="254" y="23634"/>
                    <a:pt x="284" y="23640"/>
                    <a:pt x="313" y="23640"/>
                  </a:cubicBezTo>
                  <a:cubicBezTo>
                    <a:pt x="419" y="23640"/>
                    <a:pt x="522" y="23560"/>
                    <a:pt x="547" y="23459"/>
                  </a:cubicBezTo>
                  <a:lnTo>
                    <a:pt x="4726" y="9187"/>
                  </a:lnTo>
                  <a:lnTo>
                    <a:pt x="9194" y="379"/>
                  </a:lnTo>
                  <a:cubicBezTo>
                    <a:pt x="9258" y="251"/>
                    <a:pt x="9226" y="90"/>
                    <a:pt x="9098" y="26"/>
                  </a:cubicBezTo>
                  <a:cubicBezTo>
                    <a:pt x="9055" y="9"/>
                    <a:pt x="9011" y="1"/>
                    <a:pt x="8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0" name="Google Shape;3390;p57"/>
            <p:cNvSpPr/>
            <p:nvPr/>
          </p:nvSpPr>
          <p:spPr>
            <a:xfrm>
              <a:off x="6132000" y="4990325"/>
              <a:ext cx="118975" cy="73500"/>
            </a:xfrm>
            <a:custGeom>
              <a:avLst/>
              <a:gdLst/>
              <a:ahLst/>
              <a:cxnLst/>
              <a:rect l="l" t="t" r="r" b="b"/>
              <a:pathLst>
                <a:path w="4759" h="2940" extrusionOk="0">
                  <a:moveTo>
                    <a:pt x="4475" y="0"/>
                  </a:moveTo>
                  <a:cubicBezTo>
                    <a:pt x="4430" y="0"/>
                    <a:pt x="4383" y="15"/>
                    <a:pt x="4340" y="47"/>
                  </a:cubicBezTo>
                  <a:lnTo>
                    <a:pt x="162" y="2425"/>
                  </a:lnTo>
                  <a:cubicBezTo>
                    <a:pt x="33" y="2522"/>
                    <a:pt x="1" y="2683"/>
                    <a:pt x="65" y="2811"/>
                  </a:cubicBezTo>
                  <a:cubicBezTo>
                    <a:pt x="108" y="2897"/>
                    <a:pt x="194" y="2940"/>
                    <a:pt x="284" y="2940"/>
                  </a:cubicBezTo>
                  <a:cubicBezTo>
                    <a:pt x="330" y="2940"/>
                    <a:pt x="376" y="2929"/>
                    <a:pt x="419" y="2908"/>
                  </a:cubicBezTo>
                  <a:lnTo>
                    <a:pt x="4598" y="497"/>
                  </a:lnTo>
                  <a:cubicBezTo>
                    <a:pt x="4726" y="432"/>
                    <a:pt x="4758" y="272"/>
                    <a:pt x="4694" y="143"/>
                  </a:cubicBezTo>
                  <a:cubicBezTo>
                    <a:pt x="4651" y="57"/>
                    <a:pt x="4565" y="0"/>
                    <a:pt x="44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1" name="Google Shape;3391;p57"/>
            <p:cNvSpPr/>
            <p:nvPr/>
          </p:nvSpPr>
          <p:spPr>
            <a:xfrm>
              <a:off x="6144075" y="4717625"/>
              <a:ext cx="67525" cy="129850"/>
            </a:xfrm>
            <a:custGeom>
              <a:avLst/>
              <a:gdLst/>
              <a:ahLst/>
              <a:cxnLst/>
              <a:rect l="l" t="t" r="r" b="b"/>
              <a:pathLst>
                <a:path w="2701" h="5194" extrusionOk="0">
                  <a:moveTo>
                    <a:pt x="301" y="0"/>
                  </a:moveTo>
                  <a:cubicBezTo>
                    <a:pt x="264" y="0"/>
                    <a:pt x="227" y="8"/>
                    <a:pt x="193" y="26"/>
                  </a:cubicBezTo>
                  <a:cubicBezTo>
                    <a:pt x="64" y="90"/>
                    <a:pt x="0" y="251"/>
                    <a:pt x="64" y="379"/>
                  </a:cubicBezTo>
                  <a:lnTo>
                    <a:pt x="2122" y="5008"/>
                  </a:lnTo>
                  <a:cubicBezTo>
                    <a:pt x="2169" y="5127"/>
                    <a:pt x="2270" y="5193"/>
                    <a:pt x="2371" y="5193"/>
                  </a:cubicBezTo>
                  <a:cubicBezTo>
                    <a:pt x="2407" y="5193"/>
                    <a:pt x="2442" y="5185"/>
                    <a:pt x="2475" y="5169"/>
                  </a:cubicBezTo>
                  <a:cubicBezTo>
                    <a:pt x="2636" y="5104"/>
                    <a:pt x="2700" y="4944"/>
                    <a:pt x="2636" y="4815"/>
                  </a:cubicBezTo>
                  <a:lnTo>
                    <a:pt x="547" y="154"/>
                  </a:lnTo>
                  <a:cubicBezTo>
                    <a:pt x="500" y="60"/>
                    <a:pt x="401" y="0"/>
                    <a:pt x="3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2" name="Google Shape;3392;p57"/>
            <p:cNvSpPr/>
            <p:nvPr/>
          </p:nvSpPr>
          <p:spPr>
            <a:xfrm>
              <a:off x="6261400" y="4661375"/>
              <a:ext cx="142250" cy="70375"/>
            </a:xfrm>
            <a:custGeom>
              <a:avLst/>
              <a:gdLst/>
              <a:ahLst/>
              <a:cxnLst/>
              <a:rect l="l" t="t" r="r" b="b"/>
              <a:pathLst>
                <a:path w="5690" h="2815" extrusionOk="0">
                  <a:moveTo>
                    <a:pt x="5380" y="0"/>
                  </a:moveTo>
                  <a:cubicBezTo>
                    <a:pt x="5343" y="0"/>
                    <a:pt x="5306" y="8"/>
                    <a:pt x="5272" y="25"/>
                  </a:cubicBezTo>
                  <a:lnTo>
                    <a:pt x="193" y="2276"/>
                  </a:lnTo>
                  <a:cubicBezTo>
                    <a:pt x="64" y="2340"/>
                    <a:pt x="0" y="2501"/>
                    <a:pt x="64" y="2629"/>
                  </a:cubicBezTo>
                  <a:cubicBezTo>
                    <a:pt x="88" y="2748"/>
                    <a:pt x="183" y="2815"/>
                    <a:pt x="296" y="2815"/>
                  </a:cubicBezTo>
                  <a:cubicBezTo>
                    <a:pt x="335" y="2815"/>
                    <a:pt x="377" y="2807"/>
                    <a:pt x="418" y="2790"/>
                  </a:cubicBezTo>
                  <a:lnTo>
                    <a:pt x="5497" y="508"/>
                  </a:lnTo>
                  <a:cubicBezTo>
                    <a:pt x="5625" y="443"/>
                    <a:pt x="5690" y="283"/>
                    <a:pt x="5625" y="154"/>
                  </a:cubicBezTo>
                  <a:cubicBezTo>
                    <a:pt x="5578" y="60"/>
                    <a:pt x="5480" y="0"/>
                    <a:pt x="53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3" name="Google Shape;3393;p57"/>
            <p:cNvSpPr/>
            <p:nvPr/>
          </p:nvSpPr>
          <p:spPr>
            <a:xfrm>
              <a:off x="5983350" y="4849900"/>
              <a:ext cx="59475" cy="189975"/>
            </a:xfrm>
            <a:custGeom>
              <a:avLst/>
              <a:gdLst/>
              <a:ahLst/>
              <a:cxnLst/>
              <a:rect l="l" t="t" r="r" b="b"/>
              <a:pathLst>
                <a:path w="2379" h="7599" extrusionOk="0">
                  <a:moveTo>
                    <a:pt x="2070" y="0"/>
                  </a:moveTo>
                  <a:cubicBezTo>
                    <a:pt x="1953" y="0"/>
                    <a:pt x="1828" y="87"/>
                    <a:pt x="1800" y="199"/>
                  </a:cubicBezTo>
                  <a:lnTo>
                    <a:pt x="32" y="7271"/>
                  </a:lnTo>
                  <a:cubicBezTo>
                    <a:pt x="0" y="7400"/>
                    <a:pt x="97" y="7560"/>
                    <a:pt x="225" y="7592"/>
                  </a:cubicBezTo>
                  <a:cubicBezTo>
                    <a:pt x="246" y="7597"/>
                    <a:pt x="267" y="7599"/>
                    <a:pt x="287" y="7599"/>
                  </a:cubicBezTo>
                  <a:cubicBezTo>
                    <a:pt x="419" y="7599"/>
                    <a:pt x="523" y="7511"/>
                    <a:pt x="579" y="7400"/>
                  </a:cubicBezTo>
                  <a:lnTo>
                    <a:pt x="2315" y="328"/>
                  </a:lnTo>
                  <a:cubicBezTo>
                    <a:pt x="2379" y="199"/>
                    <a:pt x="2282" y="38"/>
                    <a:pt x="2122" y="6"/>
                  </a:cubicBezTo>
                  <a:cubicBezTo>
                    <a:pt x="2105" y="2"/>
                    <a:pt x="2087" y="0"/>
                    <a:pt x="20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4" name="Google Shape;3394;p57"/>
            <p:cNvSpPr/>
            <p:nvPr/>
          </p:nvSpPr>
          <p:spPr>
            <a:xfrm>
              <a:off x="5822625" y="4838000"/>
              <a:ext cx="117350" cy="67525"/>
            </a:xfrm>
            <a:custGeom>
              <a:avLst/>
              <a:gdLst/>
              <a:ahLst/>
              <a:cxnLst/>
              <a:rect l="l" t="t" r="r" b="b"/>
              <a:pathLst>
                <a:path w="4694" h="2701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482"/>
                  </a:cubicBezTo>
                  <a:lnTo>
                    <a:pt x="4276" y="2668"/>
                  </a:lnTo>
                  <a:cubicBezTo>
                    <a:pt x="4318" y="2690"/>
                    <a:pt x="4365" y="2700"/>
                    <a:pt x="4410" y="2700"/>
                  </a:cubicBezTo>
                  <a:cubicBezTo>
                    <a:pt x="4501" y="2700"/>
                    <a:pt x="4586" y="2657"/>
                    <a:pt x="4629" y="2572"/>
                  </a:cubicBezTo>
                  <a:cubicBezTo>
                    <a:pt x="4693" y="2443"/>
                    <a:pt x="4661" y="2282"/>
                    <a:pt x="4533" y="2186"/>
                  </a:cubicBezTo>
                  <a:lnTo>
                    <a:pt x="450" y="32"/>
                  </a:lnTo>
                  <a:cubicBezTo>
                    <a:pt x="407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5" name="Google Shape;3395;p57"/>
            <p:cNvSpPr/>
            <p:nvPr/>
          </p:nvSpPr>
          <p:spPr>
            <a:xfrm>
              <a:off x="5951200" y="5157025"/>
              <a:ext cx="268425" cy="212975"/>
            </a:xfrm>
            <a:custGeom>
              <a:avLst/>
              <a:gdLst/>
              <a:ahLst/>
              <a:cxnLst/>
              <a:rect l="l" t="t" r="r" b="b"/>
              <a:pathLst>
                <a:path w="10737" h="8519" extrusionOk="0">
                  <a:moveTo>
                    <a:pt x="0" y="0"/>
                  </a:moveTo>
                  <a:lnTo>
                    <a:pt x="1608" y="8519"/>
                  </a:lnTo>
                  <a:lnTo>
                    <a:pt x="9129" y="8519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6" name="Google Shape;3396;p57"/>
            <p:cNvSpPr/>
            <p:nvPr/>
          </p:nvSpPr>
          <p:spPr>
            <a:xfrm>
              <a:off x="5943975" y="5150600"/>
              <a:ext cx="282875" cy="225825"/>
            </a:xfrm>
            <a:custGeom>
              <a:avLst/>
              <a:gdLst/>
              <a:ahLst/>
              <a:cxnLst/>
              <a:rect l="l" t="t" r="r" b="b"/>
              <a:pathLst>
                <a:path w="11315" h="9033" extrusionOk="0">
                  <a:moveTo>
                    <a:pt x="10704" y="547"/>
                  </a:moveTo>
                  <a:lnTo>
                    <a:pt x="9198" y="8519"/>
                  </a:lnTo>
                  <a:lnTo>
                    <a:pt x="2122" y="8519"/>
                  </a:lnTo>
                  <a:lnTo>
                    <a:pt x="611" y="547"/>
                  </a:lnTo>
                  <a:close/>
                  <a:moveTo>
                    <a:pt x="289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61"/>
                    <a:pt x="0" y="257"/>
                    <a:pt x="0" y="322"/>
                  </a:cubicBezTo>
                  <a:lnTo>
                    <a:pt x="1640" y="8840"/>
                  </a:lnTo>
                  <a:cubicBezTo>
                    <a:pt x="1640" y="8937"/>
                    <a:pt x="1768" y="9033"/>
                    <a:pt x="1897" y="9033"/>
                  </a:cubicBezTo>
                  <a:lnTo>
                    <a:pt x="9418" y="9033"/>
                  </a:lnTo>
                  <a:cubicBezTo>
                    <a:pt x="9547" y="9033"/>
                    <a:pt x="9643" y="8937"/>
                    <a:pt x="9676" y="8840"/>
                  </a:cubicBezTo>
                  <a:lnTo>
                    <a:pt x="11283" y="322"/>
                  </a:lnTo>
                  <a:cubicBezTo>
                    <a:pt x="11315" y="257"/>
                    <a:pt x="11283" y="161"/>
                    <a:pt x="11219" y="97"/>
                  </a:cubicBezTo>
                  <a:cubicBezTo>
                    <a:pt x="11186" y="32"/>
                    <a:pt x="11090" y="0"/>
                    <a:pt x="110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7" name="Google Shape;3397;p57"/>
            <p:cNvSpPr/>
            <p:nvPr/>
          </p:nvSpPr>
          <p:spPr>
            <a:xfrm>
              <a:off x="3847350" y="4310825"/>
              <a:ext cx="341550" cy="994100"/>
            </a:xfrm>
            <a:custGeom>
              <a:avLst/>
              <a:gdLst/>
              <a:ahLst/>
              <a:cxnLst/>
              <a:rect l="l" t="t" r="r" b="b"/>
              <a:pathLst>
                <a:path w="13662" h="39764" extrusionOk="0">
                  <a:moveTo>
                    <a:pt x="10897" y="0"/>
                  </a:moveTo>
                  <a:lnTo>
                    <a:pt x="0" y="30441"/>
                  </a:lnTo>
                  <a:lnTo>
                    <a:pt x="2315" y="39763"/>
                  </a:lnTo>
                  <a:lnTo>
                    <a:pt x="9740" y="35102"/>
                  </a:lnTo>
                  <a:lnTo>
                    <a:pt x="13662" y="3215"/>
                  </a:lnTo>
                  <a:lnTo>
                    <a:pt x="1089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8" name="Google Shape;3398;p57"/>
            <p:cNvSpPr/>
            <p:nvPr/>
          </p:nvSpPr>
          <p:spPr>
            <a:xfrm>
              <a:off x="3840100" y="4304400"/>
              <a:ext cx="356025" cy="1007475"/>
            </a:xfrm>
            <a:custGeom>
              <a:avLst/>
              <a:gdLst/>
              <a:ahLst/>
              <a:cxnLst/>
              <a:rect l="l" t="t" r="r" b="b"/>
              <a:pathLst>
                <a:path w="14241" h="40299" extrusionOk="0">
                  <a:moveTo>
                    <a:pt x="11288" y="789"/>
                  </a:moveTo>
                  <a:lnTo>
                    <a:pt x="13694" y="3568"/>
                  </a:lnTo>
                  <a:lnTo>
                    <a:pt x="9773" y="35198"/>
                  </a:lnTo>
                  <a:lnTo>
                    <a:pt x="2765" y="39602"/>
                  </a:lnTo>
                  <a:lnTo>
                    <a:pt x="547" y="30730"/>
                  </a:lnTo>
                  <a:lnTo>
                    <a:pt x="11288" y="789"/>
                  </a:lnTo>
                  <a:close/>
                  <a:moveTo>
                    <a:pt x="11155" y="0"/>
                  </a:moveTo>
                  <a:cubicBezTo>
                    <a:pt x="11059" y="32"/>
                    <a:pt x="10994" y="97"/>
                    <a:pt x="10962" y="193"/>
                  </a:cubicBezTo>
                  <a:lnTo>
                    <a:pt x="33" y="30634"/>
                  </a:lnTo>
                  <a:cubicBezTo>
                    <a:pt x="1" y="30666"/>
                    <a:pt x="1" y="30730"/>
                    <a:pt x="33" y="30762"/>
                  </a:cubicBezTo>
                  <a:lnTo>
                    <a:pt x="2347" y="40084"/>
                  </a:lnTo>
                  <a:cubicBezTo>
                    <a:pt x="2380" y="40181"/>
                    <a:pt x="2412" y="40245"/>
                    <a:pt x="2508" y="40277"/>
                  </a:cubicBezTo>
                  <a:cubicBezTo>
                    <a:pt x="2535" y="40291"/>
                    <a:pt x="2567" y="40298"/>
                    <a:pt x="2602" y="40298"/>
                  </a:cubicBezTo>
                  <a:cubicBezTo>
                    <a:pt x="2652" y="40298"/>
                    <a:pt x="2709" y="40283"/>
                    <a:pt x="2765" y="40245"/>
                  </a:cubicBezTo>
                  <a:lnTo>
                    <a:pt x="10191" y="35584"/>
                  </a:lnTo>
                  <a:cubicBezTo>
                    <a:pt x="10255" y="35552"/>
                    <a:pt x="10287" y="35488"/>
                    <a:pt x="10287" y="35391"/>
                  </a:cubicBezTo>
                  <a:lnTo>
                    <a:pt x="14241" y="3504"/>
                  </a:lnTo>
                  <a:cubicBezTo>
                    <a:pt x="14241" y="3440"/>
                    <a:pt x="14209" y="3343"/>
                    <a:pt x="14177" y="3311"/>
                  </a:cubicBezTo>
                  <a:lnTo>
                    <a:pt x="11412" y="97"/>
                  </a:lnTo>
                  <a:cubicBezTo>
                    <a:pt x="11348" y="32"/>
                    <a:pt x="11251" y="0"/>
                    <a:pt x="111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9" name="Google Shape;3399;p57"/>
            <p:cNvSpPr/>
            <p:nvPr/>
          </p:nvSpPr>
          <p:spPr>
            <a:xfrm>
              <a:off x="3691825" y="5009525"/>
              <a:ext cx="308225" cy="332350"/>
            </a:xfrm>
            <a:custGeom>
              <a:avLst/>
              <a:gdLst/>
              <a:ahLst/>
              <a:cxnLst/>
              <a:rect l="l" t="t" r="r" b="b"/>
              <a:pathLst>
                <a:path w="12329" h="13294" extrusionOk="0">
                  <a:moveTo>
                    <a:pt x="5783" y="0"/>
                  </a:moveTo>
                  <a:cubicBezTo>
                    <a:pt x="3319" y="0"/>
                    <a:pt x="0" y="1543"/>
                    <a:pt x="242" y="4100"/>
                  </a:cubicBezTo>
                  <a:cubicBezTo>
                    <a:pt x="532" y="7154"/>
                    <a:pt x="3457" y="13294"/>
                    <a:pt x="5610" y="13294"/>
                  </a:cubicBezTo>
                  <a:cubicBezTo>
                    <a:pt x="7796" y="13294"/>
                    <a:pt x="9564" y="13294"/>
                    <a:pt x="10721" y="12104"/>
                  </a:cubicBezTo>
                  <a:cubicBezTo>
                    <a:pt x="11879" y="10947"/>
                    <a:pt x="12329" y="8761"/>
                    <a:pt x="11171" y="5868"/>
                  </a:cubicBezTo>
                  <a:cubicBezTo>
                    <a:pt x="9982" y="2943"/>
                    <a:pt x="7089" y="179"/>
                    <a:pt x="7089" y="179"/>
                  </a:cubicBezTo>
                  <a:cubicBezTo>
                    <a:pt x="6708" y="59"/>
                    <a:pt x="6261" y="0"/>
                    <a:pt x="57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0" name="Google Shape;3400;p57"/>
            <p:cNvSpPr/>
            <p:nvPr/>
          </p:nvSpPr>
          <p:spPr>
            <a:xfrm>
              <a:off x="3690650" y="5002725"/>
              <a:ext cx="303775" cy="345575"/>
            </a:xfrm>
            <a:custGeom>
              <a:avLst/>
              <a:gdLst/>
              <a:ahLst/>
              <a:cxnLst/>
              <a:rect l="l" t="t" r="r" b="b"/>
              <a:pathLst>
                <a:path w="12151" h="13823" extrusionOk="0">
                  <a:moveTo>
                    <a:pt x="5850" y="547"/>
                  </a:moveTo>
                  <a:cubicBezTo>
                    <a:pt x="6277" y="547"/>
                    <a:pt x="6674" y="576"/>
                    <a:pt x="6988" y="688"/>
                  </a:cubicBezTo>
                  <a:lnTo>
                    <a:pt x="6988" y="688"/>
                  </a:lnTo>
                  <a:cubicBezTo>
                    <a:pt x="7008" y="708"/>
                    <a:pt x="7035" y="736"/>
                    <a:pt x="7072" y="772"/>
                  </a:cubicBezTo>
                  <a:cubicBezTo>
                    <a:pt x="7618" y="1319"/>
                    <a:pt x="9965" y="3762"/>
                    <a:pt x="10961" y="6237"/>
                  </a:cubicBezTo>
                  <a:cubicBezTo>
                    <a:pt x="11411" y="7394"/>
                    <a:pt x="11636" y="8423"/>
                    <a:pt x="11636" y="9323"/>
                  </a:cubicBezTo>
                  <a:cubicBezTo>
                    <a:pt x="11636" y="10608"/>
                    <a:pt x="11218" y="11573"/>
                    <a:pt x="10576" y="12184"/>
                  </a:cubicBezTo>
                  <a:cubicBezTo>
                    <a:pt x="10061" y="12730"/>
                    <a:pt x="9386" y="12987"/>
                    <a:pt x="8550" y="13148"/>
                  </a:cubicBezTo>
                  <a:cubicBezTo>
                    <a:pt x="7747" y="13276"/>
                    <a:pt x="6750" y="13276"/>
                    <a:pt x="5657" y="13276"/>
                  </a:cubicBezTo>
                  <a:cubicBezTo>
                    <a:pt x="5465" y="13276"/>
                    <a:pt x="5240" y="13212"/>
                    <a:pt x="4950" y="13051"/>
                  </a:cubicBezTo>
                  <a:cubicBezTo>
                    <a:pt x="4500" y="12794"/>
                    <a:pt x="3986" y="12280"/>
                    <a:pt x="3504" y="11605"/>
                  </a:cubicBezTo>
                  <a:cubicBezTo>
                    <a:pt x="2797" y="10608"/>
                    <a:pt x="2089" y="9258"/>
                    <a:pt x="1543" y="7940"/>
                  </a:cubicBezTo>
                  <a:cubicBezTo>
                    <a:pt x="1029" y="6623"/>
                    <a:pt x="643" y="5305"/>
                    <a:pt x="547" y="4340"/>
                  </a:cubicBezTo>
                  <a:cubicBezTo>
                    <a:pt x="547" y="4276"/>
                    <a:pt x="547" y="4180"/>
                    <a:pt x="547" y="4115"/>
                  </a:cubicBezTo>
                  <a:cubicBezTo>
                    <a:pt x="547" y="3569"/>
                    <a:pt x="707" y="3087"/>
                    <a:pt x="1029" y="2669"/>
                  </a:cubicBezTo>
                  <a:cubicBezTo>
                    <a:pt x="1479" y="1994"/>
                    <a:pt x="2250" y="1479"/>
                    <a:pt x="3150" y="1094"/>
                  </a:cubicBezTo>
                  <a:cubicBezTo>
                    <a:pt x="4018" y="740"/>
                    <a:pt x="4982" y="547"/>
                    <a:pt x="5850" y="547"/>
                  </a:cubicBezTo>
                  <a:close/>
                  <a:moveTo>
                    <a:pt x="5850" y="1"/>
                  </a:moveTo>
                  <a:cubicBezTo>
                    <a:pt x="4597" y="1"/>
                    <a:pt x="3182" y="386"/>
                    <a:pt x="2025" y="1062"/>
                  </a:cubicBezTo>
                  <a:cubicBezTo>
                    <a:pt x="1447" y="1415"/>
                    <a:pt x="964" y="1833"/>
                    <a:pt x="579" y="2347"/>
                  </a:cubicBezTo>
                  <a:cubicBezTo>
                    <a:pt x="225" y="2862"/>
                    <a:pt x="0" y="3440"/>
                    <a:pt x="0" y="4115"/>
                  </a:cubicBezTo>
                  <a:cubicBezTo>
                    <a:pt x="0" y="4212"/>
                    <a:pt x="0" y="4308"/>
                    <a:pt x="32" y="4405"/>
                  </a:cubicBezTo>
                  <a:cubicBezTo>
                    <a:pt x="161" y="5980"/>
                    <a:pt x="997" y="8294"/>
                    <a:pt x="2025" y="10255"/>
                  </a:cubicBezTo>
                  <a:cubicBezTo>
                    <a:pt x="2572" y="11219"/>
                    <a:pt x="3150" y="12087"/>
                    <a:pt x="3761" y="12730"/>
                  </a:cubicBezTo>
                  <a:cubicBezTo>
                    <a:pt x="4050" y="13051"/>
                    <a:pt x="4372" y="13309"/>
                    <a:pt x="4693" y="13501"/>
                  </a:cubicBezTo>
                  <a:cubicBezTo>
                    <a:pt x="5015" y="13694"/>
                    <a:pt x="5336" y="13823"/>
                    <a:pt x="5657" y="13823"/>
                  </a:cubicBezTo>
                  <a:cubicBezTo>
                    <a:pt x="6750" y="13823"/>
                    <a:pt x="7747" y="13823"/>
                    <a:pt x="8647" y="13662"/>
                  </a:cubicBezTo>
                  <a:cubicBezTo>
                    <a:pt x="9547" y="13534"/>
                    <a:pt x="10318" y="13212"/>
                    <a:pt x="10961" y="12569"/>
                  </a:cubicBezTo>
                  <a:cubicBezTo>
                    <a:pt x="11701" y="11830"/>
                    <a:pt x="12151" y="10705"/>
                    <a:pt x="12151" y="9323"/>
                  </a:cubicBezTo>
                  <a:cubicBezTo>
                    <a:pt x="12151" y="8358"/>
                    <a:pt x="11958" y="7233"/>
                    <a:pt x="11443" y="6012"/>
                  </a:cubicBezTo>
                  <a:cubicBezTo>
                    <a:pt x="10254" y="3022"/>
                    <a:pt x="7329" y="258"/>
                    <a:pt x="7329" y="258"/>
                  </a:cubicBezTo>
                  <a:lnTo>
                    <a:pt x="7200" y="194"/>
                  </a:lnTo>
                  <a:cubicBezTo>
                    <a:pt x="6815" y="65"/>
                    <a:pt x="6333" y="1"/>
                    <a:pt x="5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1" name="Google Shape;3401;p57"/>
            <p:cNvSpPr/>
            <p:nvPr/>
          </p:nvSpPr>
          <p:spPr>
            <a:xfrm>
              <a:off x="2765675" y="5136875"/>
              <a:ext cx="160425" cy="71975"/>
            </a:xfrm>
            <a:custGeom>
              <a:avLst/>
              <a:gdLst/>
              <a:ahLst/>
              <a:cxnLst/>
              <a:rect l="l" t="t" r="r" b="b"/>
              <a:pathLst>
                <a:path w="6417" h="2879" extrusionOk="0">
                  <a:moveTo>
                    <a:pt x="5299" y="0"/>
                  </a:moveTo>
                  <a:cubicBezTo>
                    <a:pt x="5199" y="0"/>
                    <a:pt x="5083" y="11"/>
                    <a:pt x="4951" y="35"/>
                  </a:cubicBezTo>
                  <a:cubicBezTo>
                    <a:pt x="4951" y="35"/>
                    <a:pt x="1" y="2349"/>
                    <a:pt x="451" y="2799"/>
                  </a:cubicBezTo>
                  <a:cubicBezTo>
                    <a:pt x="502" y="2854"/>
                    <a:pt x="596" y="2879"/>
                    <a:pt x="725" y="2879"/>
                  </a:cubicBezTo>
                  <a:cubicBezTo>
                    <a:pt x="1646" y="2879"/>
                    <a:pt x="4302" y="1623"/>
                    <a:pt x="4951" y="1482"/>
                  </a:cubicBezTo>
                  <a:cubicBezTo>
                    <a:pt x="5629" y="1364"/>
                    <a:pt x="6416" y="0"/>
                    <a:pt x="52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2" name="Google Shape;3402;p57"/>
            <p:cNvSpPr/>
            <p:nvPr/>
          </p:nvSpPr>
          <p:spPr>
            <a:xfrm>
              <a:off x="2768900" y="5129700"/>
              <a:ext cx="150300" cy="86025"/>
            </a:xfrm>
            <a:custGeom>
              <a:avLst/>
              <a:gdLst/>
              <a:ahLst/>
              <a:cxnLst/>
              <a:rect l="l" t="t" r="r" b="b"/>
              <a:pathLst>
                <a:path w="6012" h="3441" extrusionOk="0">
                  <a:moveTo>
                    <a:pt x="5176" y="547"/>
                  </a:moveTo>
                  <a:cubicBezTo>
                    <a:pt x="5336" y="547"/>
                    <a:pt x="5401" y="579"/>
                    <a:pt x="5433" y="611"/>
                  </a:cubicBezTo>
                  <a:cubicBezTo>
                    <a:pt x="5433" y="611"/>
                    <a:pt x="5465" y="643"/>
                    <a:pt x="5465" y="708"/>
                  </a:cubicBezTo>
                  <a:cubicBezTo>
                    <a:pt x="5465" y="804"/>
                    <a:pt x="5368" y="1029"/>
                    <a:pt x="5240" y="1190"/>
                  </a:cubicBezTo>
                  <a:cubicBezTo>
                    <a:pt x="5079" y="1351"/>
                    <a:pt x="4886" y="1479"/>
                    <a:pt x="4758" y="1511"/>
                  </a:cubicBezTo>
                  <a:cubicBezTo>
                    <a:pt x="4565" y="1544"/>
                    <a:pt x="4276" y="1672"/>
                    <a:pt x="3922" y="1801"/>
                  </a:cubicBezTo>
                  <a:cubicBezTo>
                    <a:pt x="3376" y="1994"/>
                    <a:pt x="2700" y="2283"/>
                    <a:pt x="2058" y="2508"/>
                  </a:cubicBezTo>
                  <a:cubicBezTo>
                    <a:pt x="1768" y="2604"/>
                    <a:pt x="1447" y="2701"/>
                    <a:pt x="1190" y="2797"/>
                  </a:cubicBezTo>
                  <a:cubicBezTo>
                    <a:pt x="1018" y="2840"/>
                    <a:pt x="861" y="2869"/>
                    <a:pt x="738" y="2883"/>
                  </a:cubicBezTo>
                  <a:lnTo>
                    <a:pt x="738" y="2883"/>
                  </a:lnTo>
                  <a:cubicBezTo>
                    <a:pt x="749" y="2876"/>
                    <a:pt x="760" y="2869"/>
                    <a:pt x="772" y="2861"/>
                  </a:cubicBezTo>
                  <a:cubicBezTo>
                    <a:pt x="1222" y="2476"/>
                    <a:pt x="2283" y="1897"/>
                    <a:pt x="3215" y="1415"/>
                  </a:cubicBezTo>
                  <a:cubicBezTo>
                    <a:pt x="3665" y="1190"/>
                    <a:pt x="4115" y="965"/>
                    <a:pt x="4436" y="804"/>
                  </a:cubicBezTo>
                  <a:cubicBezTo>
                    <a:pt x="4632" y="695"/>
                    <a:pt x="4798" y="616"/>
                    <a:pt x="4886" y="576"/>
                  </a:cubicBezTo>
                  <a:lnTo>
                    <a:pt x="4886" y="576"/>
                  </a:lnTo>
                  <a:lnTo>
                    <a:pt x="4886" y="579"/>
                  </a:lnTo>
                  <a:cubicBezTo>
                    <a:pt x="4983" y="547"/>
                    <a:pt x="5079" y="547"/>
                    <a:pt x="5176" y="547"/>
                  </a:cubicBezTo>
                  <a:close/>
                  <a:moveTo>
                    <a:pt x="5176" y="1"/>
                  </a:moveTo>
                  <a:cubicBezTo>
                    <a:pt x="5047" y="1"/>
                    <a:pt x="4918" y="33"/>
                    <a:pt x="4790" y="65"/>
                  </a:cubicBezTo>
                  <a:lnTo>
                    <a:pt x="4726" y="65"/>
                  </a:lnTo>
                  <a:cubicBezTo>
                    <a:pt x="4693" y="65"/>
                    <a:pt x="3568" y="611"/>
                    <a:pt x="2411" y="1222"/>
                  </a:cubicBezTo>
                  <a:cubicBezTo>
                    <a:pt x="1865" y="1511"/>
                    <a:pt x="1286" y="1833"/>
                    <a:pt x="836" y="2122"/>
                  </a:cubicBezTo>
                  <a:cubicBezTo>
                    <a:pt x="611" y="2283"/>
                    <a:pt x="450" y="2411"/>
                    <a:pt x="290" y="2540"/>
                  </a:cubicBezTo>
                  <a:cubicBezTo>
                    <a:pt x="225" y="2604"/>
                    <a:pt x="161" y="2669"/>
                    <a:pt x="129" y="2733"/>
                  </a:cubicBezTo>
                  <a:cubicBezTo>
                    <a:pt x="65" y="2797"/>
                    <a:pt x="32" y="2894"/>
                    <a:pt x="0" y="3022"/>
                  </a:cubicBezTo>
                  <a:cubicBezTo>
                    <a:pt x="0" y="3119"/>
                    <a:pt x="65" y="3215"/>
                    <a:pt x="129" y="3279"/>
                  </a:cubicBezTo>
                  <a:cubicBezTo>
                    <a:pt x="258" y="3408"/>
                    <a:pt x="418" y="3440"/>
                    <a:pt x="579" y="3440"/>
                  </a:cubicBezTo>
                  <a:cubicBezTo>
                    <a:pt x="868" y="3440"/>
                    <a:pt x="1222" y="3344"/>
                    <a:pt x="1608" y="3215"/>
                  </a:cubicBezTo>
                  <a:cubicBezTo>
                    <a:pt x="2218" y="3022"/>
                    <a:pt x="2925" y="2765"/>
                    <a:pt x="3536" y="2508"/>
                  </a:cubicBezTo>
                  <a:cubicBezTo>
                    <a:pt x="3858" y="2411"/>
                    <a:pt x="4147" y="2283"/>
                    <a:pt x="4372" y="2219"/>
                  </a:cubicBezTo>
                  <a:cubicBezTo>
                    <a:pt x="4597" y="2122"/>
                    <a:pt x="4790" y="2058"/>
                    <a:pt x="4886" y="2026"/>
                  </a:cubicBezTo>
                  <a:cubicBezTo>
                    <a:pt x="5176" y="1961"/>
                    <a:pt x="5433" y="1769"/>
                    <a:pt x="5626" y="1544"/>
                  </a:cubicBezTo>
                  <a:cubicBezTo>
                    <a:pt x="5851" y="1286"/>
                    <a:pt x="5979" y="997"/>
                    <a:pt x="5979" y="708"/>
                  </a:cubicBezTo>
                  <a:cubicBezTo>
                    <a:pt x="6011" y="515"/>
                    <a:pt x="5915" y="322"/>
                    <a:pt x="5786" y="193"/>
                  </a:cubicBezTo>
                  <a:cubicBezTo>
                    <a:pt x="5626" y="65"/>
                    <a:pt x="5401" y="1"/>
                    <a:pt x="5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57"/>
            <p:cNvSpPr/>
            <p:nvPr/>
          </p:nvSpPr>
          <p:spPr>
            <a:xfrm>
              <a:off x="2849250" y="5096175"/>
              <a:ext cx="87625" cy="156775"/>
            </a:xfrm>
            <a:custGeom>
              <a:avLst/>
              <a:gdLst/>
              <a:ahLst/>
              <a:cxnLst/>
              <a:rect l="l" t="t" r="r" b="b"/>
              <a:pathLst>
                <a:path w="3505" h="6271" extrusionOk="0">
                  <a:moveTo>
                    <a:pt x="2823" y="0"/>
                  </a:moveTo>
                  <a:cubicBezTo>
                    <a:pt x="2347" y="0"/>
                    <a:pt x="1770" y="91"/>
                    <a:pt x="1608" y="506"/>
                  </a:cubicBezTo>
                  <a:cubicBezTo>
                    <a:pt x="1319" y="1213"/>
                    <a:pt x="1" y="5167"/>
                    <a:pt x="162" y="6035"/>
                  </a:cubicBezTo>
                  <a:cubicBezTo>
                    <a:pt x="186" y="6200"/>
                    <a:pt x="254" y="6271"/>
                    <a:pt x="351" y="6271"/>
                  </a:cubicBezTo>
                  <a:cubicBezTo>
                    <a:pt x="766" y="6271"/>
                    <a:pt x="1718" y="4995"/>
                    <a:pt x="2187" y="4267"/>
                  </a:cubicBezTo>
                  <a:cubicBezTo>
                    <a:pt x="2765" y="3399"/>
                    <a:pt x="3505" y="56"/>
                    <a:pt x="3505" y="56"/>
                  </a:cubicBezTo>
                  <a:cubicBezTo>
                    <a:pt x="3505" y="56"/>
                    <a:pt x="3195" y="0"/>
                    <a:pt x="282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57"/>
            <p:cNvSpPr/>
            <p:nvPr/>
          </p:nvSpPr>
          <p:spPr>
            <a:xfrm>
              <a:off x="2846050" y="5089525"/>
              <a:ext cx="98050" cy="170375"/>
            </a:xfrm>
            <a:custGeom>
              <a:avLst/>
              <a:gdLst/>
              <a:ahLst/>
              <a:cxnLst/>
              <a:rect l="l" t="t" r="r" b="b"/>
              <a:pathLst>
                <a:path w="3922" h="6815" extrusionOk="0">
                  <a:moveTo>
                    <a:pt x="2795" y="541"/>
                  </a:moveTo>
                  <a:cubicBezTo>
                    <a:pt x="2839" y="541"/>
                    <a:pt x="2882" y="543"/>
                    <a:pt x="2925" y="547"/>
                  </a:cubicBezTo>
                  <a:lnTo>
                    <a:pt x="3302" y="547"/>
                  </a:lnTo>
                  <a:cubicBezTo>
                    <a:pt x="3285" y="622"/>
                    <a:pt x="3266" y="709"/>
                    <a:pt x="3247" y="804"/>
                  </a:cubicBezTo>
                  <a:cubicBezTo>
                    <a:pt x="3118" y="1286"/>
                    <a:pt x="2958" y="2058"/>
                    <a:pt x="2732" y="2765"/>
                  </a:cubicBezTo>
                  <a:cubicBezTo>
                    <a:pt x="2636" y="3118"/>
                    <a:pt x="2507" y="3440"/>
                    <a:pt x="2411" y="3729"/>
                  </a:cubicBezTo>
                  <a:cubicBezTo>
                    <a:pt x="2282" y="4018"/>
                    <a:pt x="2186" y="4276"/>
                    <a:pt x="2090" y="4404"/>
                  </a:cubicBezTo>
                  <a:cubicBezTo>
                    <a:pt x="1865" y="4758"/>
                    <a:pt x="1511" y="5240"/>
                    <a:pt x="1190" y="5626"/>
                  </a:cubicBezTo>
                  <a:cubicBezTo>
                    <a:pt x="997" y="5819"/>
                    <a:pt x="836" y="6011"/>
                    <a:pt x="707" y="6108"/>
                  </a:cubicBezTo>
                  <a:cubicBezTo>
                    <a:pt x="643" y="6172"/>
                    <a:pt x="579" y="6204"/>
                    <a:pt x="547" y="6236"/>
                  </a:cubicBezTo>
                  <a:cubicBezTo>
                    <a:pt x="547" y="6236"/>
                    <a:pt x="547" y="6172"/>
                    <a:pt x="547" y="6140"/>
                  </a:cubicBezTo>
                  <a:cubicBezTo>
                    <a:pt x="547" y="5883"/>
                    <a:pt x="611" y="5465"/>
                    <a:pt x="707" y="4983"/>
                  </a:cubicBezTo>
                  <a:cubicBezTo>
                    <a:pt x="1061" y="3504"/>
                    <a:pt x="1800" y="1350"/>
                    <a:pt x="1993" y="868"/>
                  </a:cubicBezTo>
                  <a:cubicBezTo>
                    <a:pt x="1993" y="804"/>
                    <a:pt x="2025" y="772"/>
                    <a:pt x="2090" y="708"/>
                  </a:cubicBezTo>
                  <a:cubicBezTo>
                    <a:pt x="2229" y="624"/>
                    <a:pt x="2513" y="541"/>
                    <a:pt x="2795" y="541"/>
                  </a:cubicBezTo>
                  <a:close/>
                  <a:moveTo>
                    <a:pt x="2925" y="0"/>
                  </a:moveTo>
                  <a:cubicBezTo>
                    <a:pt x="2700" y="0"/>
                    <a:pt x="2411" y="33"/>
                    <a:pt x="2122" y="97"/>
                  </a:cubicBezTo>
                  <a:cubicBezTo>
                    <a:pt x="1993" y="161"/>
                    <a:pt x="1865" y="225"/>
                    <a:pt x="1768" y="290"/>
                  </a:cubicBezTo>
                  <a:cubicBezTo>
                    <a:pt x="1640" y="386"/>
                    <a:pt x="1543" y="515"/>
                    <a:pt x="1479" y="675"/>
                  </a:cubicBezTo>
                  <a:cubicBezTo>
                    <a:pt x="1350" y="1029"/>
                    <a:pt x="965" y="2090"/>
                    <a:pt x="643" y="3215"/>
                  </a:cubicBezTo>
                  <a:cubicBezTo>
                    <a:pt x="482" y="3761"/>
                    <a:pt x="322" y="4340"/>
                    <a:pt x="193" y="4854"/>
                  </a:cubicBezTo>
                  <a:cubicBezTo>
                    <a:pt x="97" y="5368"/>
                    <a:pt x="0" y="5819"/>
                    <a:pt x="0" y="6140"/>
                  </a:cubicBezTo>
                  <a:cubicBezTo>
                    <a:pt x="0" y="6204"/>
                    <a:pt x="0" y="6269"/>
                    <a:pt x="32" y="6333"/>
                  </a:cubicBezTo>
                  <a:cubicBezTo>
                    <a:pt x="32" y="6461"/>
                    <a:pt x="65" y="6558"/>
                    <a:pt x="161" y="6654"/>
                  </a:cubicBezTo>
                  <a:cubicBezTo>
                    <a:pt x="225" y="6751"/>
                    <a:pt x="354" y="6815"/>
                    <a:pt x="482" y="6815"/>
                  </a:cubicBezTo>
                  <a:cubicBezTo>
                    <a:pt x="611" y="6815"/>
                    <a:pt x="707" y="6751"/>
                    <a:pt x="772" y="6719"/>
                  </a:cubicBezTo>
                  <a:cubicBezTo>
                    <a:pt x="1093" y="6526"/>
                    <a:pt x="1415" y="6204"/>
                    <a:pt x="1704" y="5819"/>
                  </a:cubicBezTo>
                  <a:cubicBezTo>
                    <a:pt x="2025" y="5433"/>
                    <a:pt x="2347" y="5015"/>
                    <a:pt x="2540" y="4693"/>
                  </a:cubicBezTo>
                  <a:cubicBezTo>
                    <a:pt x="2700" y="4436"/>
                    <a:pt x="2861" y="4051"/>
                    <a:pt x="3022" y="3601"/>
                  </a:cubicBezTo>
                  <a:cubicBezTo>
                    <a:pt x="3472" y="2283"/>
                    <a:pt x="3890" y="386"/>
                    <a:pt x="3890" y="386"/>
                  </a:cubicBezTo>
                  <a:cubicBezTo>
                    <a:pt x="3922" y="322"/>
                    <a:pt x="3890" y="225"/>
                    <a:pt x="3858" y="161"/>
                  </a:cubicBezTo>
                  <a:cubicBezTo>
                    <a:pt x="3825" y="129"/>
                    <a:pt x="3761" y="65"/>
                    <a:pt x="3665" y="65"/>
                  </a:cubicBezTo>
                  <a:cubicBezTo>
                    <a:pt x="3665" y="65"/>
                    <a:pt x="3343" y="0"/>
                    <a:pt x="29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57"/>
            <p:cNvSpPr/>
            <p:nvPr/>
          </p:nvSpPr>
          <p:spPr>
            <a:xfrm>
              <a:off x="2864525" y="5089350"/>
              <a:ext cx="148700" cy="160125"/>
            </a:xfrm>
            <a:custGeom>
              <a:avLst/>
              <a:gdLst/>
              <a:ahLst/>
              <a:cxnLst/>
              <a:rect l="l" t="t" r="r" b="b"/>
              <a:pathLst>
                <a:path w="5948" h="6405" extrusionOk="0">
                  <a:moveTo>
                    <a:pt x="3885" y="0"/>
                  </a:moveTo>
                  <a:cubicBezTo>
                    <a:pt x="3433" y="0"/>
                    <a:pt x="3044" y="82"/>
                    <a:pt x="2894" y="329"/>
                  </a:cubicBezTo>
                  <a:cubicBezTo>
                    <a:pt x="2444" y="1068"/>
                    <a:pt x="129" y="6147"/>
                    <a:pt x="129" y="6147"/>
                  </a:cubicBezTo>
                  <a:cubicBezTo>
                    <a:pt x="129" y="6147"/>
                    <a:pt x="1" y="6404"/>
                    <a:pt x="305" y="6404"/>
                  </a:cubicBezTo>
                  <a:cubicBezTo>
                    <a:pt x="458" y="6404"/>
                    <a:pt x="718" y="6340"/>
                    <a:pt x="1158" y="6147"/>
                  </a:cubicBezTo>
                  <a:cubicBezTo>
                    <a:pt x="2444" y="5568"/>
                    <a:pt x="5947" y="329"/>
                    <a:pt x="5947" y="329"/>
                  </a:cubicBezTo>
                  <a:cubicBezTo>
                    <a:pt x="5947" y="329"/>
                    <a:pt x="4790" y="0"/>
                    <a:pt x="388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57"/>
            <p:cNvSpPr/>
            <p:nvPr/>
          </p:nvSpPr>
          <p:spPr>
            <a:xfrm>
              <a:off x="2860500" y="5083100"/>
              <a:ext cx="159950" cy="173600"/>
            </a:xfrm>
            <a:custGeom>
              <a:avLst/>
              <a:gdLst/>
              <a:ahLst/>
              <a:cxnLst/>
              <a:rect l="l" t="t" r="r" b="b"/>
              <a:pathLst>
                <a:path w="6398" h="6944" extrusionOk="0">
                  <a:moveTo>
                    <a:pt x="4051" y="515"/>
                  </a:moveTo>
                  <a:cubicBezTo>
                    <a:pt x="4469" y="515"/>
                    <a:pt x="4983" y="611"/>
                    <a:pt x="5369" y="675"/>
                  </a:cubicBezTo>
                  <a:cubicBezTo>
                    <a:pt x="5479" y="694"/>
                    <a:pt x="5579" y="723"/>
                    <a:pt x="5669" y="750"/>
                  </a:cubicBezTo>
                  <a:lnTo>
                    <a:pt x="5669" y="750"/>
                  </a:lnTo>
                  <a:cubicBezTo>
                    <a:pt x="5579" y="888"/>
                    <a:pt x="5466" y="1060"/>
                    <a:pt x="5337" y="1254"/>
                  </a:cubicBezTo>
                  <a:cubicBezTo>
                    <a:pt x="4790" y="1993"/>
                    <a:pt x="3987" y="3150"/>
                    <a:pt x="3183" y="4147"/>
                  </a:cubicBezTo>
                  <a:cubicBezTo>
                    <a:pt x="2797" y="4629"/>
                    <a:pt x="2412" y="5111"/>
                    <a:pt x="2058" y="5465"/>
                  </a:cubicBezTo>
                  <a:cubicBezTo>
                    <a:pt x="1704" y="5818"/>
                    <a:pt x="1383" y="6076"/>
                    <a:pt x="1190" y="6172"/>
                  </a:cubicBezTo>
                  <a:cubicBezTo>
                    <a:pt x="906" y="6303"/>
                    <a:pt x="712" y="6360"/>
                    <a:pt x="585" y="6383"/>
                  </a:cubicBezTo>
                  <a:lnTo>
                    <a:pt x="585" y="6383"/>
                  </a:lnTo>
                  <a:cubicBezTo>
                    <a:pt x="653" y="6244"/>
                    <a:pt x="765" y="6012"/>
                    <a:pt x="901" y="5722"/>
                  </a:cubicBezTo>
                  <a:cubicBezTo>
                    <a:pt x="1222" y="4983"/>
                    <a:pt x="1769" y="3858"/>
                    <a:pt x="2219" y="2861"/>
                  </a:cubicBezTo>
                  <a:cubicBezTo>
                    <a:pt x="2476" y="2347"/>
                    <a:pt x="2701" y="1897"/>
                    <a:pt x="2862" y="1511"/>
                  </a:cubicBezTo>
                  <a:cubicBezTo>
                    <a:pt x="3055" y="1125"/>
                    <a:pt x="3215" y="836"/>
                    <a:pt x="3280" y="707"/>
                  </a:cubicBezTo>
                  <a:cubicBezTo>
                    <a:pt x="3312" y="675"/>
                    <a:pt x="3376" y="611"/>
                    <a:pt x="3505" y="579"/>
                  </a:cubicBezTo>
                  <a:cubicBezTo>
                    <a:pt x="3633" y="547"/>
                    <a:pt x="3826" y="515"/>
                    <a:pt x="4051" y="515"/>
                  </a:cubicBezTo>
                  <a:close/>
                  <a:moveTo>
                    <a:pt x="4051" y="0"/>
                  </a:moveTo>
                  <a:cubicBezTo>
                    <a:pt x="3794" y="0"/>
                    <a:pt x="3569" y="0"/>
                    <a:pt x="3344" y="64"/>
                  </a:cubicBezTo>
                  <a:cubicBezTo>
                    <a:pt x="3151" y="129"/>
                    <a:pt x="2958" y="225"/>
                    <a:pt x="2830" y="450"/>
                  </a:cubicBezTo>
                  <a:cubicBezTo>
                    <a:pt x="2701" y="643"/>
                    <a:pt x="2476" y="1093"/>
                    <a:pt x="2187" y="1672"/>
                  </a:cubicBezTo>
                  <a:cubicBezTo>
                    <a:pt x="1351" y="3440"/>
                    <a:pt x="33" y="6301"/>
                    <a:pt x="33" y="6301"/>
                  </a:cubicBezTo>
                  <a:cubicBezTo>
                    <a:pt x="33" y="6301"/>
                    <a:pt x="1" y="6365"/>
                    <a:pt x="1" y="6526"/>
                  </a:cubicBezTo>
                  <a:cubicBezTo>
                    <a:pt x="1" y="6590"/>
                    <a:pt x="1" y="6718"/>
                    <a:pt x="129" y="6815"/>
                  </a:cubicBezTo>
                  <a:cubicBezTo>
                    <a:pt x="226" y="6911"/>
                    <a:pt x="354" y="6943"/>
                    <a:pt x="451" y="6943"/>
                  </a:cubicBezTo>
                  <a:cubicBezTo>
                    <a:pt x="676" y="6943"/>
                    <a:pt x="965" y="6847"/>
                    <a:pt x="1415" y="6654"/>
                  </a:cubicBezTo>
                  <a:cubicBezTo>
                    <a:pt x="1833" y="6461"/>
                    <a:pt x="2283" y="6011"/>
                    <a:pt x="2797" y="5433"/>
                  </a:cubicBezTo>
                  <a:cubicBezTo>
                    <a:pt x="4372" y="3697"/>
                    <a:pt x="6333" y="740"/>
                    <a:pt x="6333" y="740"/>
                  </a:cubicBezTo>
                  <a:cubicBezTo>
                    <a:pt x="6398" y="643"/>
                    <a:pt x="6398" y="579"/>
                    <a:pt x="6365" y="482"/>
                  </a:cubicBezTo>
                  <a:cubicBezTo>
                    <a:pt x="6333" y="418"/>
                    <a:pt x="6269" y="354"/>
                    <a:pt x="6173" y="322"/>
                  </a:cubicBezTo>
                  <a:cubicBezTo>
                    <a:pt x="6173" y="322"/>
                    <a:pt x="5015" y="0"/>
                    <a:pt x="4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57"/>
            <p:cNvSpPr/>
            <p:nvPr/>
          </p:nvSpPr>
          <p:spPr>
            <a:xfrm>
              <a:off x="2874975" y="5075450"/>
              <a:ext cx="1043925" cy="240775"/>
            </a:xfrm>
            <a:custGeom>
              <a:avLst/>
              <a:gdLst/>
              <a:ahLst/>
              <a:cxnLst/>
              <a:rect l="l" t="t" r="r" b="b"/>
              <a:pathLst>
                <a:path w="41757" h="9631" extrusionOk="0">
                  <a:moveTo>
                    <a:pt x="7148" y="0"/>
                  </a:moveTo>
                  <a:cubicBezTo>
                    <a:pt x="5926" y="0"/>
                    <a:pt x="4749" y="946"/>
                    <a:pt x="4211" y="1753"/>
                  </a:cubicBezTo>
                  <a:cubicBezTo>
                    <a:pt x="3633" y="2621"/>
                    <a:pt x="0" y="7282"/>
                    <a:pt x="0" y="7282"/>
                  </a:cubicBezTo>
                  <a:lnTo>
                    <a:pt x="868" y="7571"/>
                  </a:lnTo>
                  <a:lnTo>
                    <a:pt x="5979" y="3521"/>
                  </a:lnTo>
                  <a:cubicBezTo>
                    <a:pt x="5979" y="3521"/>
                    <a:pt x="8744" y="3360"/>
                    <a:pt x="9612" y="3360"/>
                  </a:cubicBezTo>
                  <a:cubicBezTo>
                    <a:pt x="10480" y="3360"/>
                    <a:pt x="7136" y="5256"/>
                    <a:pt x="6108" y="5417"/>
                  </a:cubicBezTo>
                  <a:cubicBezTo>
                    <a:pt x="5111" y="5546"/>
                    <a:pt x="3922" y="5706"/>
                    <a:pt x="4083" y="6285"/>
                  </a:cubicBezTo>
                  <a:cubicBezTo>
                    <a:pt x="4211" y="6864"/>
                    <a:pt x="6847" y="6992"/>
                    <a:pt x="7426" y="6992"/>
                  </a:cubicBezTo>
                  <a:cubicBezTo>
                    <a:pt x="8004" y="6992"/>
                    <a:pt x="12087" y="5546"/>
                    <a:pt x="12087" y="5546"/>
                  </a:cubicBezTo>
                  <a:cubicBezTo>
                    <a:pt x="12087" y="5546"/>
                    <a:pt x="13115" y="5546"/>
                    <a:pt x="14401" y="5706"/>
                  </a:cubicBezTo>
                  <a:cubicBezTo>
                    <a:pt x="14479" y="5714"/>
                    <a:pt x="14560" y="5718"/>
                    <a:pt x="14644" y="5718"/>
                  </a:cubicBezTo>
                  <a:cubicBezTo>
                    <a:pt x="15987" y="5718"/>
                    <a:pt x="18066" y="4806"/>
                    <a:pt x="18066" y="4806"/>
                  </a:cubicBezTo>
                  <a:cubicBezTo>
                    <a:pt x="18066" y="4806"/>
                    <a:pt x="38208" y="9631"/>
                    <a:pt x="40116" y="9631"/>
                  </a:cubicBezTo>
                  <a:cubicBezTo>
                    <a:pt x="40141" y="9631"/>
                    <a:pt x="40162" y="9630"/>
                    <a:pt x="40181" y="9628"/>
                  </a:cubicBezTo>
                  <a:cubicBezTo>
                    <a:pt x="41660" y="9467"/>
                    <a:pt x="41756" y="1849"/>
                    <a:pt x="36838" y="885"/>
                  </a:cubicBezTo>
                  <a:lnTo>
                    <a:pt x="20251" y="2492"/>
                  </a:lnTo>
                  <a:cubicBezTo>
                    <a:pt x="20251" y="2492"/>
                    <a:pt x="8744" y="145"/>
                    <a:pt x="7426" y="17"/>
                  </a:cubicBezTo>
                  <a:cubicBezTo>
                    <a:pt x="7333" y="6"/>
                    <a:pt x="7240" y="0"/>
                    <a:pt x="714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57"/>
            <p:cNvSpPr/>
            <p:nvPr/>
          </p:nvSpPr>
          <p:spPr>
            <a:xfrm>
              <a:off x="2867750" y="5068625"/>
              <a:ext cx="1040700" cy="253975"/>
            </a:xfrm>
            <a:custGeom>
              <a:avLst/>
              <a:gdLst/>
              <a:ahLst/>
              <a:cxnLst/>
              <a:rect l="l" t="t" r="r" b="b"/>
              <a:pathLst>
                <a:path w="41628" h="10159" extrusionOk="0">
                  <a:moveTo>
                    <a:pt x="9772" y="3633"/>
                  </a:moveTo>
                  <a:lnTo>
                    <a:pt x="9788" y="3638"/>
                  </a:lnTo>
                  <a:lnTo>
                    <a:pt x="9788" y="3638"/>
                  </a:lnTo>
                  <a:cubicBezTo>
                    <a:pt x="9787" y="3638"/>
                    <a:pt x="9787" y="3639"/>
                    <a:pt x="9787" y="3639"/>
                  </a:cubicBezTo>
                  <a:lnTo>
                    <a:pt x="9787" y="3639"/>
                  </a:lnTo>
                  <a:lnTo>
                    <a:pt x="9772" y="3633"/>
                  </a:lnTo>
                  <a:close/>
                  <a:moveTo>
                    <a:pt x="7683" y="547"/>
                  </a:moveTo>
                  <a:cubicBezTo>
                    <a:pt x="8004" y="579"/>
                    <a:pt x="8968" y="772"/>
                    <a:pt x="10222" y="997"/>
                  </a:cubicBezTo>
                  <a:cubicBezTo>
                    <a:pt x="12119" y="1351"/>
                    <a:pt x="14690" y="1865"/>
                    <a:pt x="16780" y="2283"/>
                  </a:cubicBezTo>
                  <a:cubicBezTo>
                    <a:pt x="17808" y="2476"/>
                    <a:pt x="18740" y="2669"/>
                    <a:pt x="19415" y="2797"/>
                  </a:cubicBezTo>
                  <a:cubicBezTo>
                    <a:pt x="20058" y="2958"/>
                    <a:pt x="20476" y="3022"/>
                    <a:pt x="20476" y="3022"/>
                  </a:cubicBezTo>
                  <a:lnTo>
                    <a:pt x="20573" y="3022"/>
                  </a:lnTo>
                  <a:lnTo>
                    <a:pt x="37116" y="1419"/>
                  </a:lnTo>
                  <a:lnTo>
                    <a:pt x="37116" y="1419"/>
                  </a:lnTo>
                  <a:cubicBezTo>
                    <a:pt x="38583" y="1713"/>
                    <a:pt x="39541" y="2642"/>
                    <a:pt x="40181" y="3794"/>
                  </a:cubicBezTo>
                  <a:cubicBezTo>
                    <a:pt x="40824" y="4951"/>
                    <a:pt x="41081" y="6333"/>
                    <a:pt x="41081" y="7458"/>
                  </a:cubicBezTo>
                  <a:cubicBezTo>
                    <a:pt x="41081" y="8133"/>
                    <a:pt x="41016" y="8680"/>
                    <a:pt x="40856" y="9065"/>
                  </a:cubicBezTo>
                  <a:cubicBezTo>
                    <a:pt x="40791" y="9258"/>
                    <a:pt x="40727" y="9419"/>
                    <a:pt x="40631" y="9515"/>
                  </a:cubicBezTo>
                  <a:cubicBezTo>
                    <a:pt x="40566" y="9612"/>
                    <a:pt x="40502" y="9612"/>
                    <a:pt x="40470" y="9644"/>
                  </a:cubicBezTo>
                  <a:lnTo>
                    <a:pt x="40406" y="9644"/>
                  </a:lnTo>
                  <a:cubicBezTo>
                    <a:pt x="40213" y="9644"/>
                    <a:pt x="39666" y="9548"/>
                    <a:pt x="38927" y="9419"/>
                  </a:cubicBezTo>
                  <a:cubicBezTo>
                    <a:pt x="36356" y="8969"/>
                    <a:pt x="31245" y="7812"/>
                    <a:pt x="26744" y="6783"/>
                  </a:cubicBezTo>
                  <a:cubicBezTo>
                    <a:pt x="24494" y="6269"/>
                    <a:pt x="22405" y="5787"/>
                    <a:pt x="20894" y="5433"/>
                  </a:cubicBezTo>
                  <a:cubicBezTo>
                    <a:pt x="19383" y="5047"/>
                    <a:pt x="18419" y="4822"/>
                    <a:pt x="18419" y="4822"/>
                  </a:cubicBezTo>
                  <a:cubicBezTo>
                    <a:pt x="18355" y="4822"/>
                    <a:pt x="18290" y="4822"/>
                    <a:pt x="18226" y="4854"/>
                  </a:cubicBezTo>
                  <a:cubicBezTo>
                    <a:pt x="18226" y="4854"/>
                    <a:pt x="18194" y="4854"/>
                    <a:pt x="18162" y="4887"/>
                  </a:cubicBezTo>
                  <a:cubicBezTo>
                    <a:pt x="17969" y="4951"/>
                    <a:pt x="17422" y="5176"/>
                    <a:pt x="16812" y="5369"/>
                  </a:cubicBezTo>
                  <a:cubicBezTo>
                    <a:pt x="16201" y="5562"/>
                    <a:pt x="15526" y="5722"/>
                    <a:pt x="14979" y="5722"/>
                  </a:cubicBezTo>
                  <a:cubicBezTo>
                    <a:pt x="14883" y="5722"/>
                    <a:pt x="14819" y="5722"/>
                    <a:pt x="14722" y="5690"/>
                  </a:cubicBezTo>
                  <a:cubicBezTo>
                    <a:pt x="13404" y="5562"/>
                    <a:pt x="12376" y="5562"/>
                    <a:pt x="12376" y="5562"/>
                  </a:cubicBezTo>
                  <a:lnTo>
                    <a:pt x="12279" y="5562"/>
                  </a:lnTo>
                  <a:cubicBezTo>
                    <a:pt x="12279" y="5562"/>
                    <a:pt x="12022" y="5658"/>
                    <a:pt x="11636" y="5787"/>
                  </a:cubicBezTo>
                  <a:cubicBezTo>
                    <a:pt x="11058" y="6012"/>
                    <a:pt x="10158" y="6301"/>
                    <a:pt x="9354" y="6558"/>
                  </a:cubicBezTo>
                  <a:cubicBezTo>
                    <a:pt x="8968" y="6687"/>
                    <a:pt x="8583" y="6815"/>
                    <a:pt x="8293" y="6880"/>
                  </a:cubicBezTo>
                  <a:cubicBezTo>
                    <a:pt x="8133" y="6912"/>
                    <a:pt x="8004" y="6944"/>
                    <a:pt x="7908" y="6976"/>
                  </a:cubicBezTo>
                  <a:cubicBezTo>
                    <a:pt x="7811" y="7008"/>
                    <a:pt x="7715" y="7008"/>
                    <a:pt x="7715" y="7008"/>
                  </a:cubicBezTo>
                  <a:cubicBezTo>
                    <a:pt x="7425" y="7008"/>
                    <a:pt x="6654" y="6976"/>
                    <a:pt x="5915" y="6880"/>
                  </a:cubicBezTo>
                  <a:cubicBezTo>
                    <a:pt x="5561" y="6815"/>
                    <a:pt x="5208" y="6751"/>
                    <a:pt x="4950" y="6655"/>
                  </a:cubicBezTo>
                  <a:cubicBezTo>
                    <a:pt x="4822" y="6622"/>
                    <a:pt x="4725" y="6558"/>
                    <a:pt x="4693" y="6526"/>
                  </a:cubicBezTo>
                  <a:lnTo>
                    <a:pt x="4629" y="6494"/>
                  </a:lnTo>
                  <a:lnTo>
                    <a:pt x="4629" y="6462"/>
                  </a:lnTo>
                  <a:cubicBezTo>
                    <a:pt x="4629" y="6430"/>
                    <a:pt x="4629" y="6430"/>
                    <a:pt x="4693" y="6365"/>
                  </a:cubicBezTo>
                  <a:cubicBezTo>
                    <a:pt x="4822" y="6269"/>
                    <a:pt x="5079" y="6172"/>
                    <a:pt x="5400" y="6108"/>
                  </a:cubicBezTo>
                  <a:cubicBezTo>
                    <a:pt x="5722" y="6044"/>
                    <a:pt x="6075" y="5979"/>
                    <a:pt x="6429" y="5947"/>
                  </a:cubicBezTo>
                  <a:cubicBezTo>
                    <a:pt x="6718" y="5883"/>
                    <a:pt x="7072" y="5787"/>
                    <a:pt x="7458" y="5594"/>
                  </a:cubicBezTo>
                  <a:cubicBezTo>
                    <a:pt x="8036" y="5369"/>
                    <a:pt x="8743" y="5015"/>
                    <a:pt x="9258" y="4662"/>
                  </a:cubicBezTo>
                  <a:cubicBezTo>
                    <a:pt x="9547" y="4501"/>
                    <a:pt x="9772" y="4340"/>
                    <a:pt x="9965" y="4212"/>
                  </a:cubicBezTo>
                  <a:cubicBezTo>
                    <a:pt x="10029" y="4147"/>
                    <a:pt x="10126" y="4083"/>
                    <a:pt x="10190" y="4019"/>
                  </a:cubicBezTo>
                  <a:lnTo>
                    <a:pt x="10254" y="3890"/>
                  </a:lnTo>
                  <a:cubicBezTo>
                    <a:pt x="10286" y="3858"/>
                    <a:pt x="10318" y="3794"/>
                    <a:pt x="10318" y="3697"/>
                  </a:cubicBezTo>
                  <a:cubicBezTo>
                    <a:pt x="10318" y="3633"/>
                    <a:pt x="10286" y="3569"/>
                    <a:pt x="10254" y="3536"/>
                  </a:cubicBezTo>
                  <a:cubicBezTo>
                    <a:pt x="10190" y="3440"/>
                    <a:pt x="10126" y="3408"/>
                    <a:pt x="10061" y="3376"/>
                  </a:cubicBezTo>
                  <a:lnTo>
                    <a:pt x="9901" y="3376"/>
                  </a:lnTo>
                  <a:cubicBezTo>
                    <a:pt x="9001" y="3376"/>
                    <a:pt x="6236" y="3504"/>
                    <a:pt x="6236" y="3504"/>
                  </a:cubicBezTo>
                  <a:cubicBezTo>
                    <a:pt x="6204" y="3504"/>
                    <a:pt x="6140" y="3536"/>
                    <a:pt x="6108" y="3569"/>
                  </a:cubicBezTo>
                  <a:lnTo>
                    <a:pt x="1093" y="7555"/>
                  </a:lnTo>
                  <a:lnTo>
                    <a:pt x="745" y="7444"/>
                  </a:lnTo>
                  <a:lnTo>
                    <a:pt x="745" y="7444"/>
                  </a:lnTo>
                  <a:cubicBezTo>
                    <a:pt x="1073" y="7011"/>
                    <a:pt x="1711" y="6173"/>
                    <a:pt x="2379" y="5304"/>
                  </a:cubicBezTo>
                  <a:cubicBezTo>
                    <a:pt x="2893" y="4662"/>
                    <a:pt x="3407" y="3987"/>
                    <a:pt x="3825" y="3440"/>
                  </a:cubicBezTo>
                  <a:cubicBezTo>
                    <a:pt x="4243" y="2861"/>
                    <a:pt x="4565" y="2411"/>
                    <a:pt x="4725" y="2186"/>
                  </a:cubicBezTo>
                  <a:cubicBezTo>
                    <a:pt x="4983" y="1801"/>
                    <a:pt x="5400" y="1383"/>
                    <a:pt x="5883" y="1061"/>
                  </a:cubicBezTo>
                  <a:cubicBezTo>
                    <a:pt x="6365" y="740"/>
                    <a:pt x="6911" y="547"/>
                    <a:pt x="7458" y="547"/>
                  </a:cubicBezTo>
                  <a:close/>
                  <a:moveTo>
                    <a:pt x="7458" y="1"/>
                  </a:moveTo>
                  <a:cubicBezTo>
                    <a:pt x="6783" y="1"/>
                    <a:pt x="6140" y="258"/>
                    <a:pt x="5593" y="611"/>
                  </a:cubicBezTo>
                  <a:cubicBezTo>
                    <a:pt x="5047" y="997"/>
                    <a:pt x="4597" y="1447"/>
                    <a:pt x="4275" y="1897"/>
                  </a:cubicBezTo>
                  <a:cubicBezTo>
                    <a:pt x="4147" y="2090"/>
                    <a:pt x="3825" y="2540"/>
                    <a:pt x="3407" y="3119"/>
                  </a:cubicBezTo>
                  <a:cubicBezTo>
                    <a:pt x="2765" y="3954"/>
                    <a:pt x="1929" y="5015"/>
                    <a:pt x="1254" y="5883"/>
                  </a:cubicBezTo>
                  <a:cubicBezTo>
                    <a:pt x="579" y="6751"/>
                    <a:pt x="64" y="7394"/>
                    <a:pt x="64" y="7394"/>
                  </a:cubicBezTo>
                  <a:cubicBezTo>
                    <a:pt x="32" y="7458"/>
                    <a:pt x="0" y="7555"/>
                    <a:pt x="32" y="7651"/>
                  </a:cubicBezTo>
                  <a:cubicBezTo>
                    <a:pt x="64" y="7715"/>
                    <a:pt x="129" y="7780"/>
                    <a:pt x="193" y="7812"/>
                  </a:cubicBezTo>
                  <a:lnTo>
                    <a:pt x="1061" y="8101"/>
                  </a:lnTo>
                  <a:cubicBezTo>
                    <a:pt x="1101" y="8114"/>
                    <a:pt x="1141" y="8122"/>
                    <a:pt x="1178" y="8122"/>
                  </a:cubicBezTo>
                  <a:cubicBezTo>
                    <a:pt x="1232" y="8122"/>
                    <a:pt x="1280" y="8107"/>
                    <a:pt x="1318" y="8069"/>
                  </a:cubicBezTo>
                  <a:lnTo>
                    <a:pt x="6353" y="4047"/>
                  </a:lnTo>
                  <a:lnTo>
                    <a:pt x="6353" y="4047"/>
                  </a:lnTo>
                  <a:cubicBezTo>
                    <a:pt x="6564" y="4038"/>
                    <a:pt x="7141" y="4012"/>
                    <a:pt x="7779" y="3987"/>
                  </a:cubicBezTo>
                  <a:cubicBezTo>
                    <a:pt x="8340" y="3963"/>
                    <a:pt x="8986" y="3923"/>
                    <a:pt x="9457" y="3903"/>
                  </a:cubicBezTo>
                  <a:lnTo>
                    <a:pt x="9457" y="3903"/>
                  </a:lnTo>
                  <a:cubicBezTo>
                    <a:pt x="9107" y="4155"/>
                    <a:pt x="8566" y="4490"/>
                    <a:pt x="8004" y="4758"/>
                  </a:cubicBezTo>
                  <a:cubicBezTo>
                    <a:pt x="7683" y="4919"/>
                    <a:pt x="7329" y="5079"/>
                    <a:pt x="7040" y="5208"/>
                  </a:cubicBezTo>
                  <a:cubicBezTo>
                    <a:pt x="6750" y="5304"/>
                    <a:pt x="6525" y="5401"/>
                    <a:pt x="6365" y="5401"/>
                  </a:cubicBezTo>
                  <a:cubicBezTo>
                    <a:pt x="5883" y="5465"/>
                    <a:pt x="5368" y="5562"/>
                    <a:pt x="4950" y="5658"/>
                  </a:cubicBezTo>
                  <a:cubicBezTo>
                    <a:pt x="4725" y="5722"/>
                    <a:pt x="4532" y="5819"/>
                    <a:pt x="4372" y="5915"/>
                  </a:cubicBezTo>
                  <a:cubicBezTo>
                    <a:pt x="4211" y="6044"/>
                    <a:pt x="4082" y="6237"/>
                    <a:pt x="4082" y="6462"/>
                  </a:cubicBezTo>
                  <a:cubicBezTo>
                    <a:pt x="4082" y="6494"/>
                    <a:pt x="4082" y="6558"/>
                    <a:pt x="4115" y="6622"/>
                  </a:cubicBezTo>
                  <a:cubicBezTo>
                    <a:pt x="4147" y="6783"/>
                    <a:pt x="4275" y="6880"/>
                    <a:pt x="4372" y="6976"/>
                  </a:cubicBezTo>
                  <a:cubicBezTo>
                    <a:pt x="4565" y="7105"/>
                    <a:pt x="4854" y="7201"/>
                    <a:pt x="5143" y="7265"/>
                  </a:cubicBezTo>
                  <a:cubicBezTo>
                    <a:pt x="6043" y="7490"/>
                    <a:pt x="7297" y="7555"/>
                    <a:pt x="7715" y="7555"/>
                  </a:cubicBezTo>
                  <a:cubicBezTo>
                    <a:pt x="7843" y="7555"/>
                    <a:pt x="7972" y="7522"/>
                    <a:pt x="8133" y="7490"/>
                  </a:cubicBezTo>
                  <a:cubicBezTo>
                    <a:pt x="8743" y="7330"/>
                    <a:pt x="9836" y="6976"/>
                    <a:pt x="10769" y="6655"/>
                  </a:cubicBezTo>
                  <a:cubicBezTo>
                    <a:pt x="11669" y="6365"/>
                    <a:pt x="12472" y="6076"/>
                    <a:pt x="12472" y="6076"/>
                  </a:cubicBezTo>
                  <a:lnTo>
                    <a:pt x="12536" y="6076"/>
                  </a:lnTo>
                  <a:cubicBezTo>
                    <a:pt x="12890" y="6108"/>
                    <a:pt x="13694" y="6140"/>
                    <a:pt x="14690" y="6237"/>
                  </a:cubicBezTo>
                  <a:lnTo>
                    <a:pt x="14979" y="6237"/>
                  </a:lnTo>
                  <a:cubicBezTo>
                    <a:pt x="15719" y="6237"/>
                    <a:pt x="16555" y="6012"/>
                    <a:pt x="17262" y="5787"/>
                  </a:cubicBezTo>
                  <a:cubicBezTo>
                    <a:pt x="17803" y="5606"/>
                    <a:pt x="18240" y="5426"/>
                    <a:pt x="18393" y="5362"/>
                  </a:cubicBezTo>
                  <a:lnTo>
                    <a:pt x="18393" y="5362"/>
                  </a:lnTo>
                  <a:cubicBezTo>
                    <a:pt x="19131" y="5541"/>
                    <a:pt x="23746" y="6658"/>
                    <a:pt x="28577" y="7747"/>
                  </a:cubicBezTo>
                  <a:cubicBezTo>
                    <a:pt x="31212" y="8358"/>
                    <a:pt x="33913" y="8969"/>
                    <a:pt x="36066" y="9419"/>
                  </a:cubicBezTo>
                  <a:cubicBezTo>
                    <a:pt x="37159" y="9644"/>
                    <a:pt x="38091" y="9837"/>
                    <a:pt x="38831" y="9965"/>
                  </a:cubicBezTo>
                  <a:cubicBezTo>
                    <a:pt x="39602" y="10094"/>
                    <a:pt x="40116" y="10158"/>
                    <a:pt x="40406" y="10158"/>
                  </a:cubicBezTo>
                  <a:lnTo>
                    <a:pt x="40502" y="10158"/>
                  </a:lnTo>
                  <a:cubicBezTo>
                    <a:pt x="40727" y="10158"/>
                    <a:pt x="40920" y="10030"/>
                    <a:pt x="41049" y="9869"/>
                  </a:cubicBezTo>
                  <a:cubicBezTo>
                    <a:pt x="41241" y="9612"/>
                    <a:pt x="41370" y="9290"/>
                    <a:pt x="41466" y="8872"/>
                  </a:cubicBezTo>
                  <a:cubicBezTo>
                    <a:pt x="41563" y="8487"/>
                    <a:pt x="41627" y="8005"/>
                    <a:pt x="41627" y="7458"/>
                  </a:cubicBezTo>
                  <a:cubicBezTo>
                    <a:pt x="41627" y="6237"/>
                    <a:pt x="41338" y="4790"/>
                    <a:pt x="40663" y="3536"/>
                  </a:cubicBezTo>
                  <a:cubicBezTo>
                    <a:pt x="39956" y="2283"/>
                    <a:pt x="38831" y="1222"/>
                    <a:pt x="37191" y="901"/>
                  </a:cubicBezTo>
                  <a:lnTo>
                    <a:pt x="37095" y="901"/>
                  </a:lnTo>
                  <a:lnTo>
                    <a:pt x="20552" y="2504"/>
                  </a:lnTo>
                  <a:lnTo>
                    <a:pt x="20552" y="2504"/>
                  </a:lnTo>
                  <a:cubicBezTo>
                    <a:pt x="20288" y="2450"/>
                    <a:pt x="17560" y="1899"/>
                    <a:pt x="14658" y="1319"/>
                  </a:cubicBezTo>
                  <a:cubicBezTo>
                    <a:pt x="13147" y="1029"/>
                    <a:pt x="11572" y="708"/>
                    <a:pt x="10318" y="483"/>
                  </a:cubicBezTo>
                  <a:cubicBezTo>
                    <a:pt x="9065" y="226"/>
                    <a:pt x="8101" y="65"/>
                    <a:pt x="7747" y="33"/>
                  </a:cubicBezTo>
                  <a:cubicBezTo>
                    <a:pt x="7650" y="1"/>
                    <a:pt x="7554" y="1"/>
                    <a:pt x="7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57"/>
            <p:cNvSpPr/>
            <p:nvPr/>
          </p:nvSpPr>
          <p:spPr>
            <a:xfrm>
              <a:off x="4233075" y="4101575"/>
              <a:ext cx="677475" cy="1267625"/>
            </a:xfrm>
            <a:custGeom>
              <a:avLst/>
              <a:gdLst/>
              <a:ahLst/>
              <a:cxnLst/>
              <a:rect l="l" t="t" r="r" b="b"/>
              <a:pathLst>
                <a:path w="27099" h="50705" extrusionOk="0">
                  <a:moveTo>
                    <a:pt x="17643" y="0"/>
                  </a:moveTo>
                  <a:cubicBezTo>
                    <a:pt x="10633" y="0"/>
                    <a:pt x="2797" y="6795"/>
                    <a:pt x="2797" y="6795"/>
                  </a:cubicBezTo>
                  <a:lnTo>
                    <a:pt x="1" y="50705"/>
                  </a:lnTo>
                  <a:lnTo>
                    <a:pt x="21087" y="50705"/>
                  </a:lnTo>
                  <a:lnTo>
                    <a:pt x="27098" y="4320"/>
                  </a:lnTo>
                  <a:cubicBezTo>
                    <a:pt x="27098" y="4320"/>
                    <a:pt x="25298" y="366"/>
                    <a:pt x="18162" y="13"/>
                  </a:cubicBezTo>
                  <a:cubicBezTo>
                    <a:pt x="17990" y="4"/>
                    <a:pt x="17817" y="0"/>
                    <a:pt x="176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57"/>
            <p:cNvSpPr/>
            <p:nvPr/>
          </p:nvSpPr>
          <p:spPr>
            <a:xfrm>
              <a:off x="4226650" y="4094650"/>
              <a:ext cx="690325" cy="1280975"/>
            </a:xfrm>
            <a:custGeom>
              <a:avLst/>
              <a:gdLst/>
              <a:ahLst/>
              <a:cxnLst/>
              <a:rect l="l" t="t" r="r" b="b"/>
              <a:pathLst>
                <a:path w="27613" h="51239" extrusionOk="0">
                  <a:moveTo>
                    <a:pt x="17905" y="547"/>
                  </a:moveTo>
                  <a:cubicBezTo>
                    <a:pt x="18066" y="547"/>
                    <a:pt x="18226" y="547"/>
                    <a:pt x="18419" y="579"/>
                  </a:cubicBezTo>
                  <a:cubicBezTo>
                    <a:pt x="21923" y="740"/>
                    <a:pt x="24109" y="1801"/>
                    <a:pt x="25395" y="2797"/>
                  </a:cubicBezTo>
                  <a:cubicBezTo>
                    <a:pt x="26037" y="3279"/>
                    <a:pt x="26487" y="3761"/>
                    <a:pt x="26745" y="4115"/>
                  </a:cubicBezTo>
                  <a:cubicBezTo>
                    <a:pt x="26873" y="4308"/>
                    <a:pt x="26970" y="4436"/>
                    <a:pt x="27034" y="4533"/>
                  </a:cubicBezTo>
                  <a:cubicBezTo>
                    <a:pt x="27060" y="4586"/>
                    <a:pt x="27065" y="4617"/>
                    <a:pt x="27084" y="4644"/>
                  </a:cubicBezTo>
                  <a:lnTo>
                    <a:pt x="27084" y="4644"/>
                  </a:lnTo>
                  <a:lnTo>
                    <a:pt x="21119" y="50692"/>
                  </a:lnTo>
                  <a:lnTo>
                    <a:pt x="547" y="50692"/>
                  </a:lnTo>
                  <a:lnTo>
                    <a:pt x="3339" y="7179"/>
                  </a:lnTo>
                  <a:lnTo>
                    <a:pt x="3339" y="7179"/>
                  </a:lnTo>
                  <a:cubicBezTo>
                    <a:pt x="3838" y="6784"/>
                    <a:pt x="5838" y="5146"/>
                    <a:pt x="8519" y="3601"/>
                  </a:cubicBezTo>
                  <a:cubicBezTo>
                    <a:pt x="11251" y="2026"/>
                    <a:pt x="14690" y="547"/>
                    <a:pt x="17905" y="547"/>
                  </a:cubicBezTo>
                  <a:close/>
                  <a:moveTo>
                    <a:pt x="17905" y="0"/>
                  </a:moveTo>
                  <a:cubicBezTo>
                    <a:pt x="14305" y="33"/>
                    <a:pt x="10576" y="1736"/>
                    <a:pt x="7715" y="3440"/>
                  </a:cubicBezTo>
                  <a:cubicBezTo>
                    <a:pt x="4854" y="5176"/>
                    <a:pt x="2893" y="6879"/>
                    <a:pt x="2893" y="6879"/>
                  </a:cubicBezTo>
                  <a:cubicBezTo>
                    <a:pt x="2829" y="6912"/>
                    <a:pt x="2797" y="7008"/>
                    <a:pt x="2797" y="7072"/>
                  </a:cubicBezTo>
                  <a:lnTo>
                    <a:pt x="0" y="50950"/>
                  </a:lnTo>
                  <a:cubicBezTo>
                    <a:pt x="0" y="51046"/>
                    <a:pt x="33" y="51110"/>
                    <a:pt x="65" y="51142"/>
                  </a:cubicBezTo>
                  <a:cubicBezTo>
                    <a:pt x="129" y="51207"/>
                    <a:pt x="193" y="51239"/>
                    <a:pt x="258" y="51239"/>
                  </a:cubicBezTo>
                  <a:lnTo>
                    <a:pt x="21344" y="51239"/>
                  </a:lnTo>
                  <a:cubicBezTo>
                    <a:pt x="21473" y="51239"/>
                    <a:pt x="21601" y="51142"/>
                    <a:pt x="21601" y="51014"/>
                  </a:cubicBezTo>
                  <a:lnTo>
                    <a:pt x="27613" y="4629"/>
                  </a:lnTo>
                  <a:cubicBezTo>
                    <a:pt x="27613" y="4565"/>
                    <a:pt x="27613" y="4501"/>
                    <a:pt x="27580" y="4469"/>
                  </a:cubicBezTo>
                  <a:cubicBezTo>
                    <a:pt x="27580" y="4436"/>
                    <a:pt x="27098" y="3408"/>
                    <a:pt x="25716" y="2347"/>
                  </a:cubicBezTo>
                  <a:cubicBezTo>
                    <a:pt x="24334" y="1286"/>
                    <a:pt x="22052" y="193"/>
                    <a:pt x="18419" y="33"/>
                  </a:cubicBezTo>
                  <a:cubicBezTo>
                    <a:pt x="18258" y="33"/>
                    <a:pt x="18066" y="0"/>
                    <a:pt x="179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57"/>
            <p:cNvSpPr/>
            <p:nvPr/>
          </p:nvSpPr>
          <p:spPr>
            <a:xfrm>
              <a:off x="4030575" y="4125175"/>
              <a:ext cx="497450" cy="1244825"/>
            </a:xfrm>
            <a:custGeom>
              <a:avLst/>
              <a:gdLst/>
              <a:ahLst/>
              <a:cxnLst/>
              <a:rect l="l" t="t" r="r" b="b"/>
              <a:pathLst>
                <a:path w="19898" h="49793" extrusionOk="0">
                  <a:moveTo>
                    <a:pt x="18869" y="1"/>
                  </a:moveTo>
                  <a:cubicBezTo>
                    <a:pt x="18869" y="1"/>
                    <a:pt x="3568" y="6430"/>
                    <a:pt x="3568" y="7426"/>
                  </a:cubicBezTo>
                  <a:cubicBezTo>
                    <a:pt x="3568" y="8455"/>
                    <a:pt x="3729" y="8037"/>
                    <a:pt x="3729" y="10062"/>
                  </a:cubicBezTo>
                  <a:cubicBezTo>
                    <a:pt x="3729" y="11959"/>
                    <a:pt x="482" y="44907"/>
                    <a:pt x="0" y="49793"/>
                  </a:cubicBezTo>
                  <a:lnTo>
                    <a:pt x="11251" y="49793"/>
                  </a:lnTo>
                  <a:cubicBezTo>
                    <a:pt x="11958" y="45260"/>
                    <a:pt x="16490" y="16748"/>
                    <a:pt x="17422" y="13116"/>
                  </a:cubicBezTo>
                  <a:cubicBezTo>
                    <a:pt x="18451" y="9194"/>
                    <a:pt x="19898" y="5851"/>
                    <a:pt x="19898" y="5851"/>
                  </a:cubicBezTo>
                  <a:lnTo>
                    <a:pt x="1886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57"/>
            <p:cNvSpPr/>
            <p:nvPr/>
          </p:nvSpPr>
          <p:spPr>
            <a:xfrm>
              <a:off x="4023325" y="4118950"/>
              <a:ext cx="511125" cy="1257475"/>
            </a:xfrm>
            <a:custGeom>
              <a:avLst/>
              <a:gdLst/>
              <a:ahLst/>
              <a:cxnLst/>
              <a:rect l="l" t="t" r="r" b="b"/>
              <a:pathLst>
                <a:path w="20445" h="50299" extrusionOk="0">
                  <a:moveTo>
                    <a:pt x="4133" y="7733"/>
                  </a:moveTo>
                  <a:lnTo>
                    <a:pt x="4148" y="7740"/>
                  </a:lnTo>
                  <a:lnTo>
                    <a:pt x="4115" y="7740"/>
                  </a:lnTo>
                  <a:cubicBezTo>
                    <a:pt x="4121" y="7740"/>
                    <a:pt x="4126" y="7737"/>
                    <a:pt x="4133" y="7733"/>
                  </a:cubicBezTo>
                  <a:close/>
                  <a:moveTo>
                    <a:pt x="18958" y="635"/>
                  </a:moveTo>
                  <a:lnTo>
                    <a:pt x="19911" y="6023"/>
                  </a:lnTo>
                  <a:lnTo>
                    <a:pt x="19911" y="6023"/>
                  </a:lnTo>
                  <a:cubicBezTo>
                    <a:pt x="19736" y="6460"/>
                    <a:pt x="18414" y="9615"/>
                    <a:pt x="17455" y="13301"/>
                  </a:cubicBezTo>
                  <a:cubicBezTo>
                    <a:pt x="17198" y="14233"/>
                    <a:pt x="16748" y="16676"/>
                    <a:pt x="16170" y="19955"/>
                  </a:cubicBezTo>
                  <a:cubicBezTo>
                    <a:pt x="14532" y="29496"/>
                    <a:pt x="11908" y="45916"/>
                    <a:pt x="11318" y="49785"/>
                  </a:cubicBezTo>
                  <a:lnTo>
                    <a:pt x="578" y="49785"/>
                  </a:lnTo>
                  <a:cubicBezTo>
                    <a:pt x="871" y="46952"/>
                    <a:pt x="1768" y="37824"/>
                    <a:pt x="2605" y="29084"/>
                  </a:cubicBezTo>
                  <a:cubicBezTo>
                    <a:pt x="3022" y="24519"/>
                    <a:pt x="3472" y="20083"/>
                    <a:pt x="3762" y="16644"/>
                  </a:cubicBezTo>
                  <a:cubicBezTo>
                    <a:pt x="3922" y="14940"/>
                    <a:pt x="4051" y="13461"/>
                    <a:pt x="4148" y="12368"/>
                  </a:cubicBezTo>
                  <a:cubicBezTo>
                    <a:pt x="4244" y="11276"/>
                    <a:pt x="4276" y="10568"/>
                    <a:pt x="4276" y="10311"/>
                  </a:cubicBezTo>
                  <a:cubicBezTo>
                    <a:pt x="4276" y="9283"/>
                    <a:pt x="4244" y="8865"/>
                    <a:pt x="4212" y="8575"/>
                  </a:cubicBezTo>
                  <a:cubicBezTo>
                    <a:pt x="4181" y="8295"/>
                    <a:pt x="4149" y="8196"/>
                    <a:pt x="4148" y="7722"/>
                  </a:cubicBezTo>
                  <a:lnTo>
                    <a:pt x="4148" y="7722"/>
                  </a:lnTo>
                  <a:cubicBezTo>
                    <a:pt x="4185" y="7689"/>
                    <a:pt x="4245" y="7618"/>
                    <a:pt x="4340" y="7547"/>
                  </a:cubicBezTo>
                  <a:cubicBezTo>
                    <a:pt x="4855" y="7129"/>
                    <a:pt x="6044" y="6486"/>
                    <a:pt x="7555" y="5747"/>
                  </a:cubicBezTo>
                  <a:cubicBezTo>
                    <a:pt x="9805" y="4654"/>
                    <a:pt x="12730" y="3336"/>
                    <a:pt x="15109" y="2307"/>
                  </a:cubicBezTo>
                  <a:cubicBezTo>
                    <a:pt x="16298" y="1793"/>
                    <a:pt x="17327" y="1343"/>
                    <a:pt x="18066" y="1021"/>
                  </a:cubicBezTo>
                  <a:cubicBezTo>
                    <a:pt x="18448" y="855"/>
                    <a:pt x="18753" y="723"/>
                    <a:pt x="18958" y="635"/>
                  </a:cubicBezTo>
                  <a:close/>
                  <a:moveTo>
                    <a:pt x="19175" y="1"/>
                  </a:moveTo>
                  <a:cubicBezTo>
                    <a:pt x="19135" y="1"/>
                    <a:pt x="19095" y="9"/>
                    <a:pt x="19063" y="25"/>
                  </a:cubicBezTo>
                  <a:cubicBezTo>
                    <a:pt x="19063" y="25"/>
                    <a:pt x="15237" y="1632"/>
                    <a:pt x="11412" y="3336"/>
                  </a:cubicBezTo>
                  <a:cubicBezTo>
                    <a:pt x="9483" y="4204"/>
                    <a:pt x="7587" y="5104"/>
                    <a:pt x="6140" y="5875"/>
                  </a:cubicBezTo>
                  <a:cubicBezTo>
                    <a:pt x="5401" y="6229"/>
                    <a:pt x="4823" y="6582"/>
                    <a:pt x="4373" y="6840"/>
                  </a:cubicBezTo>
                  <a:cubicBezTo>
                    <a:pt x="4180" y="7000"/>
                    <a:pt x="3987" y="7129"/>
                    <a:pt x="3858" y="7225"/>
                  </a:cubicBezTo>
                  <a:cubicBezTo>
                    <a:pt x="3794" y="7290"/>
                    <a:pt x="3730" y="7354"/>
                    <a:pt x="3697" y="7418"/>
                  </a:cubicBezTo>
                  <a:cubicBezTo>
                    <a:pt x="3665" y="7482"/>
                    <a:pt x="3601" y="7579"/>
                    <a:pt x="3601" y="7675"/>
                  </a:cubicBezTo>
                  <a:cubicBezTo>
                    <a:pt x="3601" y="8222"/>
                    <a:pt x="3633" y="8383"/>
                    <a:pt x="3665" y="8640"/>
                  </a:cubicBezTo>
                  <a:cubicBezTo>
                    <a:pt x="3697" y="8929"/>
                    <a:pt x="3762" y="9283"/>
                    <a:pt x="3762" y="10311"/>
                  </a:cubicBezTo>
                  <a:cubicBezTo>
                    <a:pt x="3762" y="10536"/>
                    <a:pt x="3697" y="11243"/>
                    <a:pt x="3601" y="12336"/>
                  </a:cubicBezTo>
                  <a:cubicBezTo>
                    <a:pt x="2990" y="19955"/>
                    <a:pt x="451" y="45734"/>
                    <a:pt x="33" y="50010"/>
                  </a:cubicBezTo>
                  <a:cubicBezTo>
                    <a:pt x="1" y="50074"/>
                    <a:pt x="33" y="50170"/>
                    <a:pt x="97" y="50235"/>
                  </a:cubicBezTo>
                  <a:cubicBezTo>
                    <a:pt x="129" y="50267"/>
                    <a:pt x="226" y="50299"/>
                    <a:pt x="290" y="50299"/>
                  </a:cubicBezTo>
                  <a:lnTo>
                    <a:pt x="11541" y="50299"/>
                  </a:lnTo>
                  <a:cubicBezTo>
                    <a:pt x="11669" y="50299"/>
                    <a:pt x="11798" y="50203"/>
                    <a:pt x="11798" y="50074"/>
                  </a:cubicBezTo>
                  <a:cubicBezTo>
                    <a:pt x="12151" y="47824"/>
                    <a:pt x="13469" y="39563"/>
                    <a:pt x="14819" y="31398"/>
                  </a:cubicBezTo>
                  <a:cubicBezTo>
                    <a:pt x="15462" y="27316"/>
                    <a:pt x="16137" y="23298"/>
                    <a:pt x="16716" y="20019"/>
                  </a:cubicBezTo>
                  <a:cubicBezTo>
                    <a:pt x="17262" y="16772"/>
                    <a:pt x="17745" y="14329"/>
                    <a:pt x="17970" y="13429"/>
                  </a:cubicBezTo>
                  <a:cubicBezTo>
                    <a:pt x="18484" y="11468"/>
                    <a:pt x="19095" y="9668"/>
                    <a:pt x="19577" y="8350"/>
                  </a:cubicBezTo>
                  <a:cubicBezTo>
                    <a:pt x="19834" y="7675"/>
                    <a:pt x="20027" y="7161"/>
                    <a:pt x="20188" y="6775"/>
                  </a:cubicBezTo>
                  <a:cubicBezTo>
                    <a:pt x="20348" y="6390"/>
                    <a:pt x="20413" y="6197"/>
                    <a:pt x="20413" y="6197"/>
                  </a:cubicBezTo>
                  <a:cubicBezTo>
                    <a:pt x="20445" y="6132"/>
                    <a:pt x="20445" y="6100"/>
                    <a:pt x="20445" y="6036"/>
                  </a:cubicBezTo>
                  <a:lnTo>
                    <a:pt x="19416" y="218"/>
                  </a:lnTo>
                  <a:cubicBezTo>
                    <a:pt x="19416" y="121"/>
                    <a:pt x="19352" y="57"/>
                    <a:pt x="19288" y="25"/>
                  </a:cubicBezTo>
                  <a:cubicBezTo>
                    <a:pt x="19255" y="9"/>
                    <a:pt x="19215" y="1"/>
                    <a:pt x="19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57"/>
            <p:cNvSpPr/>
            <p:nvPr/>
          </p:nvSpPr>
          <p:spPr>
            <a:xfrm>
              <a:off x="4349600" y="4100275"/>
              <a:ext cx="131025" cy="192900"/>
            </a:xfrm>
            <a:custGeom>
              <a:avLst/>
              <a:gdLst/>
              <a:ahLst/>
              <a:cxnLst/>
              <a:rect l="l" t="t" r="r" b="b"/>
              <a:pathLst>
                <a:path w="5241" h="7716" extrusionOk="0">
                  <a:moveTo>
                    <a:pt x="2765" y="0"/>
                  </a:moveTo>
                  <a:lnTo>
                    <a:pt x="1" y="7715"/>
                  </a:lnTo>
                  <a:lnTo>
                    <a:pt x="5240" y="5240"/>
                  </a:lnTo>
                  <a:lnTo>
                    <a:pt x="27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57"/>
            <p:cNvSpPr/>
            <p:nvPr/>
          </p:nvSpPr>
          <p:spPr>
            <a:xfrm>
              <a:off x="4342375" y="4093050"/>
              <a:ext cx="145475" cy="206625"/>
            </a:xfrm>
            <a:custGeom>
              <a:avLst/>
              <a:gdLst/>
              <a:ahLst/>
              <a:cxnLst/>
              <a:rect l="l" t="t" r="r" b="b"/>
              <a:pathLst>
                <a:path w="5819" h="8265" extrusionOk="0">
                  <a:moveTo>
                    <a:pt x="3088" y="1001"/>
                  </a:moveTo>
                  <a:lnTo>
                    <a:pt x="5175" y="5400"/>
                  </a:lnTo>
                  <a:lnTo>
                    <a:pt x="740" y="7490"/>
                  </a:lnTo>
                  <a:lnTo>
                    <a:pt x="740" y="7490"/>
                  </a:lnTo>
                  <a:lnTo>
                    <a:pt x="3088" y="1001"/>
                  </a:lnTo>
                  <a:close/>
                  <a:moveTo>
                    <a:pt x="3054" y="0"/>
                  </a:moveTo>
                  <a:cubicBezTo>
                    <a:pt x="2925" y="32"/>
                    <a:pt x="2829" y="97"/>
                    <a:pt x="2797" y="193"/>
                  </a:cubicBezTo>
                  <a:lnTo>
                    <a:pt x="32" y="7908"/>
                  </a:lnTo>
                  <a:cubicBezTo>
                    <a:pt x="0" y="8004"/>
                    <a:pt x="32" y="8133"/>
                    <a:pt x="97" y="8197"/>
                  </a:cubicBezTo>
                  <a:cubicBezTo>
                    <a:pt x="156" y="8237"/>
                    <a:pt x="216" y="8264"/>
                    <a:pt x="275" y="8264"/>
                  </a:cubicBezTo>
                  <a:cubicBezTo>
                    <a:pt x="312" y="8264"/>
                    <a:pt x="349" y="8254"/>
                    <a:pt x="386" y="8229"/>
                  </a:cubicBezTo>
                  <a:lnTo>
                    <a:pt x="5625" y="5754"/>
                  </a:lnTo>
                  <a:cubicBezTo>
                    <a:pt x="5690" y="5722"/>
                    <a:pt x="5754" y="5690"/>
                    <a:pt x="5786" y="5625"/>
                  </a:cubicBezTo>
                  <a:cubicBezTo>
                    <a:pt x="5818" y="5529"/>
                    <a:pt x="5786" y="5465"/>
                    <a:pt x="5754" y="5400"/>
                  </a:cubicBezTo>
                  <a:lnTo>
                    <a:pt x="3279" y="161"/>
                  </a:lnTo>
                  <a:cubicBezTo>
                    <a:pt x="3247" y="64"/>
                    <a:pt x="3150" y="0"/>
                    <a:pt x="30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57"/>
            <p:cNvSpPr/>
            <p:nvPr/>
          </p:nvSpPr>
          <p:spPr>
            <a:xfrm>
              <a:off x="4418700" y="3834275"/>
              <a:ext cx="451675" cy="495050"/>
            </a:xfrm>
            <a:custGeom>
              <a:avLst/>
              <a:gdLst/>
              <a:ahLst/>
              <a:cxnLst/>
              <a:rect l="l" t="t" r="r" b="b"/>
              <a:pathLst>
                <a:path w="18067" h="19802" extrusionOk="0">
                  <a:moveTo>
                    <a:pt x="10641" y="1"/>
                  </a:moveTo>
                  <a:lnTo>
                    <a:pt x="1" y="10640"/>
                  </a:lnTo>
                  <a:lnTo>
                    <a:pt x="3505" y="19802"/>
                  </a:lnTo>
                  <a:lnTo>
                    <a:pt x="10062" y="7426"/>
                  </a:lnTo>
                  <a:lnTo>
                    <a:pt x="17198" y="7426"/>
                  </a:lnTo>
                  <a:lnTo>
                    <a:pt x="18066" y="579"/>
                  </a:lnTo>
                  <a:lnTo>
                    <a:pt x="106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57"/>
            <p:cNvSpPr/>
            <p:nvPr/>
          </p:nvSpPr>
          <p:spPr>
            <a:xfrm>
              <a:off x="4411475" y="3827525"/>
              <a:ext cx="465325" cy="508450"/>
            </a:xfrm>
            <a:custGeom>
              <a:avLst/>
              <a:gdLst/>
              <a:ahLst/>
              <a:cxnLst/>
              <a:rect l="l" t="t" r="r" b="b"/>
              <a:pathLst>
                <a:path w="18613" h="20338" extrusionOk="0">
                  <a:moveTo>
                    <a:pt x="11026" y="560"/>
                  </a:moveTo>
                  <a:lnTo>
                    <a:pt x="18032" y="1085"/>
                  </a:lnTo>
                  <a:lnTo>
                    <a:pt x="18032" y="1085"/>
                  </a:lnTo>
                  <a:lnTo>
                    <a:pt x="17230" y="7439"/>
                  </a:lnTo>
                  <a:lnTo>
                    <a:pt x="10351" y="7439"/>
                  </a:lnTo>
                  <a:cubicBezTo>
                    <a:pt x="10223" y="7439"/>
                    <a:pt x="10158" y="7471"/>
                    <a:pt x="10094" y="7567"/>
                  </a:cubicBezTo>
                  <a:lnTo>
                    <a:pt x="3826" y="19429"/>
                  </a:lnTo>
                  <a:lnTo>
                    <a:pt x="611" y="10975"/>
                  </a:lnTo>
                  <a:lnTo>
                    <a:pt x="11026" y="560"/>
                  </a:lnTo>
                  <a:close/>
                  <a:moveTo>
                    <a:pt x="10873" y="1"/>
                  </a:moveTo>
                  <a:cubicBezTo>
                    <a:pt x="10818" y="1"/>
                    <a:pt x="10760" y="31"/>
                    <a:pt x="10737" y="78"/>
                  </a:cubicBezTo>
                  <a:lnTo>
                    <a:pt x="97" y="10718"/>
                  </a:lnTo>
                  <a:cubicBezTo>
                    <a:pt x="33" y="10782"/>
                    <a:pt x="1" y="10910"/>
                    <a:pt x="33" y="11007"/>
                  </a:cubicBezTo>
                  <a:lnTo>
                    <a:pt x="3537" y="20168"/>
                  </a:lnTo>
                  <a:cubicBezTo>
                    <a:pt x="3569" y="20265"/>
                    <a:pt x="3665" y="20329"/>
                    <a:pt x="3762" y="20329"/>
                  </a:cubicBezTo>
                  <a:cubicBezTo>
                    <a:pt x="3779" y="20335"/>
                    <a:pt x="3796" y="20337"/>
                    <a:pt x="3813" y="20337"/>
                  </a:cubicBezTo>
                  <a:cubicBezTo>
                    <a:pt x="3891" y="20337"/>
                    <a:pt x="3966" y="20280"/>
                    <a:pt x="4019" y="20200"/>
                  </a:cubicBezTo>
                  <a:lnTo>
                    <a:pt x="10512" y="7953"/>
                  </a:lnTo>
                  <a:lnTo>
                    <a:pt x="17487" y="7953"/>
                  </a:lnTo>
                  <a:cubicBezTo>
                    <a:pt x="17616" y="7953"/>
                    <a:pt x="17712" y="7857"/>
                    <a:pt x="17744" y="7728"/>
                  </a:cubicBezTo>
                  <a:lnTo>
                    <a:pt x="18612" y="881"/>
                  </a:lnTo>
                  <a:cubicBezTo>
                    <a:pt x="18612" y="817"/>
                    <a:pt x="18612" y="753"/>
                    <a:pt x="18548" y="689"/>
                  </a:cubicBezTo>
                  <a:cubicBezTo>
                    <a:pt x="18516" y="624"/>
                    <a:pt x="18452" y="592"/>
                    <a:pt x="18355" y="592"/>
                  </a:cubicBezTo>
                  <a:lnTo>
                    <a:pt x="10930" y="13"/>
                  </a:lnTo>
                  <a:cubicBezTo>
                    <a:pt x="10913" y="5"/>
                    <a:pt x="10893" y="1"/>
                    <a:pt x="10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57"/>
            <p:cNvSpPr/>
            <p:nvPr/>
          </p:nvSpPr>
          <p:spPr>
            <a:xfrm>
              <a:off x="4254775" y="3175150"/>
              <a:ext cx="542450" cy="1180025"/>
            </a:xfrm>
            <a:custGeom>
              <a:avLst/>
              <a:gdLst/>
              <a:ahLst/>
              <a:cxnLst/>
              <a:rect l="l" t="t" r="r" b="b"/>
              <a:pathLst>
                <a:path w="21698" h="47201" extrusionOk="0">
                  <a:moveTo>
                    <a:pt x="11463" y="0"/>
                  </a:moveTo>
                  <a:cubicBezTo>
                    <a:pt x="8617" y="0"/>
                    <a:pt x="6106" y="1038"/>
                    <a:pt x="3922" y="2611"/>
                  </a:cubicBezTo>
                  <a:cubicBezTo>
                    <a:pt x="3922" y="2611"/>
                    <a:pt x="579" y="4668"/>
                    <a:pt x="290" y="9908"/>
                  </a:cubicBezTo>
                  <a:cubicBezTo>
                    <a:pt x="0" y="15147"/>
                    <a:pt x="1158" y="28680"/>
                    <a:pt x="1897" y="30866"/>
                  </a:cubicBezTo>
                  <a:cubicBezTo>
                    <a:pt x="2554" y="32810"/>
                    <a:pt x="5499" y="34753"/>
                    <a:pt x="8087" y="34753"/>
                  </a:cubicBezTo>
                  <a:cubicBezTo>
                    <a:pt x="8410" y="34753"/>
                    <a:pt x="8727" y="34723"/>
                    <a:pt x="9033" y="34659"/>
                  </a:cubicBezTo>
                  <a:cubicBezTo>
                    <a:pt x="9033" y="34659"/>
                    <a:pt x="10165" y="47200"/>
                    <a:pt x="11464" y="47200"/>
                  </a:cubicBezTo>
                  <a:cubicBezTo>
                    <a:pt x="11479" y="47200"/>
                    <a:pt x="11493" y="47199"/>
                    <a:pt x="11508" y="47195"/>
                  </a:cubicBezTo>
                  <a:cubicBezTo>
                    <a:pt x="12826" y="46906"/>
                    <a:pt x="19673" y="37713"/>
                    <a:pt x="19962" y="35109"/>
                  </a:cubicBezTo>
                  <a:cubicBezTo>
                    <a:pt x="20251" y="32473"/>
                    <a:pt x="20669" y="24019"/>
                    <a:pt x="20669" y="24019"/>
                  </a:cubicBezTo>
                  <a:cubicBezTo>
                    <a:pt x="20669" y="24019"/>
                    <a:pt x="21698" y="17494"/>
                    <a:pt x="21698" y="12093"/>
                  </a:cubicBezTo>
                  <a:cubicBezTo>
                    <a:pt x="21698" y="6693"/>
                    <a:pt x="20380" y="2322"/>
                    <a:pt x="15719" y="746"/>
                  </a:cubicBezTo>
                  <a:cubicBezTo>
                    <a:pt x="14225" y="231"/>
                    <a:pt x="12807" y="0"/>
                    <a:pt x="114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57"/>
            <p:cNvSpPr/>
            <p:nvPr/>
          </p:nvSpPr>
          <p:spPr>
            <a:xfrm>
              <a:off x="4333525" y="3175150"/>
              <a:ext cx="463700" cy="450850"/>
            </a:xfrm>
            <a:custGeom>
              <a:avLst/>
              <a:gdLst/>
              <a:ahLst/>
              <a:cxnLst/>
              <a:rect l="l" t="t" r="r" b="b"/>
              <a:pathLst>
                <a:path w="18548" h="18034" extrusionOk="0">
                  <a:moveTo>
                    <a:pt x="8313" y="0"/>
                  </a:moveTo>
                  <a:cubicBezTo>
                    <a:pt x="5467" y="0"/>
                    <a:pt x="2956" y="1038"/>
                    <a:pt x="772" y="2611"/>
                  </a:cubicBezTo>
                  <a:cubicBezTo>
                    <a:pt x="772" y="2611"/>
                    <a:pt x="451" y="2836"/>
                    <a:pt x="1" y="3254"/>
                  </a:cubicBezTo>
                  <a:cubicBezTo>
                    <a:pt x="226" y="3414"/>
                    <a:pt x="1929" y="4379"/>
                    <a:pt x="5497" y="4379"/>
                  </a:cubicBezTo>
                  <a:cubicBezTo>
                    <a:pt x="9322" y="4379"/>
                    <a:pt x="14305" y="3800"/>
                    <a:pt x="14305" y="3800"/>
                  </a:cubicBezTo>
                  <a:lnTo>
                    <a:pt x="14305" y="3800"/>
                  </a:lnTo>
                  <a:cubicBezTo>
                    <a:pt x="14305" y="3800"/>
                    <a:pt x="12023" y="5954"/>
                    <a:pt x="11894" y="7497"/>
                  </a:cubicBezTo>
                  <a:cubicBezTo>
                    <a:pt x="11766" y="9072"/>
                    <a:pt x="12312" y="13058"/>
                    <a:pt x="13598" y="13765"/>
                  </a:cubicBezTo>
                  <a:cubicBezTo>
                    <a:pt x="14884" y="14472"/>
                    <a:pt x="13726" y="15758"/>
                    <a:pt x="14466" y="16883"/>
                  </a:cubicBezTo>
                  <a:cubicBezTo>
                    <a:pt x="14889" y="17556"/>
                    <a:pt x="15415" y="18033"/>
                    <a:pt x="16072" y="18033"/>
                  </a:cubicBezTo>
                  <a:cubicBezTo>
                    <a:pt x="16514" y="18033"/>
                    <a:pt x="17015" y="17818"/>
                    <a:pt x="17584" y="17301"/>
                  </a:cubicBezTo>
                  <a:cubicBezTo>
                    <a:pt x="17841" y="17076"/>
                    <a:pt x="18098" y="16658"/>
                    <a:pt x="18387" y="16079"/>
                  </a:cubicBezTo>
                  <a:cubicBezTo>
                    <a:pt x="18484" y="14761"/>
                    <a:pt x="18548" y="13379"/>
                    <a:pt x="18548" y="12093"/>
                  </a:cubicBezTo>
                  <a:cubicBezTo>
                    <a:pt x="18548" y="6693"/>
                    <a:pt x="17230" y="2322"/>
                    <a:pt x="12569" y="746"/>
                  </a:cubicBezTo>
                  <a:cubicBezTo>
                    <a:pt x="11075" y="231"/>
                    <a:pt x="9657" y="0"/>
                    <a:pt x="831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57"/>
            <p:cNvSpPr/>
            <p:nvPr/>
          </p:nvSpPr>
          <p:spPr>
            <a:xfrm>
              <a:off x="4253975" y="3168075"/>
              <a:ext cx="549700" cy="1193400"/>
            </a:xfrm>
            <a:custGeom>
              <a:avLst/>
              <a:gdLst/>
              <a:ahLst/>
              <a:cxnLst/>
              <a:rect l="l" t="t" r="r" b="b"/>
              <a:pathLst>
                <a:path w="21988" h="47736" extrusionOk="0">
                  <a:moveTo>
                    <a:pt x="3829" y="2675"/>
                  </a:moveTo>
                  <a:cubicBezTo>
                    <a:pt x="3829" y="2675"/>
                    <a:pt x="3829" y="2675"/>
                    <a:pt x="3829" y="2675"/>
                  </a:cubicBezTo>
                  <a:lnTo>
                    <a:pt x="3829" y="2675"/>
                  </a:lnTo>
                  <a:lnTo>
                    <a:pt x="3829" y="2675"/>
                  </a:lnTo>
                  <a:close/>
                  <a:moveTo>
                    <a:pt x="11540" y="547"/>
                  </a:moveTo>
                  <a:cubicBezTo>
                    <a:pt x="12826" y="547"/>
                    <a:pt x="14208" y="772"/>
                    <a:pt x="15687" y="1254"/>
                  </a:cubicBezTo>
                  <a:cubicBezTo>
                    <a:pt x="17937" y="2058"/>
                    <a:pt x="19351" y="3472"/>
                    <a:pt x="20251" y="5401"/>
                  </a:cubicBezTo>
                  <a:cubicBezTo>
                    <a:pt x="21151" y="7298"/>
                    <a:pt x="21473" y="9708"/>
                    <a:pt x="21473" y="12376"/>
                  </a:cubicBezTo>
                  <a:cubicBezTo>
                    <a:pt x="21473" y="15044"/>
                    <a:pt x="21216" y="18034"/>
                    <a:pt x="20959" y="20348"/>
                  </a:cubicBezTo>
                  <a:cubicBezTo>
                    <a:pt x="20830" y="21506"/>
                    <a:pt x="20701" y="22470"/>
                    <a:pt x="20605" y="23177"/>
                  </a:cubicBezTo>
                  <a:cubicBezTo>
                    <a:pt x="20508" y="23884"/>
                    <a:pt x="20444" y="24270"/>
                    <a:pt x="20444" y="24270"/>
                  </a:cubicBezTo>
                  <a:lnTo>
                    <a:pt x="20444" y="24302"/>
                  </a:lnTo>
                  <a:cubicBezTo>
                    <a:pt x="20444" y="24302"/>
                    <a:pt x="20412" y="24816"/>
                    <a:pt x="20380" y="25652"/>
                  </a:cubicBezTo>
                  <a:cubicBezTo>
                    <a:pt x="20251" y="28159"/>
                    <a:pt x="19930" y="33399"/>
                    <a:pt x="19705" y="35360"/>
                  </a:cubicBezTo>
                  <a:cubicBezTo>
                    <a:pt x="19705" y="35649"/>
                    <a:pt x="19544" y="36067"/>
                    <a:pt x="19351" y="36549"/>
                  </a:cubicBezTo>
                  <a:cubicBezTo>
                    <a:pt x="18612" y="38253"/>
                    <a:pt x="16876" y="40889"/>
                    <a:pt x="15205" y="43107"/>
                  </a:cubicBezTo>
                  <a:cubicBezTo>
                    <a:pt x="14369" y="44232"/>
                    <a:pt x="13565" y="45260"/>
                    <a:pt x="12858" y="46000"/>
                  </a:cubicBezTo>
                  <a:cubicBezTo>
                    <a:pt x="12537" y="46353"/>
                    <a:pt x="12215" y="46675"/>
                    <a:pt x="11990" y="46868"/>
                  </a:cubicBezTo>
                  <a:cubicBezTo>
                    <a:pt x="11862" y="46996"/>
                    <a:pt x="11733" y="47060"/>
                    <a:pt x="11669" y="47125"/>
                  </a:cubicBezTo>
                  <a:cubicBezTo>
                    <a:pt x="11595" y="47174"/>
                    <a:pt x="11539" y="47205"/>
                    <a:pt x="11503" y="47216"/>
                  </a:cubicBezTo>
                  <a:lnTo>
                    <a:pt x="11503" y="47216"/>
                  </a:lnTo>
                  <a:cubicBezTo>
                    <a:pt x="11487" y="47198"/>
                    <a:pt x="11433" y="47136"/>
                    <a:pt x="11379" y="47028"/>
                  </a:cubicBezTo>
                  <a:cubicBezTo>
                    <a:pt x="11251" y="46835"/>
                    <a:pt x="11122" y="46482"/>
                    <a:pt x="10994" y="46032"/>
                  </a:cubicBezTo>
                  <a:cubicBezTo>
                    <a:pt x="10512" y="44457"/>
                    <a:pt x="10094" y="41660"/>
                    <a:pt x="9804" y="39281"/>
                  </a:cubicBezTo>
                  <a:cubicBezTo>
                    <a:pt x="9644" y="38092"/>
                    <a:pt x="9547" y="36999"/>
                    <a:pt x="9451" y="36196"/>
                  </a:cubicBezTo>
                  <a:cubicBezTo>
                    <a:pt x="9387" y="35424"/>
                    <a:pt x="9322" y="34910"/>
                    <a:pt x="9322" y="34910"/>
                  </a:cubicBezTo>
                  <a:cubicBezTo>
                    <a:pt x="9322" y="34845"/>
                    <a:pt x="9290" y="34781"/>
                    <a:pt x="9226" y="34749"/>
                  </a:cubicBezTo>
                  <a:cubicBezTo>
                    <a:pt x="9161" y="34685"/>
                    <a:pt x="9097" y="34685"/>
                    <a:pt x="9001" y="34685"/>
                  </a:cubicBezTo>
                  <a:cubicBezTo>
                    <a:pt x="8711" y="34749"/>
                    <a:pt x="8422" y="34781"/>
                    <a:pt x="8101" y="34781"/>
                  </a:cubicBezTo>
                  <a:cubicBezTo>
                    <a:pt x="6879" y="34781"/>
                    <a:pt x="5529" y="34299"/>
                    <a:pt x="4436" y="33592"/>
                  </a:cubicBezTo>
                  <a:cubicBezTo>
                    <a:pt x="3343" y="32917"/>
                    <a:pt x="2475" y="31952"/>
                    <a:pt x="2186" y="31085"/>
                  </a:cubicBezTo>
                  <a:cubicBezTo>
                    <a:pt x="2025" y="30635"/>
                    <a:pt x="1833" y="29574"/>
                    <a:pt x="1672" y="28192"/>
                  </a:cubicBezTo>
                  <a:cubicBezTo>
                    <a:pt x="1093" y="24013"/>
                    <a:pt x="547" y="16684"/>
                    <a:pt x="547" y="12151"/>
                  </a:cubicBezTo>
                  <a:cubicBezTo>
                    <a:pt x="547" y="11412"/>
                    <a:pt x="547" y="10769"/>
                    <a:pt x="579" y="10191"/>
                  </a:cubicBezTo>
                  <a:cubicBezTo>
                    <a:pt x="740" y="7651"/>
                    <a:pt x="1608" y="5883"/>
                    <a:pt x="2475" y="4758"/>
                  </a:cubicBezTo>
                  <a:cubicBezTo>
                    <a:pt x="2893" y="4180"/>
                    <a:pt x="3311" y="3762"/>
                    <a:pt x="3601" y="3505"/>
                  </a:cubicBezTo>
                  <a:cubicBezTo>
                    <a:pt x="3761" y="3376"/>
                    <a:pt x="3890" y="3280"/>
                    <a:pt x="3986" y="3215"/>
                  </a:cubicBezTo>
                  <a:lnTo>
                    <a:pt x="4083" y="3151"/>
                  </a:lnTo>
                  <a:lnTo>
                    <a:pt x="4115" y="3151"/>
                  </a:lnTo>
                  <a:lnTo>
                    <a:pt x="4115" y="3119"/>
                  </a:lnTo>
                  <a:cubicBezTo>
                    <a:pt x="6268" y="1576"/>
                    <a:pt x="8744" y="547"/>
                    <a:pt x="11540" y="547"/>
                  </a:cubicBezTo>
                  <a:close/>
                  <a:moveTo>
                    <a:pt x="11540" y="1"/>
                  </a:moveTo>
                  <a:cubicBezTo>
                    <a:pt x="8631" y="1"/>
                    <a:pt x="6039" y="1082"/>
                    <a:pt x="3829" y="2675"/>
                  </a:cubicBezTo>
                  <a:lnTo>
                    <a:pt x="3826" y="2669"/>
                  </a:lnTo>
                  <a:cubicBezTo>
                    <a:pt x="3793" y="2701"/>
                    <a:pt x="2925" y="3215"/>
                    <a:pt x="2025" y="4437"/>
                  </a:cubicBezTo>
                  <a:cubicBezTo>
                    <a:pt x="1125" y="5626"/>
                    <a:pt x="193" y="7491"/>
                    <a:pt x="65" y="10191"/>
                  </a:cubicBezTo>
                  <a:cubicBezTo>
                    <a:pt x="32" y="10737"/>
                    <a:pt x="0" y="11412"/>
                    <a:pt x="0" y="12151"/>
                  </a:cubicBezTo>
                  <a:cubicBezTo>
                    <a:pt x="0" y="15205"/>
                    <a:pt x="257" y="19480"/>
                    <a:pt x="579" y="23209"/>
                  </a:cubicBezTo>
                  <a:cubicBezTo>
                    <a:pt x="772" y="25106"/>
                    <a:pt x="933" y="26842"/>
                    <a:pt x="1125" y="28256"/>
                  </a:cubicBezTo>
                  <a:cubicBezTo>
                    <a:pt x="1318" y="29670"/>
                    <a:pt x="1511" y="30731"/>
                    <a:pt x="1672" y="31245"/>
                  </a:cubicBezTo>
                  <a:cubicBezTo>
                    <a:pt x="2025" y="32306"/>
                    <a:pt x="2958" y="33303"/>
                    <a:pt x="4147" y="34042"/>
                  </a:cubicBezTo>
                  <a:cubicBezTo>
                    <a:pt x="5336" y="34813"/>
                    <a:pt x="6751" y="35296"/>
                    <a:pt x="8101" y="35328"/>
                  </a:cubicBezTo>
                  <a:cubicBezTo>
                    <a:pt x="8354" y="35328"/>
                    <a:pt x="8591" y="35311"/>
                    <a:pt x="8836" y="35266"/>
                  </a:cubicBezTo>
                  <a:lnTo>
                    <a:pt x="8836" y="35266"/>
                  </a:lnTo>
                  <a:cubicBezTo>
                    <a:pt x="8917" y="36116"/>
                    <a:pt x="9173" y="38690"/>
                    <a:pt x="9515" y="41242"/>
                  </a:cubicBezTo>
                  <a:cubicBezTo>
                    <a:pt x="9740" y="42817"/>
                    <a:pt x="10029" y="44392"/>
                    <a:pt x="10319" y="45582"/>
                  </a:cubicBezTo>
                  <a:cubicBezTo>
                    <a:pt x="10447" y="46193"/>
                    <a:pt x="10608" y="46675"/>
                    <a:pt x="10769" y="47060"/>
                  </a:cubicBezTo>
                  <a:cubicBezTo>
                    <a:pt x="10865" y="47221"/>
                    <a:pt x="10929" y="47382"/>
                    <a:pt x="11058" y="47510"/>
                  </a:cubicBezTo>
                  <a:cubicBezTo>
                    <a:pt x="11090" y="47575"/>
                    <a:pt x="11154" y="47639"/>
                    <a:pt x="11251" y="47671"/>
                  </a:cubicBezTo>
                  <a:cubicBezTo>
                    <a:pt x="11315" y="47703"/>
                    <a:pt x="11412" y="47735"/>
                    <a:pt x="11508" y="47735"/>
                  </a:cubicBezTo>
                  <a:lnTo>
                    <a:pt x="11604" y="47735"/>
                  </a:lnTo>
                  <a:cubicBezTo>
                    <a:pt x="11733" y="47703"/>
                    <a:pt x="11862" y="47639"/>
                    <a:pt x="11990" y="47543"/>
                  </a:cubicBezTo>
                  <a:cubicBezTo>
                    <a:pt x="12505" y="47189"/>
                    <a:pt x="13212" y="46450"/>
                    <a:pt x="14047" y="45453"/>
                  </a:cubicBezTo>
                  <a:cubicBezTo>
                    <a:pt x="15301" y="43942"/>
                    <a:pt x="16780" y="41949"/>
                    <a:pt x="18001" y="40053"/>
                  </a:cubicBezTo>
                  <a:cubicBezTo>
                    <a:pt x="18612" y="39121"/>
                    <a:pt x="19126" y="38221"/>
                    <a:pt x="19544" y="37417"/>
                  </a:cubicBezTo>
                  <a:cubicBezTo>
                    <a:pt x="19930" y="36613"/>
                    <a:pt x="20187" y="35938"/>
                    <a:pt x="20251" y="35424"/>
                  </a:cubicBezTo>
                  <a:cubicBezTo>
                    <a:pt x="20530" y="32882"/>
                    <a:pt x="20959" y="24931"/>
                    <a:pt x="20989" y="24366"/>
                  </a:cubicBezTo>
                  <a:lnTo>
                    <a:pt x="20989" y="24366"/>
                  </a:lnTo>
                  <a:lnTo>
                    <a:pt x="20991" y="24366"/>
                  </a:lnTo>
                  <a:cubicBezTo>
                    <a:pt x="20991" y="24366"/>
                    <a:pt x="21987" y="17809"/>
                    <a:pt x="21987" y="12376"/>
                  </a:cubicBezTo>
                  <a:cubicBezTo>
                    <a:pt x="21987" y="9644"/>
                    <a:pt x="21666" y="7169"/>
                    <a:pt x="20734" y="5176"/>
                  </a:cubicBezTo>
                  <a:cubicBezTo>
                    <a:pt x="19801" y="3151"/>
                    <a:pt x="18258" y="1576"/>
                    <a:pt x="15848" y="772"/>
                  </a:cubicBezTo>
                  <a:cubicBezTo>
                    <a:pt x="14337" y="258"/>
                    <a:pt x="12890" y="1"/>
                    <a:pt x="115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57"/>
            <p:cNvSpPr/>
            <p:nvPr/>
          </p:nvSpPr>
          <p:spPr>
            <a:xfrm>
              <a:off x="4706400" y="3568950"/>
              <a:ext cx="116550" cy="215550"/>
            </a:xfrm>
            <a:custGeom>
              <a:avLst/>
              <a:gdLst/>
              <a:ahLst/>
              <a:cxnLst/>
              <a:rect l="l" t="t" r="r" b="b"/>
              <a:pathLst>
                <a:path w="4662" h="8622" extrusionOk="0">
                  <a:moveTo>
                    <a:pt x="3089" y="1"/>
                  </a:moveTo>
                  <a:cubicBezTo>
                    <a:pt x="1847" y="1"/>
                    <a:pt x="1" y="2899"/>
                    <a:pt x="1" y="2899"/>
                  </a:cubicBezTo>
                  <a:lnTo>
                    <a:pt x="1319" y="7849"/>
                  </a:lnTo>
                  <a:cubicBezTo>
                    <a:pt x="1550" y="8377"/>
                    <a:pt x="1849" y="8621"/>
                    <a:pt x="2171" y="8621"/>
                  </a:cubicBezTo>
                  <a:cubicBezTo>
                    <a:pt x="2654" y="8621"/>
                    <a:pt x="3190" y="8074"/>
                    <a:pt x="3633" y="7110"/>
                  </a:cubicBezTo>
                  <a:cubicBezTo>
                    <a:pt x="4372" y="5503"/>
                    <a:pt x="4662" y="1002"/>
                    <a:pt x="3504" y="135"/>
                  </a:cubicBezTo>
                  <a:cubicBezTo>
                    <a:pt x="3377" y="42"/>
                    <a:pt x="3238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57"/>
            <p:cNvSpPr/>
            <p:nvPr/>
          </p:nvSpPr>
          <p:spPr>
            <a:xfrm>
              <a:off x="4700775" y="3561850"/>
              <a:ext cx="118975" cy="229050"/>
            </a:xfrm>
            <a:custGeom>
              <a:avLst/>
              <a:gdLst/>
              <a:ahLst/>
              <a:cxnLst/>
              <a:rect l="l" t="t" r="r" b="b"/>
              <a:pathLst>
                <a:path w="4759" h="9162" extrusionOk="0">
                  <a:moveTo>
                    <a:pt x="3312" y="1"/>
                  </a:moveTo>
                  <a:cubicBezTo>
                    <a:pt x="2894" y="1"/>
                    <a:pt x="2508" y="226"/>
                    <a:pt x="2154" y="515"/>
                  </a:cubicBezTo>
                  <a:cubicBezTo>
                    <a:pt x="1576" y="965"/>
                    <a:pt x="1061" y="1576"/>
                    <a:pt x="676" y="2090"/>
                  </a:cubicBezTo>
                  <a:cubicBezTo>
                    <a:pt x="258" y="2604"/>
                    <a:pt x="1" y="3022"/>
                    <a:pt x="1" y="3022"/>
                  </a:cubicBezTo>
                  <a:lnTo>
                    <a:pt x="451" y="3312"/>
                  </a:lnTo>
                  <a:cubicBezTo>
                    <a:pt x="451" y="3312"/>
                    <a:pt x="483" y="3279"/>
                    <a:pt x="515" y="3215"/>
                  </a:cubicBezTo>
                  <a:cubicBezTo>
                    <a:pt x="708" y="2926"/>
                    <a:pt x="1190" y="2251"/>
                    <a:pt x="1736" y="1640"/>
                  </a:cubicBezTo>
                  <a:cubicBezTo>
                    <a:pt x="2026" y="1319"/>
                    <a:pt x="2315" y="1061"/>
                    <a:pt x="2604" y="836"/>
                  </a:cubicBezTo>
                  <a:cubicBezTo>
                    <a:pt x="2862" y="644"/>
                    <a:pt x="3119" y="547"/>
                    <a:pt x="3312" y="547"/>
                  </a:cubicBezTo>
                  <a:cubicBezTo>
                    <a:pt x="3408" y="547"/>
                    <a:pt x="3472" y="579"/>
                    <a:pt x="3569" y="611"/>
                  </a:cubicBezTo>
                  <a:cubicBezTo>
                    <a:pt x="3762" y="772"/>
                    <a:pt x="3954" y="1126"/>
                    <a:pt x="4051" y="1640"/>
                  </a:cubicBezTo>
                  <a:cubicBezTo>
                    <a:pt x="4179" y="2154"/>
                    <a:pt x="4244" y="2797"/>
                    <a:pt x="4244" y="3472"/>
                  </a:cubicBezTo>
                  <a:cubicBezTo>
                    <a:pt x="4244" y="4179"/>
                    <a:pt x="4179" y="4951"/>
                    <a:pt x="4051" y="5626"/>
                  </a:cubicBezTo>
                  <a:cubicBezTo>
                    <a:pt x="3954" y="6301"/>
                    <a:pt x="3794" y="6912"/>
                    <a:pt x="3601" y="7297"/>
                  </a:cubicBezTo>
                  <a:cubicBezTo>
                    <a:pt x="3408" y="7747"/>
                    <a:pt x="3183" y="8101"/>
                    <a:pt x="2958" y="8326"/>
                  </a:cubicBezTo>
                  <a:cubicBezTo>
                    <a:pt x="2733" y="8551"/>
                    <a:pt x="2540" y="8648"/>
                    <a:pt x="2411" y="8648"/>
                  </a:cubicBezTo>
                  <a:cubicBezTo>
                    <a:pt x="2315" y="8648"/>
                    <a:pt x="2219" y="8615"/>
                    <a:pt x="2090" y="8519"/>
                  </a:cubicBezTo>
                  <a:cubicBezTo>
                    <a:pt x="1994" y="8423"/>
                    <a:pt x="1897" y="8262"/>
                    <a:pt x="1769" y="8037"/>
                  </a:cubicBezTo>
                  <a:lnTo>
                    <a:pt x="1286" y="8230"/>
                  </a:lnTo>
                  <a:cubicBezTo>
                    <a:pt x="1415" y="8519"/>
                    <a:pt x="1576" y="8744"/>
                    <a:pt x="1769" y="8905"/>
                  </a:cubicBezTo>
                  <a:cubicBezTo>
                    <a:pt x="1929" y="9065"/>
                    <a:pt x="2154" y="9162"/>
                    <a:pt x="2411" y="9162"/>
                  </a:cubicBezTo>
                  <a:cubicBezTo>
                    <a:pt x="2733" y="9162"/>
                    <a:pt x="3054" y="8969"/>
                    <a:pt x="3344" y="8712"/>
                  </a:cubicBezTo>
                  <a:cubicBezTo>
                    <a:pt x="3633" y="8423"/>
                    <a:pt x="3890" y="8005"/>
                    <a:pt x="4115" y="7522"/>
                  </a:cubicBezTo>
                  <a:cubicBezTo>
                    <a:pt x="4308" y="7072"/>
                    <a:pt x="4469" y="6430"/>
                    <a:pt x="4597" y="5722"/>
                  </a:cubicBezTo>
                  <a:cubicBezTo>
                    <a:pt x="4694" y="5015"/>
                    <a:pt x="4758" y="4212"/>
                    <a:pt x="4758" y="3472"/>
                  </a:cubicBezTo>
                  <a:cubicBezTo>
                    <a:pt x="4758" y="2765"/>
                    <a:pt x="4726" y="2090"/>
                    <a:pt x="4565" y="1511"/>
                  </a:cubicBezTo>
                  <a:cubicBezTo>
                    <a:pt x="4437" y="965"/>
                    <a:pt x="4244" y="483"/>
                    <a:pt x="3890" y="194"/>
                  </a:cubicBezTo>
                  <a:cubicBezTo>
                    <a:pt x="3697" y="65"/>
                    <a:pt x="3504" y="1"/>
                    <a:pt x="3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57"/>
            <p:cNvSpPr/>
            <p:nvPr/>
          </p:nvSpPr>
          <p:spPr>
            <a:xfrm>
              <a:off x="4340750" y="3605550"/>
              <a:ext cx="114950" cy="202225"/>
            </a:xfrm>
            <a:custGeom>
              <a:avLst/>
              <a:gdLst/>
              <a:ahLst/>
              <a:cxnLst/>
              <a:rect l="l" t="t" r="r" b="b"/>
              <a:pathLst>
                <a:path w="4598" h="8089" extrusionOk="0">
                  <a:moveTo>
                    <a:pt x="1349" y="0"/>
                  </a:moveTo>
                  <a:cubicBezTo>
                    <a:pt x="1235" y="0"/>
                    <a:pt x="1144" y="87"/>
                    <a:pt x="1094" y="213"/>
                  </a:cubicBezTo>
                  <a:cubicBezTo>
                    <a:pt x="1094" y="213"/>
                    <a:pt x="837" y="1339"/>
                    <a:pt x="547" y="2689"/>
                  </a:cubicBezTo>
                  <a:cubicBezTo>
                    <a:pt x="290" y="4039"/>
                    <a:pt x="1" y="5614"/>
                    <a:pt x="1" y="6546"/>
                  </a:cubicBezTo>
                  <a:cubicBezTo>
                    <a:pt x="1" y="6803"/>
                    <a:pt x="1" y="7028"/>
                    <a:pt x="97" y="7221"/>
                  </a:cubicBezTo>
                  <a:cubicBezTo>
                    <a:pt x="290" y="7575"/>
                    <a:pt x="644" y="7767"/>
                    <a:pt x="1030" y="7896"/>
                  </a:cubicBezTo>
                  <a:cubicBezTo>
                    <a:pt x="1415" y="8025"/>
                    <a:pt x="1865" y="8089"/>
                    <a:pt x="2347" y="8089"/>
                  </a:cubicBezTo>
                  <a:cubicBezTo>
                    <a:pt x="3119" y="8057"/>
                    <a:pt x="3890" y="7928"/>
                    <a:pt x="4405" y="7639"/>
                  </a:cubicBezTo>
                  <a:cubicBezTo>
                    <a:pt x="4533" y="7575"/>
                    <a:pt x="4598" y="7382"/>
                    <a:pt x="4501" y="7253"/>
                  </a:cubicBezTo>
                  <a:cubicBezTo>
                    <a:pt x="4458" y="7167"/>
                    <a:pt x="4373" y="7125"/>
                    <a:pt x="4282" y="7125"/>
                  </a:cubicBezTo>
                  <a:cubicBezTo>
                    <a:pt x="4237" y="7125"/>
                    <a:pt x="4190" y="7135"/>
                    <a:pt x="4148" y="7157"/>
                  </a:cubicBezTo>
                  <a:cubicBezTo>
                    <a:pt x="3762" y="7382"/>
                    <a:pt x="3023" y="7542"/>
                    <a:pt x="2347" y="7542"/>
                  </a:cubicBezTo>
                  <a:cubicBezTo>
                    <a:pt x="1930" y="7542"/>
                    <a:pt x="1512" y="7478"/>
                    <a:pt x="1190" y="7382"/>
                  </a:cubicBezTo>
                  <a:cubicBezTo>
                    <a:pt x="869" y="7285"/>
                    <a:pt x="644" y="7125"/>
                    <a:pt x="580" y="6996"/>
                  </a:cubicBezTo>
                  <a:cubicBezTo>
                    <a:pt x="580" y="6964"/>
                    <a:pt x="547" y="6771"/>
                    <a:pt x="547" y="6546"/>
                  </a:cubicBezTo>
                  <a:cubicBezTo>
                    <a:pt x="547" y="5710"/>
                    <a:pt x="805" y="4135"/>
                    <a:pt x="1094" y="2785"/>
                  </a:cubicBezTo>
                  <a:cubicBezTo>
                    <a:pt x="1222" y="2110"/>
                    <a:pt x="1351" y="1499"/>
                    <a:pt x="1447" y="1049"/>
                  </a:cubicBezTo>
                  <a:cubicBezTo>
                    <a:pt x="1576" y="599"/>
                    <a:pt x="1640" y="342"/>
                    <a:pt x="1640" y="342"/>
                  </a:cubicBezTo>
                  <a:cubicBezTo>
                    <a:pt x="1672" y="181"/>
                    <a:pt x="1576" y="53"/>
                    <a:pt x="1447" y="21"/>
                  </a:cubicBezTo>
                  <a:cubicBezTo>
                    <a:pt x="1413" y="7"/>
                    <a:pt x="1380" y="0"/>
                    <a:pt x="13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57"/>
            <p:cNvSpPr/>
            <p:nvPr/>
          </p:nvSpPr>
          <p:spPr>
            <a:xfrm>
              <a:off x="4360050" y="3835075"/>
              <a:ext cx="135825" cy="28150"/>
            </a:xfrm>
            <a:custGeom>
              <a:avLst/>
              <a:gdLst/>
              <a:ahLst/>
              <a:cxnLst/>
              <a:rect l="l" t="t" r="r" b="b"/>
              <a:pathLst>
                <a:path w="5433" h="1126" extrusionOk="0">
                  <a:moveTo>
                    <a:pt x="5117" y="1"/>
                  </a:moveTo>
                  <a:cubicBezTo>
                    <a:pt x="5072" y="1"/>
                    <a:pt x="5026" y="12"/>
                    <a:pt x="4983" y="33"/>
                  </a:cubicBezTo>
                  <a:cubicBezTo>
                    <a:pt x="4276" y="451"/>
                    <a:pt x="3408" y="612"/>
                    <a:pt x="2604" y="612"/>
                  </a:cubicBezTo>
                  <a:cubicBezTo>
                    <a:pt x="1993" y="612"/>
                    <a:pt x="1447" y="515"/>
                    <a:pt x="1029" y="451"/>
                  </a:cubicBezTo>
                  <a:cubicBezTo>
                    <a:pt x="836" y="419"/>
                    <a:pt x="675" y="354"/>
                    <a:pt x="547" y="354"/>
                  </a:cubicBezTo>
                  <a:cubicBezTo>
                    <a:pt x="483" y="322"/>
                    <a:pt x="450" y="322"/>
                    <a:pt x="418" y="290"/>
                  </a:cubicBezTo>
                  <a:lnTo>
                    <a:pt x="386" y="290"/>
                  </a:lnTo>
                  <a:cubicBezTo>
                    <a:pt x="359" y="285"/>
                    <a:pt x="333" y="282"/>
                    <a:pt x="309" y="282"/>
                  </a:cubicBezTo>
                  <a:cubicBezTo>
                    <a:pt x="185" y="282"/>
                    <a:pt x="91" y="349"/>
                    <a:pt x="65" y="483"/>
                  </a:cubicBezTo>
                  <a:cubicBezTo>
                    <a:pt x="0" y="612"/>
                    <a:pt x="97" y="772"/>
                    <a:pt x="225" y="804"/>
                  </a:cubicBezTo>
                  <a:cubicBezTo>
                    <a:pt x="258" y="804"/>
                    <a:pt x="1318" y="1126"/>
                    <a:pt x="2604" y="1126"/>
                  </a:cubicBezTo>
                  <a:cubicBezTo>
                    <a:pt x="3472" y="1126"/>
                    <a:pt x="4436" y="997"/>
                    <a:pt x="5240" y="483"/>
                  </a:cubicBezTo>
                  <a:cubicBezTo>
                    <a:pt x="5369" y="419"/>
                    <a:pt x="5433" y="258"/>
                    <a:pt x="5336" y="129"/>
                  </a:cubicBezTo>
                  <a:cubicBezTo>
                    <a:pt x="5294" y="44"/>
                    <a:pt x="5208" y="1"/>
                    <a:pt x="51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57"/>
            <p:cNvSpPr/>
            <p:nvPr/>
          </p:nvSpPr>
          <p:spPr>
            <a:xfrm>
              <a:off x="4480600" y="3605250"/>
              <a:ext cx="28950" cy="57875"/>
            </a:xfrm>
            <a:custGeom>
              <a:avLst/>
              <a:gdLst/>
              <a:ahLst/>
              <a:cxnLst/>
              <a:rect l="l" t="t" r="r" b="b"/>
              <a:pathLst>
                <a:path w="1158" h="2315" extrusionOk="0">
                  <a:moveTo>
                    <a:pt x="579" y="0"/>
                  </a:moveTo>
                  <a:cubicBezTo>
                    <a:pt x="257" y="0"/>
                    <a:pt x="0" y="515"/>
                    <a:pt x="0" y="1158"/>
                  </a:cubicBezTo>
                  <a:cubicBezTo>
                    <a:pt x="0" y="1801"/>
                    <a:pt x="257" y="2315"/>
                    <a:pt x="579" y="2315"/>
                  </a:cubicBezTo>
                  <a:cubicBezTo>
                    <a:pt x="900" y="2315"/>
                    <a:pt x="1157" y="1801"/>
                    <a:pt x="1157" y="1158"/>
                  </a:cubicBezTo>
                  <a:cubicBezTo>
                    <a:pt x="1157" y="515"/>
                    <a:pt x="900" y="0"/>
                    <a:pt x="5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57"/>
            <p:cNvSpPr/>
            <p:nvPr/>
          </p:nvSpPr>
          <p:spPr>
            <a:xfrm>
              <a:off x="4305400" y="3586775"/>
              <a:ext cx="29750" cy="57875"/>
            </a:xfrm>
            <a:custGeom>
              <a:avLst/>
              <a:gdLst/>
              <a:ahLst/>
              <a:cxnLst/>
              <a:rect l="l" t="t" r="r" b="b"/>
              <a:pathLst>
                <a:path w="1190" h="2315" extrusionOk="0">
                  <a:moveTo>
                    <a:pt x="611" y="0"/>
                  </a:moveTo>
                  <a:cubicBezTo>
                    <a:pt x="290" y="0"/>
                    <a:pt x="1" y="514"/>
                    <a:pt x="1" y="1157"/>
                  </a:cubicBezTo>
                  <a:cubicBezTo>
                    <a:pt x="1" y="1800"/>
                    <a:pt x="290" y="2315"/>
                    <a:pt x="611" y="2315"/>
                  </a:cubicBezTo>
                  <a:cubicBezTo>
                    <a:pt x="933" y="2315"/>
                    <a:pt x="1190" y="1800"/>
                    <a:pt x="1190" y="1157"/>
                  </a:cubicBezTo>
                  <a:cubicBezTo>
                    <a:pt x="1190" y="514"/>
                    <a:pt x="933" y="0"/>
                    <a:pt x="6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57"/>
            <p:cNvSpPr/>
            <p:nvPr/>
          </p:nvSpPr>
          <p:spPr>
            <a:xfrm>
              <a:off x="4276475" y="3539350"/>
              <a:ext cx="94850" cy="24950"/>
            </a:xfrm>
            <a:custGeom>
              <a:avLst/>
              <a:gdLst/>
              <a:ahLst/>
              <a:cxnLst/>
              <a:rect l="l" t="t" r="r" b="b"/>
              <a:pathLst>
                <a:path w="3794" h="998" extrusionOk="0">
                  <a:moveTo>
                    <a:pt x="1833" y="1"/>
                  </a:moveTo>
                  <a:cubicBezTo>
                    <a:pt x="804" y="1"/>
                    <a:pt x="161" y="483"/>
                    <a:pt x="129" y="515"/>
                  </a:cubicBezTo>
                  <a:cubicBezTo>
                    <a:pt x="33" y="611"/>
                    <a:pt x="0" y="772"/>
                    <a:pt x="97" y="901"/>
                  </a:cubicBezTo>
                  <a:cubicBezTo>
                    <a:pt x="153" y="957"/>
                    <a:pt x="231" y="991"/>
                    <a:pt x="305" y="991"/>
                  </a:cubicBezTo>
                  <a:cubicBezTo>
                    <a:pt x="358" y="991"/>
                    <a:pt x="410" y="973"/>
                    <a:pt x="450" y="933"/>
                  </a:cubicBezTo>
                  <a:cubicBezTo>
                    <a:pt x="483" y="933"/>
                    <a:pt x="997" y="547"/>
                    <a:pt x="1833" y="547"/>
                  </a:cubicBezTo>
                  <a:cubicBezTo>
                    <a:pt x="2250" y="547"/>
                    <a:pt x="2797" y="644"/>
                    <a:pt x="3376" y="965"/>
                  </a:cubicBezTo>
                  <a:cubicBezTo>
                    <a:pt x="3418" y="986"/>
                    <a:pt x="3465" y="997"/>
                    <a:pt x="3510" y="997"/>
                  </a:cubicBezTo>
                  <a:cubicBezTo>
                    <a:pt x="3601" y="997"/>
                    <a:pt x="3686" y="954"/>
                    <a:pt x="3729" y="869"/>
                  </a:cubicBezTo>
                  <a:cubicBezTo>
                    <a:pt x="3793" y="740"/>
                    <a:pt x="3761" y="547"/>
                    <a:pt x="3633" y="483"/>
                  </a:cubicBezTo>
                  <a:cubicBezTo>
                    <a:pt x="2958" y="129"/>
                    <a:pt x="2347" y="1"/>
                    <a:pt x="18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57"/>
            <p:cNvSpPr/>
            <p:nvPr/>
          </p:nvSpPr>
          <p:spPr>
            <a:xfrm>
              <a:off x="4443625" y="3548200"/>
              <a:ext cx="135025" cy="38000"/>
            </a:xfrm>
            <a:custGeom>
              <a:avLst/>
              <a:gdLst/>
              <a:ahLst/>
              <a:cxnLst/>
              <a:rect l="l" t="t" r="r" b="b"/>
              <a:pathLst>
                <a:path w="5401" h="1520" extrusionOk="0">
                  <a:moveTo>
                    <a:pt x="2636" y="0"/>
                  </a:moveTo>
                  <a:cubicBezTo>
                    <a:pt x="1318" y="0"/>
                    <a:pt x="225" y="579"/>
                    <a:pt x="193" y="579"/>
                  </a:cubicBezTo>
                  <a:cubicBezTo>
                    <a:pt x="65" y="643"/>
                    <a:pt x="0" y="804"/>
                    <a:pt x="65" y="932"/>
                  </a:cubicBezTo>
                  <a:cubicBezTo>
                    <a:pt x="112" y="1027"/>
                    <a:pt x="211" y="1086"/>
                    <a:pt x="310" y="1086"/>
                  </a:cubicBezTo>
                  <a:cubicBezTo>
                    <a:pt x="347" y="1086"/>
                    <a:pt x="384" y="1078"/>
                    <a:pt x="418" y="1061"/>
                  </a:cubicBezTo>
                  <a:lnTo>
                    <a:pt x="450" y="1061"/>
                  </a:lnTo>
                  <a:cubicBezTo>
                    <a:pt x="547" y="997"/>
                    <a:pt x="1543" y="547"/>
                    <a:pt x="2636" y="547"/>
                  </a:cubicBezTo>
                  <a:cubicBezTo>
                    <a:pt x="3408" y="547"/>
                    <a:pt x="4243" y="740"/>
                    <a:pt x="4919" y="1447"/>
                  </a:cubicBezTo>
                  <a:cubicBezTo>
                    <a:pt x="4983" y="1495"/>
                    <a:pt x="5055" y="1519"/>
                    <a:pt x="5123" y="1519"/>
                  </a:cubicBezTo>
                  <a:cubicBezTo>
                    <a:pt x="5192" y="1519"/>
                    <a:pt x="5256" y="1495"/>
                    <a:pt x="5304" y="1447"/>
                  </a:cubicBezTo>
                  <a:cubicBezTo>
                    <a:pt x="5401" y="1318"/>
                    <a:pt x="5401" y="1157"/>
                    <a:pt x="5304" y="1061"/>
                  </a:cubicBezTo>
                  <a:cubicBezTo>
                    <a:pt x="4501" y="257"/>
                    <a:pt x="3504" y="0"/>
                    <a:pt x="26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57"/>
            <p:cNvSpPr/>
            <p:nvPr/>
          </p:nvSpPr>
          <p:spPr>
            <a:xfrm>
              <a:off x="4481400" y="4034375"/>
              <a:ext cx="855050" cy="1335625"/>
            </a:xfrm>
            <a:custGeom>
              <a:avLst/>
              <a:gdLst/>
              <a:ahLst/>
              <a:cxnLst/>
              <a:rect l="l" t="t" r="r" b="b"/>
              <a:pathLst>
                <a:path w="34202" h="53425" extrusionOk="0">
                  <a:moveTo>
                    <a:pt x="14530" y="1"/>
                  </a:moveTo>
                  <a:lnTo>
                    <a:pt x="6236" y="5690"/>
                  </a:lnTo>
                  <a:cubicBezTo>
                    <a:pt x="6236" y="5690"/>
                    <a:pt x="6076" y="13855"/>
                    <a:pt x="4468" y="19384"/>
                  </a:cubicBezTo>
                  <a:cubicBezTo>
                    <a:pt x="2990" y="24559"/>
                    <a:pt x="322" y="50275"/>
                    <a:pt x="0" y="53425"/>
                  </a:cubicBezTo>
                  <a:lnTo>
                    <a:pt x="26809" y="53425"/>
                  </a:lnTo>
                  <a:cubicBezTo>
                    <a:pt x="27452" y="49760"/>
                    <a:pt x="33334" y="15366"/>
                    <a:pt x="33463" y="14273"/>
                  </a:cubicBezTo>
                  <a:cubicBezTo>
                    <a:pt x="33591" y="13116"/>
                    <a:pt x="34202" y="11219"/>
                    <a:pt x="33173" y="10930"/>
                  </a:cubicBezTo>
                  <a:cubicBezTo>
                    <a:pt x="32145" y="10640"/>
                    <a:pt x="14530" y="1"/>
                    <a:pt x="145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57"/>
            <p:cNvSpPr/>
            <p:nvPr/>
          </p:nvSpPr>
          <p:spPr>
            <a:xfrm>
              <a:off x="4474150" y="4027550"/>
              <a:ext cx="858300" cy="1348875"/>
            </a:xfrm>
            <a:custGeom>
              <a:avLst/>
              <a:gdLst/>
              <a:ahLst/>
              <a:cxnLst/>
              <a:rect l="l" t="t" r="r" b="b"/>
              <a:pathLst>
                <a:path w="34332" h="53955" extrusionOk="0">
                  <a:moveTo>
                    <a:pt x="14844" y="592"/>
                  </a:moveTo>
                  <a:lnTo>
                    <a:pt x="14844" y="592"/>
                  </a:lnTo>
                  <a:cubicBezTo>
                    <a:pt x="15659" y="1084"/>
                    <a:pt x="19592" y="3463"/>
                    <a:pt x="23627" y="5867"/>
                  </a:cubicBezTo>
                  <a:cubicBezTo>
                    <a:pt x="25877" y="7217"/>
                    <a:pt x="28192" y="8567"/>
                    <a:pt x="29992" y="9596"/>
                  </a:cubicBezTo>
                  <a:cubicBezTo>
                    <a:pt x="30892" y="10110"/>
                    <a:pt x="31663" y="10560"/>
                    <a:pt x="32242" y="10881"/>
                  </a:cubicBezTo>
                  <a:cubicBezTo>
                    <a:pt x="32531" y="11042"/>
                    <a:pt x="32788" y="11171"/>
                    <a:pt x="32949" y="11267"/>
                  </a:cubicBezTo>
                  <a:cubicBezTo>
                    <a:pt x="33142" y="11363"/>
                    <a:pt x="33270" y="11428"/>
                    <a:pt x="33399" y="11460"/>
                  </a:cubicBezTo>
                  <a:cubicBezTo>
                    <a:pt x="33528" y="11492"/>
                    <a:pt x="33624" y="11588"/>
                    <a:pt x="33688" y="11717"/>
                  </a:cubicBezTo>
                  <a:cubicBezTo>
                    <a:pt x="33753" y="11846"/>
                    <a:pt x="33785" y="12071"/>
                    <a:pt x="33785" y="12328"/>
                  </a:cubicBezTo>
                  <a:cubicBezTo>
                    <a:pt x="33785" y="12971"/>
                    <a:pt x="33560" y="13839"/>
                    <a:pt x="33495" y="14514"/>
                  </a:cubicBezTo>
                  <a:cubicBezTo>
                    <a:pt x="33463" y="14642"/>
                    <a:pt x="33367" y="15317"/>
                    <a:pt x="33174" y="16346"/>
                  </a:cubicBezTo>
                  <a:cubicBezTo>
                    <a:pt x="31977" y="23589"/>
                    <a:pt x="27572" y="49372"/>
                    <a:pt x="26880" y="53441"/>
                  </a:cubicBezTo>
                  <a:lnTo>
                    <a:pt x="577" y="53441"/>
                  </a:lnTo>
                  <a:cubicBezTo>
                    <a:pt x="785" y="51406"/>
                    <a:pt x="1494" y="44536"/>
                    <a:pt x="2347" y="37465"/>
                  </a:cubicBezTo>
                  <a:cubicBezTo>
                    <a:pt x="2797" y="33736"/>
                    <a:pt x="3280" y="29943"/>
                    <a:pt x="3762" y="26761"/>
                  </a:cubicBezTo>
                  <a:cubicBezTo>
                    <a:pt x="4212" y="23578"/>
                    <a:pt x="4662" y="20975"/>
                    <a:pt x="5015" y="19721"/>
                  </a:cubicBezTo>
                  <a:cubicBezTo>
                    <a:pt x="6529" y="14557"/>
                    <a:pt x="6755" y="7200"/>
                    <a:pt x="6781" y="6102"/>
                  </a:cubicBezTo>
                  <a:lnTo>
                    <a:pt x="6781" y="6102"/>
                  </a:lnTo>
                  <a:lnTo>
                    <a:pt x="14844" y="592"/>
                  </a:lnTo>
                  <a:close/>
                  <a:moveTo>
                    <a:pt x="14803" y="0"/>
                  </a:moveTo>
                  <a:cubicBezTo>
                    <a:pt x="14755" y="0"/>
                    <a:pt x="14707" y="16"/>
                    <a:pt x="14659" y="49"/>
                  </a:cubicBezTo>
                  <a:lnTo>
                    <a:pt x="6366" y="5738"/>
                  </a:lnTo>
                  <a:cubicBezTo>
                    <a:pt x="6301" y="5770"/>
                    <a:pt x="6237" y="5867"/>
                    <a:pt x="6237" y="5963"/>
                  </a:cubicBezTo>
                  <a:cubicBezTo>
                    <a:pt x="6237" y="5963"/>
                    <a:pt x="6237" y="6445"/>
                    <a:pt x="6205" y="7313"/>
                  </a:cubicBezTo>
                  <a:cubicBezTo>
                    <a:pt x="6076" y="9853"/>
                    <a:pt x="5690" y="15478"/>
                    <a:pt x="4501" y="19560"/>
                  </a:cubicBezTo>
                  <a:cubicBezTo>
                    <a:pt x="4115" y="20910"/>
                    <a:pt x="3698" y="23482"/>
                    <a:pt x="3215" y="26664"/>
                  </a:cubicBezTo>
                  <a:cubicBezTo>
                    <a:pt x="1833" y="36243"/>
                    <a:pt x="258" y="51287"/>
                    <a:pt x="33" y="53666"/>
                  </a:cubicBezTo>
                  <a:cubicBezTo>
                    <a:pt x="1" y="53730"/>
                    <a:pt x="33" y="53826"/>
                    <a:pt x="97" y="53891"/>
                  </a:cubicBezTo>
                  <a:cubicBezTo>
                    <a:pt x="129" y="53923"/>
                    <a:pt x="226" y="53955"/>
                    <a:pt x="290" y="53955"/>
                  </a:cubicBezTo>
                  <a:lnTo>
                    <a:pt x="27099" y="53955"/>
                  </a:lnTo>
                  <a:cubicBezTo>
                    <a:pt x="27227" y="53955"/>
                    <a:pt x="27356" y="53859"/>
                    <a:pt x="27356" y="53730"/>
                  </a:cubicBezTo>
                  <a:cubicBezTo>
                    <a:pt x="27677" y="51930"/>
                    <a:pt x="29317" y="42415"/>
                    <a:pt x="30892" y="33222"/>
                  </a:cubicBezTo>
                  <a:cubicBezTo>
                    <a:pt x="31663" y="28625"/>
                    <a:pt x="32435" y="24093"/>
                    <a:pt x="33013" y="20653"/>
                  </a:cubicBezTo>
                  <a:cubicBezTo>
                    <a:pt x="33303" y="18950"/>
                    <a:pt x="33528" y="17503"/>
                    <a:pt x="33720" y="16442"/>
                  </a:cubicBezTo>
                  <a:cubicBezTo>
                    <a:pt x="33881" y="15382"/>
                    <a:pt x="34010" y="14739"/>
                    <a:pt x="34010" y="14578"/>
                  </a:cubicBezTo>
                  <a:cubicBezTo>
                    <a:pt x="34106" y="13967"/>
                    <a:pt x="34299" y="13067"/>
                    <a:pt x="34331" y="12328"/>
                  </a:cubicBezTo>
                  <a:cubicBezTo>
                    <a:pt x="34331" y="12039"/>
                    <a:pt x="34267" y="11749"/>
                    <a:pt x="34170" y="11492"/>
                  </a:cubicBezTo>
                  <a:cubicBezTo>
                    <a:pt x="34042" y="11235"/>
                    <a:pt x="33849" y="11010"/>
                    <a:pt x="33528" y="10946"/>
                  </a:cubicBezTo>
                  <a:cubicBezTo>
                    <a:pt x="33528" y="10946"/>
                    <a:pt x="33367" y="10881"/>
                    <a:pt x="33206" y="10785"/>
                  </a:cubicBezTo>
                  <a:cubicBezTo>
                    <a:pt x="31824" y="10110"/>
                    <a:pt x="27259" y="7410"/>
                    <a:pt x="23048" y="4902"/>
                  </a:cubicBezTo>
                  <a:cubicBezTo>
                    <a:pt x="20927" y="3649"/>
                    <a:pt x="18902" y="2427"/>
                    <a:pt x="17423" y="1527"/>
                  </a:cubicBezTo>
                  <a:cubicBezTo>
                    <a:pt x="16684" y="1077"/>
                    <a:pt x="16073" y="724"/>
                    <a:pt x="15623" y="466"/>
                  </a:cubicBezTo>
                  <a:cubicBezTo>
                    <a:pt x="15205" y="209"/>
                    <a:pt x="14948" y="49"/>
                    <a:pt x="14948" y="49"/>
                  </a:cubicBezTo>
                  <a:cubicBezTo>
                    <a:pt x="14900" y="16"/>
                    <a:pt x="14852" y="0"/>
                    <a:pt x="148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57"/>
            <p:cNvSpPr/>
            <p:nvPr/>
          </p:nvSpPr>
          <p:spPr>
            <a:xfrm>
              <a:off x="4637300" y="3848750"/>
              <a:ext cx="257975" cy="516750"/>
            </a:xfrm>
            <a:custGeom>
              <a:avLst/>
              <a:gdLst/>
              <a:ahLst/>
              <a:cxnLst/>
              <a:rect l="l" t="t" r="r" b="b"/>
              <a:pathLst>
                <a:path w="10319" h="20670" extrusionOk="0">
                  <a:moveTo>
                    <a:pt x="9322" y="0"/>
                  </a:moveTo>
                  <a:lnTo>
                    <a:pt x="0" y="13115"/>
                  </a:lnTo>
                  <a:lnTo>
                    <a:pt x="2475" y="20669"/>
                  </a:lnTo>
                  <a:lnTo>
                    <a:pt x="10319" y="7586"/>
                  </a:lnTo>
                  <a:lnTo>
                    <a:pt x="93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57"/>
            <p:cNvSpPr/>
            <p:nvPr/>
          </p:nvSpPr>
          <p:spPr>
            <a:xfrm>
              <a:off x="4630050" y="3842025"/>
              <a:ext cx="272450" cy="530700"/>
            </a:xfrm>
            <a:custGeom>
              <a:avLst/>
              <a:gdLst/>
              <a:ahLst/>
              <a:cxnLst/>
              <a:rect l="l" t="t" r="r" b="b"/>
              <a:pathLst>
                <a:path w="10898" h="21228" extrusionOk="0">
                  <a:moveTo>
                    <a:pt x="9419" y="976"/>
                  </a:moveTo>
                  <a:lnTo>
                    <a:pt x="10351" y="7791"/>
                  </a:lnTo>
                  <a:lnTo>
                    <a:pt x="2830" y="20295"/>
                  </a:lnTo>
                  <a:lnTo>
                    <a:pt x="595" y="13433"/>
                  </a:lnTo>
                  <a:lnTo>
                    <a:pt x="9419" y="976"/>
                  </a:lnTo>
                  <a:close/>
                  <a:moveTo>
                    <a:pt x="9586" y="0"/>
                  </a:moveTo>
                  <a:cubicBezTo>
                    <a:pt x="9502" y="0"/>
                    <a:pt x="9435" y="36"/>
                    <a:pt x="9387" y="109"/>
                  </a:cubicBezTo>
                  <a:lnTo>
                    <a:pt x="65" y="13223"/>
                  </a:lnTo>
                  <a:cubicBezTo>
                    <a:pt x="1" y="13288"/>
                    <a:pt x="1" y="13384"/>
                    <a:pt x="33" y="13448"/>
                  </a:cubicBezTo>
                  <a:lnTo>
                    <a:pt x="2508" y="21035"/>
                  </a:lnTo>
                  <a:cubicBezTo>
                    <a:pt x="2540" y="21131"/>
                    <a:pt x="2637" y="21195"/>
                    <a:pt x="2733" y="21227"/>
                  </a:cubicBezTo>
                  <a:cubicBezTo>
                    <a:pt x="2830" y="21227"/>
                    <a:pt x="2926" y="21195"/>
                    <a:pt x="2990" y="21099"/>
                  </a:cubicBezTo>
                  <a:lnTo>
                    <a:pt x="10866" y="7984"/>
                  </a:lnTo>
                  <a:cubicBezTo>
                    <a:pt x="10898" y="7920"/>
                    <a:pt x="10898" y="7855"/>
                    <a:pt x="10898" y="7823"/>
                  </a:cubicBezTo>
                  <a:lnTo>
                    <a:pt x="9869" y="237"/>
                  </a:lnTo>
                  <a:cubicBezTo>
                    <a:pt x="9869" y="141"/>
                    <a:pt x="9773" y="44"/>
                    <a:pt x="9676" y="12"/>
                  </a:cubicBezTo>
                  <a:cubicBezTo>
                    <a:pt x="9644" y="4"/>
                    <a:pt x="9614" y="0"/>
                    <a:pt x="95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57"/>
            <p:cNvSpPr/>
            <p:nvPr/>
          </p:nvSpPr>
          <p:spPr>
            <a:xfrm>
              <a:off x="4855875" y="4281900"/>
              <a:ext cx="512725" cy="946675"/>
            </a:xfrm>
            <a:custGeom>
              <a:avLst/>
              <a:gdLst/>
              <a:ahLst/>
              <a:cxnLst/>
              <a:rect l="l" t="t" r="r" b="b"/>
              <a:pathLst>
                <a:path w="20509" h="37867" extrusionOk="0">
                  <a:moveTo>
                    <a:pt x="15558" y="0"/>
                  </a:moveTo>
                  <a:lnTo>
                    <a:pt x="5658" y="7715"/>
                  </a:lnTo>
                  <a:lnTo>
                    <a:pt x="1" y="27837"/>
                  </a:lnTo>
                  <a:lnTo>
                    <a:pt x="8294" y="37866"/>
                  </a:lnTo>
                  <a:cubicBezTo>
                    <a:pt x="8294" y="37866"/>
                    <a:pt x="15269" y="25041"/>
                    <a:pt x="17744" y="16330"/>
                  </a:cubicBezTo>
                  <a:cubicBezTo>
                    <a:pt x="20219" y="7586"/>
                    <a:pt x="20509" y="2765"/>
                    <a:pt x="18934" y="1768"/>
                  </a:cubicBezTo>
                  <a:cubicBezTo>
                    <a:pt x="17326" y="739"/>
                    <a:pt x="15558" y="0"/>
                    <a:pt x="155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57"/>
            <p:cNvSpPr/>
            <p:nvPr/>
          </p:nvSpPr>
          <p:spPr>
            <a:xfrm>
              <a:off x="4848650" y="4276275"/>
              <a:ext cx="511925" cy="959025"/>
            </a:xfrm>
            <a:custGeom>
              <a:avLst/>
              <a:gdLst/>
              <a:ahLst/>
              <a:cxnLst/>
              <a:rect l="l" t="t" r="r" b="b"/>
              <a:pathLst>
                <a:path w="20477" h="38361" extrusionOk="0">
                  <a:moveTo>
                    <a:pt x="15976" y="0"/>
                  </a:moveTo>
                  <a:lnTo>
                    <a:pt x="15751" y="482"/>
                  </a:lnTo>
                  <a:cubicBezTo>
                    <a:pt x="15751" y="482"/>
                    <a:pt x="15847" y="514"/>
                    <a:pt x="16040" y="611"/>
                  </a:cubicBezTo>
                  <a:cubicBezTo>
                    <a:pt x="16619" y="868"/>
                    <a:pt x="17873" y="1447"/>
                    <a:pt x="19062" y="2218"/>
                  </a:cubicBezTo>
                  <a:cubicBezTo>
                    <a:pt x="19319" y="2379"/>
                    <a:pt x="19544" y="2668"/>
                    <a:pt x="19705" y="3182"/>
                  </a:cubicBezTo>
                  <a:cubicBezTo>
                    <a:pt x="19866" y="3665"/>
                    <a:pt x="19930" y="4307"/>
                    <a:pt x="19930" y="5143"/>
                  </a:cubicBezTo>
                  <a:cubicBezTo>
                    <a:pt x="19930" y="7554"/>
                    <a:pt x="19255" y="11315"/>
                    <a:pt x="17776" y="16458"/>
                  </a:cubicBezTo>
                  <a:cubicBezTo>
                    <a:pt x="16555" y="20798"/>
                    <a:pt x="14208" y="26198"/>
                    <a:pt x="12151" y="30473"/>
                  </a:cubicBezTo>
                  <a:cubicBezTo>
                    <a:pt x="11122" y="32627"/>
                    <a:pt x="10158" y="34491"/>
                    <a:pt x="9483" y="35841"/>
                  </a:cubicBezTo>
                  <a:cubicBezTo>
                    <a:pt x="9129" y="36516"/>
                    <a:pt x="8840" y="37031"/>
                    <a:pt x="8647" y="37416"/>
                  </a:cubicBezTo>
                  <a:cubicBezTo>
                    <a:pt x="8603" y="37497"/>
                    <a:pt x="8564" y="37569"/>
                    <a:pt x="8530" y="37633"/>
                  </a:cubicBezTo>
                  <a:lnTo>
                    <a:pt x="8530" y="37633"/>
                  </a:lnTo>
                  <a:lnTo>
                    <a:pt x="579" y="27998"/>
                  </a:lnTo>
                  <a:lnTo>
                    <a:pt x="6204" y="8036"/>
                  </a:lnTo>
                  <a:lnTo>
                    <a:pt x="5690" y="7876"/>
                  </a:lnTo>
                  <a:lnTo>
                    <a:pt x="32" y="27966"/>
                  </a:lnTo>
                  <a:cubicBezTo>
                    <a:pt x="0" y="28062"/>
                    <a:pt x="0" y="28159"/>
                    <a:pt x="65" y="28223"/>
                  </a:cubicBezTo>
                  <a:lnTo>
                    <a:pt x="8358" y="38252"/>
                  </a:lnTo>
                  <a:cubicBezTo>
                    <a:pt x="8406" y="38324"/>
                    <a:pt x="8472" y="38361"/>
                    <a:pt x="8543" y="38361"/>
                  </a:cubicBezTo>
                  <a:cubicBezTo>
                    <a:pt x="8567" y="38361"/>
                    <a:pt x="8591" y="38357"/>
                    <a:pt x="8615" y="38349"/>
                  </a:cubicBezTo>
                  <a:cubicBezTo>
                    <a:pt x="8679" y="38349"/>
                    <a:pt x="8776" y="38316"/>
                    <a:pt x="8808" y="38220"/>
                  </a:cubicBezTo>
                  <a:cubicBezTo>
                    <a:pt x="8808" y="38220"/>
                    <a:pt x="15815" y="25394"/>
                    <a:pt x="18290" y="16619"/>
                  </a:cubicBezTo>
                  <a:cubicBezTo>
                    <a:pt x="19769" y="11444"/>
                    <a:pt x="20476" y="7651"/>
                    <a:pt x="20476" y="5143"/>
                  </a:cubicBezTo>
                  <a:cubicBezTo>
                    <a:pt x="20476" y="4275"/>
                    <a:pt x="20380" y="3568"/>
                    <a:pt x="20219" y="2990"/>
                  </a:cubicBezTo>
                  <a:cubicBezTo>
                    <a:pt x="20026" y="2443"/>
                    <a:pt x="19737" y="1993"/>
                    <a:pt x="19351" y="1768"/>
                  </a:cubicBezTo>
                  <a:cubicBezTo>
                    <a:pt x="17712" y="707"/>
                    <a:pt x="15976" y="0"/>
                    <a:pt x="159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57"/>
            <p:cNvSpPr/>
            <p:nvPr/>
          </p:nvSpPr>
          <p:spPr>
            <a:xfrm>
              <a:off x="4716850" y="4919150"/>
              <a:ext cx="404250" cy="407825"/>
            </a:xfrm>
            <a:custGeom>
              <a:avLst/>
              <a:gdLst/>
              <a:ahLst/>
              <a:cxnLst/>
              <a:rect l="l" t="t" r="r" b="b"/>
              <a:pathLst>
                <a:path w="16170" h="16313" extrusionOk="0">
                  <a:moveTo>
                    <a:pt x="5562" y="161"/>
                  </a:moveTo>
                  <a:cubicBezTo>
                    <a:pt x="5562" y="161"/>
                    <a:pt x="290" y="2765"/>
                    <a:pt x="161" y="4372"/>
                  </a:cubicBezTo>
                  <a:cubicBezTo>
                    <a:pt x="1" y="5980"/>
                    <a:pt x="4661" y="10930"/>
                    <a:pt x="5851" y="13116"/>
                  </a:cubicBezTo>
                  <a:cubicBezTo>
                    <a:pt x="6773" y="14857"/>
                    <a:pt x="7980" y="16313"/>
                    <a:pt x="9685" y="16313"/>
                  </a:cubicBezTo>
                  <a:cubicBezTo>
                    <a:pt x="10120" y="16313"/>
                    <a:pt x="10587" y="16218"/>
                    <a:pt x="11090" y="16009"/>
                  </a:cubicBezTo>
                  <a:cubicBezTo>
                    <a:pt x="13566" y="15012"/>
                    <a:pt x="16169" y="12248"/>
                    <a:pt x="16169" y="9773"/>
                  </a:cubicBezTo>
                  <a:cubicBezTo>
                    <a:pt x="16169" y="7298"/>
                    <a:pt x="12537" y="3504"/>
                    <a:pt x="9933" y="1737"/>
                  </a:cubicBezTo>
                  <a:cubicBezTo>
                    <a:pt x="7297" y="1"/>
                    <a:pt x="6429" y="290"/>
                    <a:pt x="5562" y="1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57"/>
            <p:cNvSpPr/>
            <p:nvPr/>
          </p:nvSpPr>
          <p:spPr>
            <a:xfrm>
              <a:off x="4714450" y="4915950"/>
              <a:ext cx="413875" cy="417900"/>
            </a:xfrm>
            <a:custGeom>
              <a:avLst/>
              <a:gdLst/>
              <a:ahLst/>
              <a:cxnLst/>
              <a:rect l="l" t="t" r="r" b="b"/>
              <a:pathLst>
                <a:path w="16555" h="16716" extrusionOk="0">
                  <a:moveTo>
                    <a:pt x="5673" y="556"/>
                  </a:moveTo>
                  <a:cubicBezTo>
                    <a:pt x="6123" y="608"/>
                    <a:pt x="6527" y="588"/>
                    <a:pt x="7104" y="739"/>
                  </a:cubicBezTo>
                  <a:cubicBezTo>
                    <a:pt x="7715" y="900"/>
                    <a:pt x="8583" y="1254"/>
                    <a:pt x="9868" y="2090"/>
                  </a:cubicBezTo>
                  <a:cubicBezTo>
                    <a:pt x="11154" y="2957"/>
                    <a:pt x="12697" y="4340"/>
                    <a:pt x="13919" y="5786"/>
                  </a:cubicBezTo>
                  <a:cubicBezTo>
                    <a:pt x="14529" y="6493"/>
                    <a:pt x="15044" y="7265"/>
                    <a:pt x="15429" y="7972"/>
                  </a:cubicBezTo>
                  <a:cubicBezTo>
                    <a:pt x="15783" y="8679"/>
                    <a:pt x="16008" y="9322"/>
                    <a:pt x="16008" y="9901"/>
                  </a:cubicBezTo>
                  <a:cubicBezTo>
                    <a:pt x="16008" y="11026"/>
                    <a:pt x="15397" y="12311"/>
                    <a:pt x="14465" y="13404"/>
                  </a:cubicBezTo>
                  <a:cubicBezTo>
                    <a:pt x="13501" y="14497"/>
                    <a:pt x="12279" y="15430"/>
                    <a:pt x="11090" y="15912"/>
                  </a:cubicBezTo>
                  <a:cubicBezTo>
                    <a:pt x="10608" y="16105"/>
                    <a:pt x="10190" y="16169"/>
                    <a:pt x="9772" y="16169"/>
                  </a:cubicBezTo>
                  <a:cubicBezTo>
                    <a:pt x="9001" y="16169"/>
                    <a:pt x="8358" y="15847"/>
                    <a:pt x="7747" y="15301"/>
                  </a:cubicBezTo>
                  <a:cubicBezTo>
                    <a:pt x="7136" y="14754"/>
                    <a:pt x="6622" y="13983"/>
                    <a:pt x="6172" y="13115"/>
                  </a:cubicBezTo>
                  <a:cubicBezTo>
                    <a:pt x="5561" y="11990"/>
                    <a:pt x="4147" y="10254"/>
                    <a:pt x="2861" y="8583"/>
                  </a:cubicBezTo>
                  <a:cubicBezTo>
                    <a:pt x="2250" y="7715"/>
                    <a:pt x="1639" y="6911"/>
                    <a:pt x="1222" y="6204"/>
                  </a:cubicBezTo>
                  <a:cubicBezTo>
                    <a:pt x="997" y="5850"/>
                    <a:pt x="804" y="5529"/>
                    <a:pt x="707" y="5240"/>
                  </a:cubicBezTo>
                  <a:cubicBezTo>
                    <a:pt x="579" y="4950"/>
                    <a:pt x="514" y="4725"/>
                    <a:pt x="514" y="4565"/>
                  </a:cubicBezTo>
                  <a:lnTo>
                    <a:pt x="514" y="4533"/>
                  </a:lnTo>
                  <a:cubicBezTo>
                    <a:pt x="547" y="4404"/>
                    <a:pt x="611" y="4211"/>
                    <a:pt x="739" y="4018"/>
                  </a:cubicBezTo>
                  <a:cubicBezTo>
                    <a:pt x="997" y="3665"/>
                    <a:pt x="1447" y="3247"/>
                    <a:pt x="1961" y="2861"/>
                  </a:cubicBezTo>
                  <a:cubicBezTo>
                    <a:pt x="2732" y="2250"/>
                    <a:pt x="3697" y="1672"/>
                    <a:pt x="4436" y="1222"/>
                  </a:cubicBezTo>
                  <a:cubicBezTo>
                    <a:pt x="4822" y="997"/>
                    <a:pt x="5143" y="836"/>
                    <a:pt x="5400" y="707"/>
                  </a:cubicBezTo>
                  <a:cubicBezTo>
                    <a:pt x="5520" y="639"/>
                    <a:pt x="5613" y="588"/>
                    <a:pt x="5673" y="556"/>
                  </a:cubicBezTo>
                  <a:close/>
                  <a:moveTo>
                    <a:pt x="5690" y="0"/>
                  </a:moveTo>
                  <a:cubicBezTo>
                    <a:pt x="5625" y="0"/>
                    <a:pt x="5561" y="0"/>
                    <a:pt x="5529" y="32"/>
                  </a:cubicBezTo>
                  <a:cubicBezTo>
                    <a:pt x="5529" y="32"/>
                    <a:pt x="4211" y="707"/>
                    <a:pt x="2861" y="1575"/>
                  </a:cubicBezTo>
                  <a:cubicBezTo>
                    <a:pt x="2186" y="1993"/>
                    <a:pt x="1511" y="2475"/>
                    <a:pt x="964" y="2957"/>
                  </a:cubicBezTo>
                  <a:cubicBezTo>
                    <a:pt x="707" y="3215"/>
                    <a:pt x="482" y="3472"/>
                    <a:pt x="322" y="3697"/>
                  </a:cubicBezTo>
                  <a:cubicBezTo>
                    <a:pt x="129" y="3954"/>
                    <a:pt x="0" y="4211"/>
                    <a:pt x="0" y="4468"/>
                  </a:cubicBezTo>
                  <a:lnTo>
                    <a:pt x="0" y="4565"/>
                  </a:lnTo>
                  <a:cubicBezTo>
                    <a:pt x="0" y="4854"/>
                    <a:pt x="64" y="5143"/>
                    <a:pt x="193" y="5433"/>
                  </a:cubicBezTo>
                  <a:cubicBezTo>
                    <a:pt x="675" y="6558"/>
                    <a:pt x="1800" y="8036"/>
                    <a:pt x="2925" y="9515"/>
                  </a:cubicBezTo>
                  <a:cubicBezTo>
                    <a:pt x="4082" y="10994"/>
                    <a:pt x="5208" y="12472"/>
                    <a:pt x="5690" y="13372"/>
                  </a:cubicBezTo>
                  <a:cubicBezTo>
                    <a:pt x="6172" y="14240"/>
                    <a:pt x="6718" y="15076"/>
                    <a:pt x="7393" y="15687"/>
                  </a:cubicBezTo>
                  <a:cubicBezTo>
                    <a:pt x="8036" y="16297"/>
                    <a:pt x="8840" y="16715"/>
                    <a:pt x="9772" y="16715"/>
                  </a:cubicBezTo>
                  <a:cubicBezTo>
                    <a:pt x="10254" y="16715"/>
                    <a:pt x="10769" y="16619"/>
                    <a:pt x="11283" y="16394"/>
                  </a:cubicBezTo>
                  <a:cubicBezTo>
                    <a:pt x="12569" y="15880"/>
                    <a:pt x="13854" y="14915"/>
                    <a:pt x="14851" y="13726"/>
                  </a:cubicBezTo>
                  <a:cubicBezTo>
                    <a:pt x="15847" y="12569"/>
                    <a:pt x="16555" y="11219"/>
                    <a:pt x="16555" y="9901"/>
                  </a:cubicBezTo>
                  <a:cubicBezTo>
                    <a:pt x="16555" y="9193"/>
                    <a:pt x="16297" y="8454"/>
                    <a:pt x="15912" y="7715"/>
                  </a:cubicBezTo>
                  <a:cubicBezTo>
                    <a:pt x="14722" y="5465"/>
                    <a:pt x="12151" y="2990"/>
                    <a:pt x="10158" y="1640"/>
                  </a:cubicBezTo>
                  <a:cubicBezTo>
                    <a:pt x="8840" y="772"/>
                    <a:pt x="7940" y="386"/>
                    <a:pt x="7233" y="225"/>
                  </a:cubicBezTo>
                  <a:cubicBezTo>
                    <a:pt x="6558" y="32"/>
                    <a:pt x="6075" y="97"/>
                    <a:pt x="56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57"/>
            <p:cNvSpPr/>
            <p:nvPr/>
          </p:nvSpPr>
          <p:spPr>
            <a:xfrm>
              <a:off x="3529925" y="5101700"/>
              <a:ext cx="469550" cy="99550"/>
            </a:xfrm>
            <a:custGeom>
              <a:avLst/>
              <a:gdLst/>
              <a:ahLst/>
              <a:cxnLst/>
              <a:rect l="l" t="t" r="r" b="b"/>
              <a:pathLst>
                <a:path w="18782" h="3982" extrusionOk="0">
                  <a:moveTo>
                    <a:pt x="10734" y="0"/>
                  </a:moveTo>
                  <a:cubicBezTo>
                    <a:pt x="8013" y="0"/>
                    <a:pt x="5561" y="413"/>
                    <a:pt x="5561" y="413"/>
                  </a:cubicBezTo>
                  <a:cubicBezTo>
                    <a:pt x="5561" y="413"/>
                    <a:pt x="2636" y="2021"/>
                    <a:pt x="1318" y="2181"/>
                  </a:cubicBezTo>
                  <a:cubicBezTo>
                    <a:pt x="0" y="2310"/>
                    <a:pt x="161" y="3467"/>
                    <a:pt x="1318" y="3917"/>
                  </a:cubicBezTo>
                  <a:cubicBezTo>
                    <a:pt x="1432" y="3962"/>
                    <a:pt x="1575" y="3982"/>
                    <a:pt x="1740" y="3982"/>
                  </a:cubicBezTo>
                  <a:cubicBezTo>
                    <a:pt x="3249" y="3982"/>
                    <a:pt x="6646" y="2310"/>
                    <a:pt x="7458" y="2310"/>
                  </a:cubicBezTo>
                  <a:cubicBezTo>
                    <a:pt x="8326" y="2310"/>
                    <a:pt x="15172" y="2889"/>
                    <a:pt x="16619" y="3049"/>
                  </a:cubicBezTo>
                  <a:cubicBezTo>
                    <a:pt x="16679" y="3055"/>
                    <a:pt x="16739" y="3057"/>
                    <a:pt x="16797" y="3057"/>
                  </a:cubicBezTo>
                  <a:cubicBezTo>
                    <a:pt x="18130" y="3057"/>
                    <a:pt x="18781" y="1683"/>
                    <a:pt x="15301" y="574"/>
                  </a:cubicBezTo>
                  <a:cubicBezTo>
                    <a:pt x="13970" y="138"/>
                    <a:pt x="12307" y="0"/>
                    <a:pt x="107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57"/>
            <p:cNvSpPr/>
            <p:nvPr/>
          </p:nvSpPr>
          <p:spPr>
            <a:xfrm>
              <a:off x="3533125" y="5095150"/>
              <a:ext cx="450050" cy="112525"/>
            </a:xfrm>
            <a:custGeom>
              <a:avLst/>
              <a:gdLst/>
              <a:ahLst/>
              <a:cxnLst/>
              <a:rect l="l" t="t" r="r" b="b"/>
              <a:pathLst>
                <a:path w="18002" h="4501" extrusionOk="0">
                  <a:moveTo>
                    <a:pt x="10641" y="547"/>
                  </a:moveTo>
                  <a:cubicBezTo>
                    <a:pt x="12183" y="547"/>
                    <a:pt x="13823" y="675"/>
                    <a:pt x="15109" y="1093"/>
                  </a:cubicBezTo>
                  <a:cubicBezTo>
                    <a:pt x="16041" y="1383"/>
                    <a:pt x="16652" y="1704"/>
                    <a:pt x="17005" y="1993"/>
                  </a:cubicBezTo>
                  <a:cubicBezTo>
                    <a:pt x="17198" y="2122"/>
                    <a:pt x="17327" y="2250"/>
                    <a:pt x="17391" y="2347"/>
                  </a:cubicBezTo>
                  <a:cubicBezTo>
                    <a:pt x="17455" y="2475"/>
                    <a:pt x="17487" y="2572"/>
                    <a:pt x="17487" y="2604"/>
                  </a:cubicBezTo>
                  <a:cubicBezTo>
                    <a:pt x="17487" y="2733"/>
                    <a:pt x="17423" y="2797"/>
                    <a:pt x="17294" y="2893"/>
                  </a:cubicBezTo>
                  <a:cubicBezTo>
                    <a:pt x="17166" y="2990"/>
                    <a:pt x="16941" y="3054"/>
                    <a:pt x="16684" y="3054"/>
                  </a:cubicBezTo>
                  <a:cubicBezTo>
                    <a:pt x="16619" y="3054"/>
                    <a:pt x="16587" y="3054"/>
                    <a:pt x="16523" y="3022"/>
                  </a:cubicBezTo>
                  <a:cubicBezTo>
                    <a:pt x="15784" y="2958"/>
                    <a:pt x="13694" y="2797"/>
                    <a:pt x="11701" y="2604"/>
                  </a:cubicBezTo>
                  <a:cubicBezTo>
                    <a:pt x="10705" y="2540"/>
                    <a:pt x="9708" y="2443"/>
                    <a:pt x="8937" y="2411"/>
                  </a:cubicBezTo>
                  <a:cubicBezTo>
                    <a:pt x="8133" y="2347"/>
                    <a:pt x="7555" y="2315"/>
                    <a:pt x="7330" y="2315"/>
                  </a:cubicBezTo>
                  <a:cubicBezTo>
                    <a:pt x="7169" y="2315"/>
                    <a:pt x="7008" y="2347"/>
                    <a:pt x="6848" y="2379"/>
                  </a:cubicBezTo>
                  <a:cubicBezTo>
                    <a:pt x="6205" y="2572"/>
                    <a:pt x="5208" y="2958"/>
                    <a:pt x="4212" y="3311"/>
                  </a:cubicBezTo>
                  <a:cubicBezTo>
                    <a:pt x="3261" y="3648"/>
                    <a:pt x="2282" y="3956"/>
                    <a:pt x="1691" y="3956"/>
                  </a:cubicBezTo>
                  <a:cubicBezTo>
                    <a:pt x="1663" y="3956"/>
                    <a:pt x="1635" y="3956"/>
                    <a:pt x="1608" y="3954"/>
                  </a:cubicBezTo>
                  <a:cubicBezTo>
                    <a:pt x="1570" y="3964"/>
                    <a:pt x="1533" y="3967"/>
                    <a:pt x="1497" y="3967"/>
                  </a:cubicBezTo>
                  <a:cubicBezTo>
                    <a:pt x="1410" y="3967"/>
                    <a:pt x="1332" y="3945"/>
                    <a:pt x="1287" y="3922"/>
                  </a:cubicBezTo>
                  <a:cubicBezTo>
                    <a:pt x="1029" y="3826"/>
                    <a:pt x="836" y="3697"/>
                    <a:pt x="708" y="3536"/>
                  </a:cubicBezTo>
                  <a:cubicBezTo>
                    <a:pt x="579" y="3408"/>
                    <a:pt x="547" y="3279"/>
                    <a:pt x="547" y="3151"/>
                  </a:cubicBezTo>
                  <a:cubicBezTo>
                    <a:pt x="547" y="3054"/>
                    <a:pt x="579" y="2990"/>
                    <a:pt x="676" y="2893"/>
                  </a:cubicBezTo>
                  <a:cubicBezTo>
                    <a:pt x="772" y="2797"/>
                    <a:pt x="933" y="2733"/>
                    <a:pt x="1222" y="2701"/>
                  </a:cubicBezTo>
                  <a:cubicBezTo>
                    <a:pt x="1608" y="2668"/>
                    <a:pt x="2026" y="2508"/>
                    <a:pt x="2508" y="2347"/>
                  </a:cubicBezTo>
                  <a:cubicBezTo>
                    <a:pt x="3763" y="1880"/>
                    <a:pt x="5230" y="1095"/>
                    <a:pt x="5513" y="930"/>
                  </a:cubicBezTo>
                  <a:lnTo>
                    <a:pt x="5513" y="930"/>
                  </a:lnTo>
                  <a:cubicBezTo>
                    <a:pt x="5579" y="926"/>
                    <a:pt x="5709" y="912"/>
                    <a:pt x="5883" y="868"/>
                  </a:cubicBezTo>
                  <a:cubicBezTo>
                    <a:pt x="6719" y="772"/>
                    <a:pt x="8615" y="547"/>
                    <a:pt x="10641" y="547"/>
                  </a:cubicBezTo>
                  <a:close/>
                  <a:moveTo>
                    <a:pt x="10641" y="0"/>
                  </a:moveTo>
                  <a:cubicBezTo>
                    <a:pt x="7876" y="0"/>
                    <a:pt x="5369" y="418"/>
                    <a:pt x="5369" y="418"/>
                  </a:cubicBezTo>
                  <a:lnTo>
                    <a:pt x="5305" y="450"/>
                  </a:lnTo>
                  <a:cubicBezTo>
                    <a:pt x="5305" y="450"/>
                    <a:pt x="5112" y="547"/>
                    <a:pt x="4822" y="708"/>
                  </a:cubicBezTo>
                  <a:cubicBezTo>
                    <a:pt x="4372" y="933"/>
                    <a:pt x="3697" y="1254"/>
                    <a:pt x="2990" y="1575"/>
                  </a:cubicBezTo>
                  <a:cubicBezTo>
                    <a:pt x="2315" y="1865"/>
                    <a:pt x="1608" y="2122"/>
                    <a:pt x="1158" y="2154"/>
                  </a:cubicBezTo>
                  <a:cubicBezTo>
                    <a:pt x="804" y="2218"/>
                    <a:pt x="515" y="2315"/>
                    <a:pt x="322" y="2475"/>
                  </a:cubicBezTo>
                  <a:cubicBezTo>
                    <a:pt x="97" y="2668"/>
                    <a:pt x="1" y="2926"/>
                    <a:pt x="1" y="3151"/>
                  </a:cubicBezTo>
                  <a:cubicBezTo>
                    <a:pt x="1" y="3440"/>
                    <a:pt x="129" y="3697"/>
                    <a:pt x="322" y="3890"/>
                  </a:cubicBezTo>
                  <a:cubicBezTo>
                    <a:pt x="483" y="4115"/>
                    <a:pt x="772" y="4308"/>
                    <a:pt x="1094" y="4436"/>
                  </a:cubicBezTo>
                  <a:cubicBezTo>
                    <a:pt x="1254" y="4501"/>
                    <a:pt x="1415" y="4501"/>
                    <a:pt x="1608" y="4501"/>
                  </a:cubicBezTo>
                  <a:cubicBezTo>
                    <a:pt x="2026" y="4501"/>
                    <a:pt x="2540" y="4404"/>
                    <a:pt x="3087" y="4243"/>
                  </a:cubicBezTo>
                  <a:cubicBezTo>
                    <a:pt x="3922" y="3986"/>
                    <a:pt x="4855" y="3633"/>
                    <a:pt x="5658" y="3343"/>
                  </a:cubicBezTo>
                  <a:cubicBezTo>
                    <a:pt x="6044" y="3215"/>
                    <a:pt x="6397" y="3086"/>
                    <a:pt x="6719" y="2990"/>
                  </a:cubicBezTo>
                  <a:cubicBezTo>
                    <a:pt x="7008" y="2893"/>
                    <a:pt x="7233" y="2829"/>
                    <a:pt x="7330" y="2829"/>
                  </a:cubicBezTo>
                  <a:cubicBezTo>
                    <a:pt x="7523" y="2829"/>
                    <a:pt x="8101" y="2893"/>
                    <a:pt x="8905" y="2926"/>
                  </a:cubicBezTo>
                  <a:cubicBezTo>
                    <a:pt x="11251" y="3118"/>
                    <a:pt x="15366" y="3472"/>
                    <a:pt x="16459" y="3568"/>
                  </a:cubicBezTo>
                  <a:lnTo>
                    <a:pt x="16684" y="3568"/>
                  </a:lnTo>
                  <a:cubicBezTo>
                    <a:pt x="17037" y="3568"/>
                    <a:pt x="17327" y="3504"/>
                    <a:pt x="17584" y="3343"/>
                  </a:cubicBezTo>
                  <a:cubicBezTo>
                    <a:pt x="17841" y="3183"/>
                    <a:pt x="18002" y="2926"/>
                    <a:pt x="18002" y="2604"/>
                  </a:cubicBezTo>
                  <a:cubicBezTo>
                    <a:pt x="18002" y="2443"/>
                    <a:pt x="17937" y="2250"/>
                    <a:pt x="17841" y="2058"/>
                  </a:cubicBezTo>
                  <a:cubicBezTo>
                    <a:pt x="17487" y="1543"/>
                    <a:pt x="16716" y="1029"/>
                    <a:pt x="15269" y="579"/>
                  </a:cubicBezTo>
                  <a:cubicBezTo>
                    <a:pt x="13887" y="129"/>
                    <a:pt x="12216" y="0"/>
                    <a:pt x="10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57"/>
            <p:cNvSpPr/>
            <p:nvPr/>
          </p:nvSpPr>
          <p:spPr>
            <a:xfrm>
              <a:off x="3583025" y="5056825"/>
              <a:ext cx="166300" cy="176575"/>
            </a:xfrm>
            <a:custGeom>
              <a:avLst/>
              <a:gdLst/>
              <a:ahLst/>
              <a:cxnLst/>
              <a:rect l="l" t="t" r="r" b="b"/>
              <a:pathLst>
                <a:path w="6652" h="7063" extrusionOk="0">
                  <a:moveTo>
                    <a:pt x="5113" y="0"/>
                  </a:moveTo>
                  <a:cubicBezTo>
                    <a:pt x="4439" y="0"/>
                    <a:pt x="3763" y="140"/>
                    <a:pt x="3598" y="665"/>
                  </a:cubicBezTo>
                  <a:cubicBezTo>
                    <a:pt x="3276" y="1791"/>
                    <a:pt x="94" y="6259"/>
                    <a:pt x="30" y="6676"/>
                  </a:cubicBezTo>
                  <a:cubicBezTo>
                    <a:pt x="0" y="6883"/>
                    <a:pt x="221" y="7063"/>
                    <a:pt x="591" y="7063"/>
                  </a:cubicBezTo>
                  <a:cubicBezTo>
                    <a:pt x="1026" y="7063"/>
                    <a:pt x="1666" y="6813"/>
                    <a:pt x="2344" y="6066"/>
                  </a:cubicBezTo>
                  <a:cubicBezTo>
                    <a:pt x="3630" y="4651"/>
                    <a:pt x="6652" y="183"/>
                    <a:pt x="6652" y="183"/>
                  </a:cubicBezTo>
                  <a:cubicBezTo>
                    <a:pt x="6652" y="183"/>
                    <a:pt x="5884" y="0"/>
                    <a:pt x="511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57"/>
            <p:cNvSpPr/>
            <p:nvPr/>
          </p:nvSpPr>
          <p:spPr>
            <a:xfrm>
              <a:off x="3576525" y="5050150"/>
              <a:ext cx="180025" cy="189675"/>
            </a:xfrm>
            <a:custGeom>
              <a:avLst/>
              <a:gdLst/>
              <a:ahLst/>
              <a:cxnLst/>
              <a:rect l="l" t="t" r="r" b="b"/>
              <a:pathLst>
                <a:path w="7201" h="7587" extrusionOk="0">
                  <a:moveTo>
                    <a:pt x="5401" y="515"/>
                  </a:moveTo>
                  <a:cubicBezTo>
                    <a:pt x="5754" y="515"/>
                    <a:pt x="6140" y="579"/>
                    <a:pt x="6397" y="611"/>
                  </a:cubicBezTo>
                  <a:cubicBezTo>
                    <a:pt x="6418" y="616"/>
                    <a:pt x="6439" y="621"/>
                    <a:pt x="6460" y="625"/>
                  </a:cubicBezTo>
                  <a:lnTo>
                    <a:pt x="6460" y="625"/>
                  </a:lnTo>
                  <a:cubicBezTo>
                    <a:pt x="6388" y="730"/>
                    <a:pt x="6302" y="856"/>
                    <a:pt x="6204" y="997"/>
                  </a:cubicBezTo>
                  <a:cubicBezTo>
                    <a:pt x="5754" y="1672"/>
                    <a:pt x="5047" y="2700"/>
                    <a:pt x="4308" y="3697"/>
                  </a:cubicBezTo>
                  <a:cubicBezTo>
                    <a:pt x="3601" y="4693"/>
                    <a:pt x="2894" y="5658"/>
                    <a:pt x="2411" y="6140"/>
                  </a:cubicBezTo>
                  <a:cubicBezTo>
                    <a:pt x="1768" y="6879"/>
                    <a:pt x="1190" y="7072"/>
                    <a:pt x="836" y="7072"/>
                  </a:cubicBezTo>
                  <a:cubicBezTo>
                    <a:pt x="708" y="7072"/>
                    <a:pt x="611" y="7040"/>
                    <a:pt x="579" y="7008"/>
                  </a:cubicBezTo>
                  <a:lnTo>
                    <a:pt x="556" y="6985"/>
                  </a:lnTo>
                  <a:lnTo>
                    <a:pt x="556" y="6985"/>
                  </a:lnTo>
                  <a:cubicBezTo>
                    <a:pt x="578" y="6935"/>
                    <a:pt x="633" y="6811"/>
                    <a:pt x="708" y="6686"/>
                  </a:cubicBezTo>
                  <a:cubicBezTo>
                    <a:pt x="1061" y="6108"/>
                    <a:pt x="1833" y="4918"/>
                    <a:pt x="2540" y="3793"/>
                  </a:cubicBezTo>
                  <a:cubicBezTo>
                    <a:pt x="2926" y="3215"/>
                    <a:pt x="3279" y="2668"/>
                    <a:pt x="3536" y="2186"/>
                  </a:cubicBezTo>
                  <a:cubicBezTo>
                    <a:pt x="3826" y="1704"/>
                    <a:pt x="4019" y="1286"/>
                    <a:pt x="4115" y="997"/>
                  </a:cubicBezTo>
                  <a:cubicBezTo>
                    <a:pt x="4147" y="932"/>
                    <a:pt x="4179" y="868"/>
                    <a:pt x="4276" y="804"/>
                  </a:cubicBezTo>
                  <a:cubicBezTo>
                    <a:pt x="4372" y="707"/>
                    <a:pt x="4533" y="643"/>
                    <a:pt x="4726" y="579"/>
                  </a:cubicBezTo>
                  <a:cubicBezTo>
                    <a:pt x="4919" y="547"/>
                    <a:pt x="5176" y="515"/>
                    <a:pt x="5401" y="515"/>
                  </a:cubicBezTo>
                  <a:close/>
                  <a:moveTo>
                    <a:pt x="5401" y="0"/>
                  </a:moveTo>
                  <a:cubicBezTo>
                    <a:pt x="5047" y="0"/>
                    <a:pt x="4661" y="32"/>
                    <a:pt x="4340" y="161"/>
                  </a:cubicBezTo>
                  <a:cubicBezTo>
                    <a:pt x="4179" y="193"/>
                    <a:pt x="4019" y="290"/>
                    <a:pt x="3890" y="418"/>
                  </a:cubicBezTo>
                  <a:cubicBezTo>
                    <a:pt x="3761" y="515"/>
                    <a:pt x="3665" y="675"/>
                    <a:pt x="3601" y="868"/>
                  </a:cubicBezTo>
                  <a:cubicBezTo>
                    <a:pt x="3536" y="1093"/>
                    <a:pt x="3279" y="1575"/>
                    <a:pt x="2958" y="2154"/>
                  </a:cubicBezTo>
                  <a:cubicBezTo>
                    <a:pt x="2444" y="3022"/>
                    <a:pt x="1736" y="4115"/>
                    <a:pt x="1126" y="5015"/>
                  </a:cubicBezTo>
                  <a:cubicBezTo>
                    <a:pt x="836" y="5465"/>
                    <a:pt x="579" y="5883"/>
                    <a:pt x="386" y="6204"/>
                  </a:cubicBezTo>
                  <a:cubicBezTo>
                    <a:pt x="290" y="6365"/>
                    <a:pt x="226" y="6493"/>
                    <a:pt x="161" y="6590"/>
                  </a:cubicBezTo>
                  <a:cubicBezTo>
                    <a:pt x="129" y="6654"/>
                    <a:pt x="97" y="6718"/>
                    <a:pt x="65" y="6751"/>
                  </a:cubicBezTo>
                  <a:cubicBezTo>
                    <a:pt x="65" y="6815"/>
                    <a:pt x="33" y="6847"/>
                    <a:pt x="33" y="6911"/>
                  </a:cubicBezTo>
                  <a:lnTo>
                    <a:pt x="33" y="7008"/>
                  </a:lnTo>
                  <a:cubicBezTo>
                    <a:pt x="1" y="7201"/>
                    <a:pt x="129" y="7361"/>
                    <a:pt x="290" y="7458"/>
                  </a:cubicBezTo>
                  <a:cubicBezTo>
                    <a:pt x="451" y="7554"/>
                    <a:pt x="643" y="7586"/>
                    <a:pt x="836" y="7586"/>
                  </a:cubicBezTo>
                  <a:cubicBezTo>
                    <a:pt x="1383" y="7586"/>
                    <a:pt x="2090" y="7297"/>
                    <a:pt x="2829" y="6526"/>
                  </a:cubicBezTo>
                  <a:cubicBezTo>
                    <a:pt x="3472" y="5786"/>
                    <a:pt x="4533" y="4308"/>
                    <a:pt x="5465" y="3022"/>
                  </a:cubicBezTo>
                  <a:cubicBezTo>
                    <a:pt x="6397" y="1704"/>
                    <a:pt x="7137" y="579"/>
                    <a:pt x="7137" y="579"/>
                  </a:cubicBezTo>
                  <a:cubicBezTo>
                    <a:pt x="7201" y="515"/>
                    <a:pt x="7201" y="418"/>
                    <a:pt x="7169" y="322"/>
                  </a:cubicBezTo>
                  <a:cubicBezTo>
                    <a:pt x="7137" y="257"/>
                    <a:pt x="7072" y="193"/>
                    <a:pt x="6976" y="161"/>
                  </a:cubicBezTo>
                  <a:cubicBezTo>
                    <a:pt x="6976" y="161"/>
                    <a:pt x="6204" y="0"/>
                    <a:pt x="5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57"/>
            <p:cNvSpPr/>
            <p:nvPr/>
          </p:nvSpPr>
          <p:spPr>
            <a:xfrm>
              <a:off x="3610275" y="5040500"/>
              <a:ext cx="192900" cy="215600"/>
            </a:xfrm>
            <a:custGeom>
              <a:avLst/>
              <a:gdLst/>
              <a:ahLst/>
              <a:cxnLst/>
              <a:rect l="l" t="t" r="r" b="b"/>
              <a:pathLst>
                <a:path w="7716" h="8624" extrusionOk="0">
                  <a:moveTo>
                    <a:pt x="5677" y="1"/>
                  </a:moveTo>
                  <a:cubicBezTo>
                    <a:pt x="5244" y="1"/>
                    <a:pt x="4854" y="65"/>
                    <a:pt x="4662" y="258"/>
                  </a:cubicBezTo>
                  <a:cubicBezTo>
                    <a:pt x="4083" y="836"/>
                    <a:pt x="1" y="7683"/>
                    <a:pt x="1" y="8262"/>
                  </a:cubicBezTo>
                  <a:cubicBezTo>
                    <a:pt x="1" y="8551"/>
                    <a:pt x="402" y="8623"/>
                    <a:pt x="804" y="8623"/>
                  </a:cubicBezTo>
                  <a:cubicBezTo>
                    <a:pt x="1206" y="8623"/>
                    <a:pt x="1608" y="8551"/>
                    <a:pt x="1608" y="8551"/>
                  </a:cubicBezTo>
                  <a:lnTo>
                    <a:pt x="6269" y="2154"/>
                  </a:lnTo>
                  <a:lnTo>
                    <a:pt x="7715" y="836"/>
                  </a:lnTo>
                  <a:lnTo>
                    <a:pt x="7587" y="258"/>
                  </a:lnTo>
                  <a:cubicBezTo>
                    <a:pt x="7587" y="258"/>
                    <a:pt x="6544" y="1"/>
                    <a:pt x="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57"/>
            <p:cNvSpPr/>
            <p:nvPr/>
          </p:nvSpPr>
          <p:spPr>
            <a:xfrm>
              <a:off x="3603850" y="5033275"/>
              <a:ext cx="206550" cy="229050"/>
            </a:xfrm>
            <a:custGeom>
              <a:avLst/>
              <a:gdLst/>
              <a:ahLst/>
              <a:cxnLst/>
              <a:rect l="l" t="t" r="r" b="b"/>
              <a:pathLst>
                <a:path w="8262" h="9162" extrusionOk="0">
                  <a:moveTo>
                    <a:pt x="5947" y="547"/>
                  </a:moveTo>
                  <a:cubicBezTo>
                    <a:pt x="6333" y="547"/>
                    <a:pt x="6815" y="611"/>
                    <a:pt x="7169" y="675"/>
                  </a:cubicBezTo>
                  <a:cubicBezTo>
                    <a:pt x="7329" y="707"/>
                    <a:pt x="7490" y="740"/>
                    <a:pt x="7587" y="772"/>
                  </a:cubicBezTo>
                  <a:cubicBezTo>
                    <a:pt x="7600" y="772"/>
                    <a:pt x="7612" y="772"/>
                    <a:pt x="7624" y="773"/>
                  </a:cubicBezTo>
                  <a:lnTo>
                    <a:pt x="7624" y="773"/>
                  </a:lnTo>
                  <a:lnTo>
                    <a:pt x="7683" y="1029"/>
                  </a:lnTo>
                  <a:lnTo>
                    <a:pt x="6333" y="2218"/>
                  </a:lnTo>
                  <a:lnTo>
                    <a:pt x="6301" y="2283"/>
                  </a:lnTo>
                  <a:lnTo>
                    <a:pt x="1700" y="8597"/>
                  </a:lnTo>
                  <a:lnTo>
                    <a:pt x="1700" y="8597"/>
                  </a:lnTo>
                  <a:cubicBezTo>
                    <a:pt x="1552" y="8624"/>
                    <a:pt x="1307" y="8647"/>
                    <a:pt x="1061" y="8647"/>
                  </a:cubicBezTo>
                  <a:cubicBezTo>
                    <a:pt x="868" y="8647"/>
                    <a:pt x="708" y="8615"/>
                    <a:pt x="611" y="8583"/>
                  </a:cubicBezTo>
                  <a:cubicBezTo>
                    <a:pt x="547" y="8583"/>
                    <a:pt x="515" y="8551"/>
                    <a:pt x="515" y="8551"/>
                  </a:cubicBezTo>
                  <a:cubicBezTo>
                    <a:pt x="515" y="8551"/>
                    <a:pt x="547" y="8486"/>
                    <a:pt x="579" y="8390"/>
                  </a:cubicBezTo>
                  <a:cubicBezTo>
                    <a:pt x="708" y="8101"/>
                    <a:pt x="1029" y="7458"/>
                    <a:pt x="1447" y="6718"/>
                  </a:cubicBezTo>
                  <a:cubicBezTo>
                    <a:pt x="2058" y="5593"/>
                    <a:pt x="2893" y="4179"/>
                    <a:pt x="3601" y="3022"/>
                  </a:cubicBezTo>
                  <a:cubicBezTo>
                    <a:pt x="3954" y="2411"/>
                    <a:pt x="4308" y="1897"/>
                    <a:pt x="4565" y="1479"/>
                  </a:cubicBezTo>
                  <a:cubicBezTo>
                    <a:pt x="4694" y="1286"/>
                    <a:pt x="4822" y="1093"/>
                    <a:pt x="4919" y="965"/>
                  </a:cubicBezTo>
                  <a:cubicBezTo>
                    <a:pt x="5015" y="836"/>
                    <a:pt x="5079" y="740"/>
                    <a:pt x="5111" y="740"/>
                  </a:cubicBezTo>
                  <a:cubicBezTo>
                    <a:pt x="5144" y="675"/>
                    <a:pt x="5240" y="643"/>
                    <a:pt x="5401" y="579"/>
                  </a:cubicBezTo>
                  <a:cubicBezTo>
                    <a:pt x="5561" y="547"/>
                    <a:pt x="5722" y="547"/>
                    <a:pt x="5947" y="547"/>
                  </a:cubicBezTo>
                  <a:close/>
                  <a:moveTo>
                    <a:pt x="5947" y="0"/>
                  </a:moveTo>
                  <a:cubicBezTo>
                    <a:pt x="5722" y="0"/>
                    <a:pt x="5497" y="32"/>
                    <a:pt x="5272" y="65"/>
                  </a:cubicBezTo>
                  <a:cubicBezTo>
                    <a:pt x="5079" y="129"/>
                    <a:pt x="4886" y="193"/>
                    <a:pt x="4726" y="354"/>
                  </a:cubicBezTo>
                  <a:cubicBezTo>
                    <a:pt x="4629" y="450"/>
                    <a:pt x="4501" y="611"/>
                    <a:pt x="4340" y="868"/>
                  </a:cubicBezTo>
                  <a:cubicBezTo>
                    <a:pt x="3729" y="1736"/>
                    <a:pt x="2668" y="3504"/>
                    <a:pt x="1736" y="5111"/>
                  </a:cubicBezTo>
                  <a:cubicBezTo>
                    <a:pt x="1286" y="5915"/>
                    <a:pt x="836" y="6654"/>
                    <a:pt x="515" y="7265"/>
                  </a:cubicBezTo>
                  <a:cubicBezTo>
                    <a:pt x="386" y="7586"/>
                    <a:pt x="258" y="7844"/>
                    <a:pt x="161" y="8036"/>
                  </a:cubicBezTo>
                  <a:cubicBezTo>
                    <a:pt x="97" y="8133"/>
                    <a:pt x="65" y="8229"/>
                    <a:pt x="33" y="8294"/>
                  </a:cubicBezTo>
                  <a:cubicBezTo>
                    <a:pt x="33" y="8390"/>
                    <a:pt x="0" y="8454"/>
                    <a:pt x="0" y="8551"/>
                  </a:cubicBezTo>
                  <a:cubicBezTo>
                    <a:pt x="0" y="8679"/>
                    <a:pt x="33" y="8808"/>
                    <a:pt x="129" y="8904"/>
                  </a:cubicBezTo>
                  <a:cubicBezTo>
                    <a:pt x="258" y="9033"/>
                    <a:pt x="418" y="9097"/>
                    <a:pt x="579" y="9129"/>
                  </a:cubicBezTo>
                  <a:cubicBezTo>
                    <a:pt x="740" y="9161"/>
                    <a:pt x="900" y="9161"/>
                    <a:pt x="1061" y="9161"/>
                  </a:cubicBezTo>
                  <a:cubicBezTo>
                    <a:pt x="1479" y="9161"/>
                    <a:pt x="1897" y="9097"/>
                    <a:pt x="1897" y="9097"/>
                  </a:cubicBezTo>
                  <a:cubicBezTo>
                    <a:pt x="1993" y="9097"/>
                    <a:pt x="2026" y="9065"/>
                    <a:pt x="2090" y="9001"/>
                  </a:cubicBezTo>
                  <a:lnTo>
                    <a:pt x="6719" y="2604"/>
                  </a:lnTo>
                  <a:lnTo>
                    <a:pt x="8165" y="1318"/>
                  </a:lnTo>
                  <a:cubicBezTo>
                    <a:pt x="8229" y="1254"/>
                    <a:pt x="8262" y="1157"/>
                    <a:pt x="8229" y="1061"/>
                  </a:cubicBezTo>
                  <a:lnTo>
                    <a:pt x="8101" y="482"/>
                  </a:lnTo>
                  <a:cubicBezTo>
                    <a:pt x="8069" y="386"/>
                    <a:pt x="8004" y="290"/>
                    <a:pt x="7908" y="290"/>
                  </a:cubicBezTo>
                  <a:cubicBezTo>
                    <a:pt x="7876" y="290"/>
                    <a:pt x="6847" y="0"/>
                    <a:pt x="59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57"/>
            <p:cNvSpPr/>
            <p:nvPr/>
          </p:nvSpPr>
          <p:spPr>
            <a:xfrm>
              <a:off x="3636000" y="5039525"/>
              <a:ext cx="1332400" cy="269500"/>
            </a:xfrm>
            <a:custGeom>
              <a:avLst/>
              <a:gdLst/>
              <a:ahLst/>
              <a:cxnLst/>
              <a:rect l="l" t="t" r="r" b="b"/>
              <a:pathLst>
                <a:path w="53296" h="10780" extrusionOk="0">
                  <a:moveTo>
                    <a:pt x="46653" y="1"/>
                  </a:moveTo>
                  <a:cubicBezTo>
                    <a:pt x="43579" y="1"/>
                    <a:pt x="31909" y="2616"/>
                    <a:pt x="27098" y="2772"/>
                  </a:cubicBezTo>
                  <a:cubicBezTo>
                    <a:pt x="25320" y="2818"/>
                    <a:pt x="23625" y="2847"/>
                    <a:pt x="22132" y="2847"/>
                  </a:cubicBezTo>
                  <a:cubicBezTo>
                    <a:pt x="19441" y="2847"/>
                    <a:pt x="17409" y="2751"/>
                    <a:pt x="16747" y="2483"/>
                  </a:cubicBezTo>
                  <a:cubicBezTo>
                    <a:pt x="15719" y="2033"/>
                    <a:pt x="7136" y="297"/>
                    <a:pt x="6558" y="297"/>
                  </a:cubicBezTo>
                  <a:cubicBezTo>
                    <a:pt x="5979" y="297"/>
                    <a:pt x="0" y="8590"/>
                    <a:pt x="0" y="8590"/>
                  </a:cubicBezTo>
                  <a:cubicBezTo>
                    <a:pt x="0" y="8590"/>
                    <a:pt x="186" y="9047"/>
                    <a:pt x="662" y="9047"/>
                  </a:cubicBezTo>
                  <a:cubicBezTo>
                    <a:pt x="900" y="9047"/>
                    <a:pt x="1211" y="8933"/>
                    <a:pt x="1607" y="8590"/>
                  </a:cubicBezTo>
                  <a:cubicBezTo>
                    <a:pt x="2765" y="7561"/>
                    <a:pt x="6558" y="4058"/>
                    <a:pt x="6558" y="4058"/>
                  </a:cubicBezTo>
                  <a:lnTo>
                    <a:pt x="10769" y="4058"/>
                  </a:lnTo>
                  <a:cubicBezTo>
                    <a:pt x="10769" y="4058"/>
                    <a:pt x="6847" y="6404"/>
                    <a:pt x="6268" y="6854"/>
                  </a:cubicBezTo>
                  <a:cubicBezTo>
                    <a:pt x="5690" y="7272"/>
                    <a:pt x="3343" y="9747"/>
                    <a:pt x="3922" y="9908"/>
                  </a:cubicBezTo>
                  <a:cubicBezTo>
                    <a:pt x="3936" y="9911"/>
                    <a:pt x="3951" y="9913"/>
                    <a:pt x="3968" y="9913"/>
                  </a:cubicBezTo>
                  <a:cubicBezTo>
                    <a:pt x="4646" y="9913"/>
                    <a:pt x="7554" y="7433"/>
                    <a:pt x="7554" y="7433"/>
                  </a:cubicBezTo>
                  <a:lnTo>
                    <a:pt x="11926" y="6243"/>
                  </a:lnTo>
                  <a:cubicBezTo>
                    <a:pt x="11926" y="6243"/>
                    <a:pt x="15140" y="8301"/>
                    <a:pt x="18065" y="8429"/>
                  </a:cubicBezTo>
                  <a:cubicBezTo>
                    <a:pt x="18311" y="8443"/>
                    <a:pt x="18551" y="8449"/>
                    <a:pt x="18785" y="8449"/>
                  </a:cubicBezTo>
                  <a:cubicBezTo>
                    <a:pt x="21313" y="8449"/>
                    <a:pt x="23144" y="7722"/>
                    <a:pt x="23144" y="7722"/>
                  </a:cubicBezTo>
                  <a:cubicBezTo>
                    <a:pt x="23144" y="7722"/>
                    <a:pt x="39389" y="10780"/>
                    <a:pt x="48933" y="10780"/>
                  </a:cubicBezTo>
                  <a:cubicBezTo>
                    <a:pt x="49126" y="10780"/>
                    <a:pt x="49316" y="10778"/>
                    <a:pt x="49503" y="10776"/>
                  </a:cubicBezTo>
                  <a:cubicBezTo>
                    <a:pt x="49503" y="10776"/>
                    <a:pt x="52717" y="10487"/>
                    <a:pt x="53006" y="6983"/>
                  </a:cubicBezTo>
                  <a:cubicBezTo>
                    <a:pt x="53296" y="3479"/>
                    <a:pt x="49503" y="136"/>
                    <a:pt x="46899" y="7"/>
                  </a:cubicBezTo>
                  <a:cubicBezTo>
                    <a:pt x="46825" y="3"/>
                    <a:pt x="46743" y="1"/>
                    <a:pt x="466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57"/>
            <p:cNvSpPr/>
            <p:nvPr/>
          </p:nvSpPr>
          <p:spPr>
            <a:xfrm>
              <a:off x="3628750" y="5032475"/>
              <a:ext cx="1339650" cy="282875"/>
            </a:xfrm>
            <a:custGeom>
              <a:avLst/>
              <a:gdLst/>
              <a:ahLst/>
              <a:cxnLst/>
              <a:rect l="l" t="t" r="r" b="b"/>
              <a:pathLst>
                <a:path w="53586" h="11315" extrusionOk="0">
                  <a:moveTo>
                    <a:pt x="47157" y="547"/>
                  </a:moveTo>
                  <a:cubicBezTo>
                    <a:pt x="48314" y="611"/>
                    <a:pt x="49825" y="1382"/>
                    <a:pt x="51014" y="2572"/>
                  </a:cubicBezTo>
                  <a:cubicBezTo>
                    <a:pt x="52171" y="3729"/>
                    <a:pt x="53039" y="5304"/>
                    <a:pt x="53039" y="6879"/>
                  </a:cubicBezTo>
                  <a:cubicBezTo>
                    <a:pt x="53039" y="7008"/>
                    <a:pt x="53039" y="7136"/>
                    <a:pt x="53039" y="7233"/>
                  </a:cubicBezTo>
                  <a:cubicBezTo>
                    <a:pt x="52879" y="8904"/>
                    <a:pt x="52075" y="9772"/>
                    <a:pt x="51304" y="10254"/>
                  </a:cubicBezTo>
                  <a:cubicBezTo>
                    <a:pt x="50918" y="10479"/>
                    <a:pt x="50532" y="10608"/>
                    <a:pt x="50243" y="10704"/>
                  </a:cubicBezTo>
                  <a:cubicBezTo>
                    <a:pt x="50082" y="10736"/>
                    <a:pt x="49986" y="10769"/>
                    <a:pt x="49889" y="10769"/>
                  </a:cubicBezTo>
                  <a:lnTo>
                    <a:pt x="49793" y="10769"/>
                  </a:lnTo>
                  <a:lnTo>
                    <a:pt x="49761" y="10801"/>
                  </a:lnTo>
                  <a:lnTo>
                    <a:pt x="49150" y="10801"/>
                  </a:lnTo>
                  <a:cubicBezTo>
                    <a:pt x="44392" y="10801"/>
                    <a:pt x="37964" y="10029"/>
                    <a:pt x="32756" y="9258"/>
                  </a:cubicBezTo>
                  <a:cubicBezTo>
                    <a:pt x="30152" y="8872"/>
                    <a:pt x="27806" y="8486"/>
                    <a:pt x="26167" y="8197"/>
                  </a:cubicBezTo>
                  <a:cubicBezTo>
                    <a:pt x="25331" y="8068"/>
                    <a:pt x="24656" y="7940"/>
                    <a:pt x="24206" y="7876"/>
                  </a:cubicBezTo>
                  <a:cubicBezTo>
                    <a:pt x="23756" y="7779"/>
                    <a:pt x="23499" y="7747"/>
                    <a:pt x="23499" y="7747"/>
                  </a:cubicBezTo>
                  <a:cubicBezTo>
                    <a:pt x="23466" y="7731"/>
                    <a:pt x="23442" y="7723"/>
                    <a:pt x="23418" y="7723"/>
                  </a:cubicBezTo>
                  <a:cubicBezTo>
                    <a:pt x="23394" y="7723"/>
                    <a:pt x="23370" y="7731"/>
                    <a:pt x="23338" y="7747"/>
                  </a:cubicBezTo>
                  <a:cubicBezTo>
                    <a:pt x="23145" y="7811"/>
                    <a:pt x="21377" y="8486"/>
                    <a:pt x="18998" y="8486"/>
                  </a:cubicBezTo>
                  <a:cubicBezTo>
                    <a:pt x="18805" y="8486"/>
                    <a:pt x="18580" y="8454"/>
                    <a:pt x="18355" y="8454"/>
                  </a:cubicBezTo>
                  <a:cubicBezTo>
                    <a:pt x="16941" y="8390"/>
                    <a:pt x="15462" y="7843"/>
                    <a:pt x="14305" y="7329"/>
                  </a:cubicBezTo>
                  <a:cubicBezTo>
                    <a:pt x="13727" y="7072"/>
                    <a:pt x="13244" y="6815"/>
                    <a:pt x="12891" y="6622"/>
                  </a:cubicBezTo>
                  <a:cubicBezTo>
                    <a:pt x="12730" y="6525"/>
                    <a:pt x="12602" y="6461"/>
                    <a:pt x="12505" y="6397"/>
                  </a:cubicBezTo>
                  <a:cubicBezTo>
                    <a:pt x="12409" y="6333"/>
                    <a:pt x="12377" y="6300"/>
                    <a:pt x="12377" y="6300"/>
                  </a:cubicBezTo>
                  <a:cubicBezTo>
                    <a:pt x="12312" y="6268"/>
                    <a:pt x="12216" y="6268"/>
                    <a:pt x="12152" y="6268"/>
                  </a:cubicBezTo>
                  <a:lnTo>
                    <a:pt x="7780" y="7458"/>
                  </a:lnTo>
                  <a:lnTo>
                    <a:pt x="7683" y="7490"/>
                  </a:lnTo>
                  <a:cubicBezTo>
                    <a:pt x="7683" y="7490"/>
                    <a:pt x="7491" y="7650"/>
                    <a:pt x="7233" y="7876"/>
                  </a:cubicBezTo>
                  <a:cubicBezTo>
                    <a:pt x="6816" y="8229"/>
                    <a:pt x="6141" y="8743"/>
                    <a:pt x="5562" y="9193"/>
                  </a:cubicBezTo>
                  <a:cubicBezTo>
                    <a:pt x="5240" y="9386"/>
                    <a:pt x="4951" y="9579"/>
                    <a:pt x="4726" y="9708"/>
                  </a:cubicBezTo>
                  <a:cubicBezTo>
                    <a:pt x="4624" y="9784"/>
                    <a:pt x="4543" y="9820"/>
                    <a:pt x="4465" y="9848"/>
                  </a:cubicBezTo>
                  <a:lnTo>
                    <a:pt x="4465" y="9848"/>
                  </a:lnTo>
                  <a:cubicBezTo>
                    <a:pt x="4466" y="9844"/>
                    <a:pt x="4468" y="9840"/>
                    <a:pt x="4469" y="9836"/>
                  </a:cubicBezTo>
                  <a:cubicBezTo>
                    <a:pt x="4662" y="9515"/>
                    <a:pt x="5144" y="8936"/>
                    <a:pt x="5594" y="8422"/>
                  </a:cubicBezTo>
                  <a:cubicBezTo>
                    <a:pt x="5819" y="8197"/>
                    <a:pt x="6044" y="7940"/>
                    <a:pt x="6237" y="7747"/>
                  </a:cubicBezTo>
                  <a:cubicBezTo>
                    <a:pt x="6462" y="7554"/>
                    <a:pt x="6623" y="7393"/>
                    <a:pt x="6719" y="7329"/>
                  </a:cubicBezTo>
                  <a:cubicBezTo>
                    <a:pt x="6848" y="7233"/>
                    <a:pt x="7201" y="7008"/>
                    <a:pt x="7651" y="6718"/>
                  </a:cubicBezTo>
                  <a:cubicBezTo>
                    <a:pt x="8326" y="6300"/>
                    <a:pt x="9194" y="5786"/>
                    <a:pt x="9934" y="5336"/>
                  </a:cubicBezTo>
                  <a:cubicBezTo>
                    <a:pt x="10641" y="4918"/>
                    <a:pt x="11187" y="4597"/>
                    <a:pt x="11187" y="4597"/>
                  </a:cubicBezTo>
                  <a:cubicBezTo>
                    <a:pt x="11316" y="4532"/>
                    <a:pt x="11348" y="4404"/>
                    <a:pt x="11316" y="4275"/>
                  </a:cubicBezTo>
                  <a:cubicBezTo>
                    <a:pt x="11284" y="4179"/>
                    <a:pt x="11187" y="4082"/>
                    <a:pt x="11059" y="4082"/>
                  </a:cubicBezTo>
                  <a:lnTo>
                    <a:pt x="6848" y="4082"/>
                  </a:lnTo>
                  <a:cubicBezTo>
                    <a:pt x="6783" y="4082"/>
                    <a:pt x="6719" y="4115"/>
                    <a:pt x="6655" y="4147"/>
                  </a:cubicBezTo>
                  <a:cubicBezTo>
                    <a:pt x="6655" y="4147"/>
                    <a:pt x="6430" y="4372"/>
                    <a:pt x="6044" y="4725"/>
                  </a:cubicBezTo>
                  <a:cubicBezTo>
                    <a:pt x="4919" y="5754"/>
                    <a:pt x="2572" y="7908"/>
                    <a:pt x="1705" y="8679"/>
                  </a:cubicBezTo>
                  <a:cubicBezTo>
                    <a:pt x="1351" y="8968"/>
                    <a:pt x="1094" y="9065"/>
                    <a:pt x="965" y="9065"/>
                  </a:cubicBezTo>
                  <a:cubicBezTo>
                    <a:pt x="805" y="9065"/>
                    <a:pt x="708" y="9001"/>
                    <a:pt x="644" y="8904"/>
                  </a:cubicBezTo>
                  <a:lnTo>
                    <a:pt x="621" y="8881"/>
                  </a:lnTo>
                  <a:lnTo>
                    <a:pt x="621" y="8881"/>
                  </a:lnTo>
                  <a:cubicBezTo>
                    <a:pt x="766" y="8672"/>
                    <a:pt x="1055" y="8260"/>
                    <a:pt x="1447" y="7715"/>
                  </a:cubicBezTo>
                  <a:cubicBezTo>
                    <a:pt x="2283" y="6558"/>
                    <a:pt x="3601" y="4822"/>
                    <a:pt x="4726" y="3343"/>
                  </a:cubicBezTo>
                  <a:cubicBezTo>
                    <a:pt x="5273" y="2636"/>
                    <a:pt x="5819" y="1961"/>
                    <a:pt x="6205" y="1511"/>
                  </a:cubicBezTo>
                  <a:cubicBezTo>
                    <a:pt x="6430" y="1286"/>
                    <a:pt x="6591" y="1093"/>
                    <a:pt x="6719" y="964"/>
                  </a:cubicBezTo>
                  <a:cubicBezTo>
                    <a:pt x="6782" y="902"/>
                    <a:pt x="6845" y="869"/>
                    <a:pt x="6878" y="838"/>
                  </a:cubicBezTo>
                  <a:lnTo>
                    <a:pt x="6878" y="838"/>
                  </a:lnTo>
                  <a:cubicBezTo>
                    <a:pt x="6906" y="841"/>
                    <a:pt x="6951" y="849"/>
                    <a:pt x="7008" y="868"/>
                  </a:cubicBezTo>
                  <a:cubicBezTo>
                    <a:pt x="7683" y="932"/>
                    <a:pt x="9966" y="1382"/>
                    <a:pt x="12152" y="1864"/>
                  </a:cubicBezTo>
                  <a:cubicBezTo>
                    <a:pt x="13244" y="2089"/>
                    <a:pt x="14337" y="2315"/>
                    <a:pt x="15205" y="2540"/>
                  </a:cubicBezTo>
                  <a:cubicBezTo>
                    <a:pt x="15655" y="2636"/>
                    <a:pt x="16009" y="2732"/>
                    <a:pt x="16330" y="2797"/>
                  </a:cubicBezTo>
                  <a:cubicBezTo>
                    <a:pt x="16620" y="2893"/>
                    <a:pt x="16845" y="2957"/>
                    <a:pt x="16941" y="2990"/>
                  </a:cubicBezTo>
                  <a:cubicBezTo>
                    <a:pt x="17134" y="3086"/>
                    <a:pt x="17391" y="3150"/>
                    <a:pt x="17713" y="3182"/>
                  </a:cubicBezTo>
                  <a:cubicBezTo>
                    <a:pt x="18709" y="3343"/>
                    <a:pt x="20316" y="3407"/>
                    <a:pt x="22309" y="3407"/>
                  </a:cubicBezTo>
                  <a:cubicBezTo>
                    <a:pt x="23820" y="3407"/>
                    <a:pt x="25556" y="3375"/>
                    <a:pt x="27388" y="3311"/>
                  </a:cubicBezTo>
                  <a:cubicBezTo>
                    <a:pt x="29831" y="3247"/>
                    <a:pt x="33978" y="2540"/>
                    <a:pt x="37899" y="1864"/>
                  </a:cubicBezTo>
                  <a:cubicBezTo>
                    <a:pt x="39860" y="1543"/>
                    <a:pt x="41757" y="1189"/>
                    <a:pt x="43332" y="964"/>
                  </a:cubicBezTo>
                  <a:cubicBezTo>
                    <a:pt x="44939" y="707"/>
                    <a:pt x="46225" y="547"/>
                    <a:pt x="46964" y="547"/>
                  </a:cubicBezTo>
                  <a:close/>
                  <a:moveTo>
                    <a:pt x="46964" y="0"/>
                  </a:moveTo>
                  <a:cubicBezTo>
                    <a:pt x="46160" y="0"/>
                    <a:pt x="44875" y="161"/>
                    <a:pt x="43267" y="418"/>
                  </a:cubicBezTo>
                  <a:cubicBezTo>
                    <a:pt x="40857" y="804"/>
                    <a:pt x="37771" y="1350"/>
                    <a:pt x="34846" y="1832"/>
                  </a:cubicBezTo>
                  <a:cubicBezTo>
                    <a:pt x="31920" y="2315"/>
                    <a:pt x="29156" y="2732"/>
                    <a:pt x="27356" y="2765"/>
                  </a:cubicBezTo>
                  <a:cubicBezTo>
                    <a:pt x="25556" y="2829"/>
                    <a:pt x="23820" y="2861"/>
                    <a:pt x="22309" y="2861"/>
                  </a:cubicBezTo>
                  <a:cubicBezTo>
                    <a:pt x="20991" y="2861"/>
                    <a:pt x="19834" y="2829"/>
                    <a:pt x="18934" y="2765"/>
                  </a:cubicBezTo>
                  <a:cubicBezTo>
                    <a:pt x="18484" y="2732"/>
                    <a:pt x="18098" y="2700"/>
                    <a:pt x="17809" y="2668"/>
                  </a:cubicBezTo>
                  <a:cubicBezTo>
                    <a:pt x="17488" y="2604"/>
                    <a:pt x="17263" y="2572"/>
                    <a:pt x="17134" y="2507"/>
                  </a:cubicBezTo>
                  <a:cubicBezTo>
                    <a:pt x="16973" y="2443"/>
                    <a:pt x="16748" y="2379"/>
                    <a:pt x="16395" y="2282"/>
                  </a:cubicBezTo>
                  <a:cubicBezTo>
                    <a:pt x="15205" y="1961"/>
                    <a:pt x="12955" y="1479"/>
                    <a:pt x="10962" y="1061"/>
                  </a:cubicBezTo>
                  <a:cubicBezTo>
                    <a:pt x="9934" y="836"/>
                    <a:pt x="9001" y="643"/>
                    <a:pt x="8262" y="514"/>
                  </a:cubicBezTo>
                  <a:cubicBezTo>
                    <a:pt x="7876" y="450"/>
                    <a:pt x="7587" y="386"/>
                    <a:pt x="7330" y="354"/>
                  </a:cubicBezTo>
                  <a:cubicBezTo>
                    <a:pt x="7105" y="322"/>
                    <a:pt x="6944" y="289"/>
                    <a:pt x="6848" y="289"/>
                  </a:cubicBezTo>
                  <a:cubicBezTo>
                    <a:pt x="6751" y="289"/>
                    <a:pt x="6687" y="322"/>
                    <a:pt x="6623" y="354"/>
                  </a:cubicBezTo>
                  <a:cubicBezTo>
                    <a:pt x="6558" y="418"/>
                    <a:pt x="6462" y="482"/>
                    <a:pt x="6366" y="579"/>
                  </a:cubicBezTo>
                  <a:cubicBezTo>
                    <a:pt x="6012" y="900"/>
                    <a:pt x="5465" y="1575"/>
                    <a:pt x="4790" y="2379"/>
                  </a:cubicBezTo>
                  <a:cubicBezTo>
                    <a:pt x="2830" y="4854"/>
                    <a:pt x="65" y="8711"/>
                    <a:pt x="65" y="8711"/>
                  </a:cubicBezTo>
                  <a:cubicBezTo>
                    <a:pt x="1" y="8776"/>
                    <a:pt x="1" y="8872"/>
                    <a:pt x="33" y="8968"/>
                  </a:cubicBezTo>
                  <a:cubicBezTo>
                    <a:pt x="33" y="9001"/>
                    <a:pt x="97" y="9129"/>
                    <a:pt x="258" y="9290"/>
                  </a:cubicBezTo>
                  <a:cubicBezTo>
                    <a:pt x="387" y="9418"/>
                    <a:pt x="612" y="9579"/>
                    <a:pt x="965" y="9579"/>
                  </a:cubicBezTo>
                  <a:cubicBezTo>
                    <a:pt x="1287" y="9579"/>
                    <a:pt x="1640" y="9451"/>
                    <a:pt x="2058" y="9065"/>
                  </a:cubicBezTo>
                  <a:cubicBezTo>
                    <a:pt x="3152" y="8119"/>
                    <a:pt x="6420" y="5107"/>
                    <a:pt x="6939" y="4629"/>
                  </a:cubicBezTo>
                  <a:lnTo>
                    <a:pt x="10054" y="4629"/>
                  </a:lnTo>
                  <a:cubicBezTo>
                    <a:pt x="9710" y="4832"/>
                    <a:pt x="9297" y="5079"/>
                    <a:pt x="8873" y="5336"/>
                  </a:cubicBezTo>
                  <a:cubicBezTo>
                    <a:pt x="8358" y="5658"/>
                    <a:pt x="7812" y="6011"/>
                    <a:pt x="7362" y="6268"/>
                  </a:cubicBezTo>
                  <a:cubicBezTo>
                    <a:pt x="6912" y="6558"/>
                    <a:pt x="6558" y="6783"/>
                    <a:pt x="6398" y="6911"/>
                  </a:cubicBezTo>
                  <a:cubicBezTo>
                    <a:pt x="6237" y="7008"/>
                    <a:pt x="6012" y="7233"/>
                    <a:pt x="5755" y="7490"/>
                  </a:cubicBezTo>
                  <a:cubicBezTo>
                    <a:pt x="5369" y="7876"/>
                    <a:pt x="4919" y="8358"/>
                    <a:pt x="4533" y="8840"/>
                  </a:cubicBezTo>
                  <a:cubicBezTo>
                    <a:pt x="4373" y="9065"/>
                    <a:pt x="4212" y="9290"/>
                    <a:pt x="4083" y="9483"/>
                  </a:cubicBezTo>
                  <a:cubicBezTo>
                    <a:pt x="4019" y="9579"/>
                    <a:pt x="3955" y="9676"/>
                    <a:pt x="3923" y="9772"/>
                  </a:cubicBezTo>
                  <a:cubicBezTo>
                    <a:pt x="3890" y="9868"/>
                    <a:pt x="3858" y="9933"/>
                    <a:pt x="3858" y="10061"/>
                  </a:cubicBezTo>
                  <a:cubicBezTo>
                    <a:pt x="3858" y="10126"/>
                    <a:pt x="3858" y="10222"/>
                    <a:pt x="3923" y="10286"/>
                  </a:cubicBezTo>
                  <a:cubicBezTo>
                    <a:pt x="3987" y="10383"/>
                    <a:pt x="4083" y="10415"/>
                    <a:pt x="4148" y="10447"/>
                  </a:cubicBezTo>
                  <a:lnTo>
                    <a:pt x="4276" y="10447"/>
                  </a:lnTo>
                  <a:cubicBezTo>
                    <a:pt x="4437" y="10447"/>
                    <a:pt x="4565" y="10383"/>
                    <a:pt x="4726" y="10318"/>
                  </a:cubicBezTo>
                  <a:cubicBezTo>
                    <a:pt x="5305" y="10061"/>
                    <a:pt x="6108" y="9451"/>
                    <a:pt x="6783" y="8936"/>
                  </a:cubicBezTo>
                  <a:cubicBezTo>
                    <a:pt x="7321" y="8501"/>
                    <a:pt x="7797" y="8107"/>
                    <a:pt x="7969" y="7964"/>
                  </a:cubicBezTo>
                  <a:lnTo>
                    <a:pt x="7969" y="7964"/>
                  </a:lnTo>
                  <a:lnTo>
                    <a:pt x="12166" y="6814"/>
                  </a:lnTo>
                  <a:lnTo>
                    <a:pt x="12166" y="6814"/>
                  </a:lnTo>
                  <a:cubicBezTo>
                    <a:pt x="12395" y="6971"/>
                    <a:pt x="13109" y="7391"/>
                    <a:pt x="14080" y="7811"/>
                  </a:cubicBezTo>
                  <a:cubicBezTo>
                    <a:pt x="15270" y="8358"/>
                    <a:pt x="16812" y="8904"/>
                    <a:pt x="18323" y="9001"/>
                  </a:cubicBezTo>
                  <a:lnTo>
                    <a:pt x="18998" y="9001"/>
                  </a:lnTo>
                  <a:cubicBezTo>
                    <a:pt x="21312" y="9001"/>
                    <a:pt x="23057" y="8431"/>
                    <a:pt x="23448" y="8270"/>
                  </a:cubicBezTo>
                  <a:lnTo>
                    <a:pt x="23448" y="8270"/>
                  </a:lnTo>
                  <a:cubicBezTo>
                    <a:pt x="24396" y="8448"/>
                    <a:pt x="39837" y="11315"/>
                    <a:pt x="49150" y="11315"/>
                  </a:cubicBezTo>
                  <a:lnTo>
                    <a:pt x="49825" y="11315"/>
                  </a:lnTo>
                  <a:cubicBezTo>
                    <a:pt x="49857" y="11315"/>
                    <a:pt x="50693" y="11251"/>
                    <a:pt x="51593" y="10704"/>
                  </a:cubicBezTo>
                  <a:cubicBezTo>
                    <a:pt x="52461" y="10158"/>
                    <a:pt x="53425" y="9129"/>
                    <a:pt x="53554" y="7297"/>
                  </a:cubicBezTo>
                  <a:cubicBezTo>
                    <a:pt x="53586" y="7168"/>
                    <a:pt x="53586" y="7008"/>
                    <a:pt x="53586" y="6879"/>
                  </a:cubicBezTo>
                  <a:cubicBezTo>
                    <a:pt x="53586" y="5111"/>
                    <a:pt x="52621" y="3440"/>
                    <a:pt x="51368" y="2186"/>
                  </a:cubicBezTo>
                  <a:cubicBezTo>
                    <a:pt x="50114" y="932"/>
                    <a:pt x="48571" y="97"/>
                    <a:pt x="471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57"/>
            <p:cNvSpPr/>
            <p:nvPr/>
          </p:nvSpPr>
          <p:spPr>
            <a:xfrm>
              <a:off x="1274175" y="5363550"/>
              <a:ext cx="5102975" cy="12875"/>
            </a:xfrm>
            <a:custGeom>
              <a:avLst/>
              <a:gdLst/>
              <a:ahLst/>
              <a:cxnLst/>
              <a:rect l="l" t="t" r="r" b="b"/>
              <a:pathLst>
                <a:path w="204119" h="515" extrusionOk="0">
                  <a:moveTo>
                    <a:pt x="1" y="1"/>
                  </a:moveTo>
                  <a:lnTo>
                    <a:pt x="1" y="515"/>
                  </a:lnTo>
                  <a:lnTo>
                    <a:pt x="204118" y="515"/>
                  </a:lnTo>
                  <a:lnTo>
                    <a:pt x="204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57"/>
            <p:cNvSpPr/>
            <p:nvPr/>
          </p:nvSpPr>
          <p:spPr>
            <a:xfrm>
              <a:off x="2392800" y="5312125"/>
              <a:ext cx="1579925" cy="57875"/>
            </a:xfrm>
            <a:custGeom>
              <a:avLst/>
              <a:gdLst/>
              <a:ahLst/>
              <a:cxnLst/>
              <a:rect l="l" t="t" r="r" b="b"/>
              <a:pathLst>
                <a:path w="63197" h="2315" extrusionOk="0">
                  <a:moveTo>
                    <a:pt x="1" y="0"/>
                  </a:moveTo>
                  <a:lnTo>
                    <a:pt x="1" y="2315"/>
                  </a:lnTo>
                  <a:lnTo>
                    <a:pt x="63197" y="2315"/>
                  </a:lnTo>
                  <a:lnTo>
                    <a:pt x="631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57"/>
            <p:cNvSpPr/>
            <p:nvPr/>
          </p:nvSpPr>
          <p:spPr>
            <a:xfrm>
              <a:off x="2385575" y="5304900"/>
              <a:ext cx="1594400" cy="71525"/>
            </a:xfrm>
            <a:custGeom>
              <a:avLst/>
              <a:gdLst/>
              <a:ahLst/>
              <a:cxnLst/>
              <a:rect l="l" t="t" r="r" b="b"/>
              <a:pathLst>
                <a:path w="63776" h="2861" extrusionOk="0">
                  <a:moveTo>
                    <a:pt x="63229" y="547"/>
                  </a:moveTo>
                  <a:lnTo>
                    <a:pt x="63229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97" y="97"/>
                  </a:cubicBezTo>
                  <a:cubicBezTo>
                    <a:pt x="33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3" y="2732"/>
                    <a:pt x="97" y="2797"/>
                  </a:cubicBezTo>
                  <a:cubicBezTo>
                    <a:pt x="129" y="2829"/>
                    <a:pt x="193" y="2861"/>
                    <a:pt x="290" y="2861"/>
                  </a:cubicBezTo>
                  <a:lnTo>
                    <a:pt x="63486" y="2861"/>
                  </a:lnTo>
                  <a:cubicBezTo>
                    <a:pt x="63550" y="2861"/>
                    <a:pt x="63614" y="2829"/>
                    <a:pt x="63679" y="2797"/>
                  </a:cubicBezTo>
                  <a:cubicBezTo>
                    <a:pt x="63743" y="2732"/>
                    <a:pt x="63775" y="2668"/>
                    <a:pt x="63775" y="2604"/>
                  </a:cubicBezTo>
                  <a:lnTo>
                    <a:pt x="63775" y="289"/>
                  </a:lnTo>
                  <a:cubicBezTo>
                    <a:pt x="63775" y="225"/>
                    <a:pt x="63743" y="129"/>
                    <a:pt x="63679" y="97"/>
                  </a:cubicBezTo>
                  <a:cubicBezTo>
                    <a:pt x="63614" y="32"/>
                    <a:pt x="63550" y="0"/>
                    <a:pt x="634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57"/>
            <p:cNvSpPr/>
            <p:nvPr/>
          </p:nvSpPr>
          <p:spPr>
            <a:xfrm>
              <a:off x="3230175" y="5312125"/>
              <a:ext cx="742550" cy="57875"/>
            </a:xfrm>
            <a:custGeom>
              <a:avLst/>
              <a:gdLst/>
              <a:ahLst/>
              <a:cxnLst/>
              <a:rect l="l" t="t" r="r" b="b"/>
              <a:pathLst>
                <a:path w="29702" h="2315" extrusionOk="0">
                  <a:moveTo>
                    <a:pt x="0" y="0"/>
                  </a:moveTo>
                  <a:lnTo>
                    <a:pt x="0" y="2315"/>
                  </a:lnTo>
                  <a:lnTo>
                    <a:pt x="29702" y="2315"/>
                  </a:lnTo>
                  <a:lnTo>
                    <a:pt x="297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57"/>
            <p:cNvSpPr/>
            <p:nvPr/>
          </p:nvSpPr>
          <p:spPr>
            <a:xfrm>
              <a:off x="3223750" y="5304900"/>
              <a:ext cx="756225" cy="71525"/>
            </a:xfrm>
            <a:custGeom>
              <a:avLst/>
              <a:gdLst/>
              <a:ahLst/>
              <a:cxnLst/>
              <a:rect l="l" t="t" r="r" b="b"/>
              <a:pathLst>
                <a:path w="30249" h="2861" extrusionOk="0">
                  <a:moveTo>
                    <a:pt x="29702" y="547"/>
                  </a:moveTo>
                  <a:lnTo>
                    <a:pt x="29702" y="2347"/>
                  </a:lnTo>
                  <a:lnTo>
                    <a:pt x="547" y="2347"/>
                  </a:lnTo>
                  <a:lnTo>
                    <a:pt x="547" y="547"/>
                  </a:lnTo>
                  <a:close/>
                  <a:moveTo>
                    <a:pt x="257" y="0"/>
                  </a:moveTo>
                  <a:cubicBezTo>
                    <a:pt x="193" y="0"/>
                    <a:pt x="129" y="32"/>
                    <a:pt x="64" y="97"/>
                  </a:cubicBezTo>
                  <a:cubicBezTo>
                    <a:pt x="32" y="129"/>
                    <a:pt x="0" y="225"/>
                    <a:pt x="0" y="289"/>
                  </a:cubicBezTo>
                  <a:lnTo>
                    <a:pt x="0" y="2604"/>
                  </a:lnTo>
                  <a:cubicBezTo>
                    <a:pt x="0" y="2668"/>
                    <a:pt x="32" y="2732"/>
                    <a:pt x="64" y="2797"/>
                  </a:cubicBezTo>
                  <a:cubicBezTo>
                    <a:pt x="129" y="2829"/>
                    <a:pt x="193" y="2861"/>
                    <a:pt x="257" y="2861"/>
                  </a:cubicBezTo>
                  <a:lnTo>
                    <a:pt x="29959" y="2861"/>
                  </a:lnTo>
                  <a:cubicBezTo>
                    <a:pt x="30023" y="2861"/>
                    <a:pt x="30087" y="2829"/>
                    <a:pt x="30152" y="2797"/>
                  </a:cubicBezTo>
                  <a:cubicBezTo>
                    <a:pt x="30216" y="2732"/>
                    <a:pt x="30248" y="2668"/>
                    <a:pt x="30248" y="2604"/>
                  </a:cubicBezTo>
                  <a:lnTo>
                    <a:pt x="30248" y="289"/>
                  </a:lnTo>
                  <a:cubicBezTo>
                    <a:pt x="30248" y="225"/>
                    <a:pt x="30216" y="129"/>
                    <a:pt x="30152" y="97"/>
                  </a:cubicBezTo>
                  <a:cubicBezTo>
                    <a:pt x="30087" y="32"/>
                    <a:pt x="30023" y="0"/>
                    <a:pt x="29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57"/>
            <p:cNvSpPr/>
            <p:nvPr/>
          </p:nvSpPr>
          <p:spPr>
            <a:xfrm>
              <a:off x="206412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1" y="0"/>
                  </a:moveTo>
                  <a:lnTo>
                    <a:pt x="14594" y="29348"/>
                  </a:lnTo>
                  <a:lnTo>
                    <a:pt x="48121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57"/>
            <p:cNvSpPr/>
            <p:nvPr/>
          </p:nvSpPr>
          <p:spPr>
            <a:xfrm>
              <a:off x="2056900" y="4572000"/>
              <a:ext cx="1217500" cy="746575"/>
            </a:xfrm>
            <a:custGeom>
              <a:avLst/>
              <a:gdLst/>
              <a:ahLst/>
              <a:cxnLst/>
              <a:rect l="l" t="t" r="r" b="b"/>
              <a:pathLst>
                <a:path w="48700" h="29863" extrusionOk="0">
                  <a:moveTo>
                    <a:pt x="36549" y="547"/>
                  </a:moveTo>
                  <a:lnTo>
                    <a:pt x="47999" y="29316"/>
                  </a:lnTo>
                  <a:lnTo>
                    <a:pt x="15076" y="29316"/>
                  </a:lnTo>
                  <a:lnTo>
                    <a:pt x="740" y="547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129"/>
                  </a:cubicBezTo>
                  <a:cubicBezTo>
                    <a:pt x="32" y="193"/>
                    <a:pt x="0" y="290"/>
                    <a:pt x="65" y="386"/>
                  </a:cubicBezTo>
                  <a:lnTo>
                    <a:pt x="14658" y="29702"/>
                  </a:lnTo>
                  <a:cubicBezTo>
                    <a:pt x="14690" y="29798"/>
                    <a:pt x="14787" y="29863"/>
                    <a:pt x="14883" y="29863"/>
                  </a:cubicBezTo>
                  <a:lnTo>
                    <a:pt x="48410" y="29863"/>
                  </a:lnTo>
                  <a:cubicBezTo>
                    <a:pt x="48506" y="29863"/>
                    <a:pt x="48571" y="29830"/>
                    <a:pt x="48635" y="29734"/>
                  </a:cubicBezTo>
                  <a:cubicBezTo>
                    <a:pt x="48667" y="29670"/>
                    <a:pt x="48699" y="29573"/>
                    <a:pt x="48667" y="29509"/>
                  </a:cubicBezTo>
                  <a:lnTo>
                    <a:pt x="36966" y="161"/>
                  </a:lnTo>
                  <a:cubicBezTo>
                    <a:pt x="36934" y="65"/>
                    <a:pt x="36838" y="0"/>
                    <a:pt x="36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57"/>
            <p:cNvSpPr/>
            <p:nvPr/>
          </p:nvSpPr>
          <p:spPr>
            <a:xfrm>
              <a:off x="2027175" y="4578425"/>
              <a:ext cx="1203025" cy="733725"/>
            </a:xfrm>
            <a:custGeom>
              <a:avLst/>
              <a:gdLst/>
              <a:ahLst/>
              <a:cxnLst/>
              <a:rect l="l" t="t" r="r" b="b"/>
              <a:pathLst>
                <a:path w="48121" h="29349" extrusionOk="0">
                  <a:moveTo>
                    <a:pt x="0" y="0"/>
                  </a:moveTo>
                  <a:lnTo>
                    <a:pt x="14626" y="29348"/>
                  </a:lnTo>
                  <a:lnTo>
                    <a:pt x="48120" y="29348"/>
                  </a:lnTo>
                  <a:lnTo>
                    <a:pt x="364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57"/>
            <p:cNvSpPr/>
            <p:nvPr/>
          </p:nvSpPr>
          <p:spPr>
            <a:xfrm>
              <a:off x="2020725" y="4572000"/>
              <a:ext cx="1216700" cy="746575"/>
            </a:xfrm>
            <a:custGeom>
              <a:avLst/>
              <a:gdLst/>
              <a:ahLst/>
              <a:cxnLst/>
              <a:rect l="l" t="t" r="r" b="b"/>
              <a:pathLst>
                <a:path w="48668" h="29863" extrusionOk="0">
                  <a:moveTo>
                    <a:pt x="36517" y="547"/>
                  </a:moveTo>
                  <a:lnTo>
                    <a:pt x="47968" y="29316"/>
                  </a:lnTo>
                  <a:lnTo>
                    <a:pt x="15044" y="29316"/>
                  </a:lnTo>
                  <a:lnTo>
                    <a:pt x="708" y="547"/>
                  </a:lnTo>
                  <a:close/>
                  <a:moveTo>
                    <a:pt x="258" y="0"/>
                  </a:moveTo>
                  <a:cubicBezTo>
                    <a:pt x="162" y="0"/>
                    <a:pt x="97" y="32"/>
                    <a:pt x="33" y="129"/>
                  </a:cubicBezTo>
                  <a:cubicBezTo>
                    <a:pt x="1" y="193"/>
                    <a:pt x="1" y="290"/>
                    <a:pt x="33" y="386"/>
                  </a:cubicBezTo>
                  <a:lnTo>
                    <a:pt x="14627" y="29702"/>
                  </a:lnTo>
                  <a:cubicBezTo>
                    <a:pt x="14659" y="29798"/>
                    <a:pt x="14755" y="29863"/>
                    <a:pt x="14884" y="29863"/>
                  </a:cubicBezTo>
                  <a:lnTo>
                    <a:pt x="48378" y="29863"/>
                  </a:lnTo>
                  <a:cubicBezTo>
                    <a:pt x="48475" y="29863"/>
                    <a:pt x="48571" y="29830"/>
                    <a:pt x="48603" y="29734"/>
                  </a:cubicBezTo>
                  <a:cubicBezTo>
                    <a:pt x="48668" y="29670"/>
                    <a:pt x="48668" y="29573"/>
                    <a:pt x="48635" y="29509"/>
                  </a:cubicBezTo>
                  <a:lnTo>
                    <a:pt x="36935" y="161"/>
                  </a:lnTo>
                  <a:cubicBezTo>
                    <a:pt x="36903" y="65"/>
                    <a:pt x="36806" y="0"/>
                    <a:pt x="367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2" name="Google Shape;3462;p59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Infographics Make Your Idea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Understandable…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3" name="Google Shape;3463;p59"/>
          <p:cNvGrpSpPr/>
          <p:nvPr/>
        </p:nvGrpSpPr>
        <p:grpSpPr>
          <a:xfrm>
            <a:off x="3167946" y="1549451"/>
            <a:ext cx="2808102" cy="2816821"/>
            <a:chOff x="4820425" y="1329900"/>
            <a:chExt cx="70175" cy="70350"/>
          </a:xfrm>
        </p:grpSpPr>
        <p:sp>
          <p:nvSpPr>
            <p:cNvPr id="3464" name="Google Shape;3464;p59"/>
            <p:cNvSpPr/>
            <p:nvPr/>
          </p:nvSpPr>
          <p:spPr>
            <a:xfrm>
              <a:off x="4862975" y="1335475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59"/>
            <p:cNvSpPr/>
            <p:nvPr/>
          </p:nvSpPr>
          <p:spPr>
            <a:xfrm>
              <a:off x="4820425" y="1360000"/>
              <a:ext cx="27625" cy="34650"/>
            </a:xfrm>
            <a:custGeom>
              <a:avLst/>
              <a:gdLst/>
              <a:ahLst/>
              <a:cxnLst/>
              <a:rect l="l" t="t" r="r" b="b"/>
              <a:pathLst>
                <a:path w="1105" h="1386" extrusionOk="0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59"/>
            <p:cNvSpPr/>
            <p:nvPr/>
          </p:nvSpPr>
          <p:spPr>
            <a:xfrm>
              <a:off x="4850375" y="1372800"/>
              <a:ext cx="34625" cy="27450"/>
            </a:xfrm>
            <a:custGeom>
              <a:avLst/>
              <a:gdLst/>
              <a:ahLst/>
              <a:cxnLst/>
              <a:rect l="l" t="t" r="r" b="b"/>
              <a:pathLst>
                <a:path w="1385" h="1098" extrusionOk="0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59"/>
            <p:cNvSpPr/>
            <p:nvPr/>
          </p:nvSpPr>
          <p:spPr>
            <a:xfrm>
              <a:off x="4825850" y="1329900"/>
              <a:ext cx="34625" cy="27975"/>
            </a:xfrm>
            <a:custGeom>
              <a:avLst/>
              <a:gdLst/>
              <a:ahLst/>
              <a:cxnLst/>
              <a:rect l="l" t="t" r="r" b="b"/>
              <a:pathLst>
                <a:path w="1385" h="1119" extrusionOk="0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68" name="Google Shape;3468;p59"/>
          <p:cNvSpPr txBox="1">
            <a:spLocks noGrp="1"/>
          </p:cNvSpPr>
          <p:nvPr>
            <p:ph type="subTitle" idx="1"/>
          </p:nvPr>
        </p:nvSpPr>
        <p:spPr>
          <a:xfrm>
            <a:off x="1104901" y="1835975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Mercury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469" name="Google Shape;3469;p59"/>
          <p:cNvSpPr txBox="1">
            <a:spLocks noGrp="1"/>
          </p:cNvSpPr>
          <p:nvPr>
            <p:ph type="subTitle" idx="2"/>
          </p:nvPr>
        </p:nvSpPr>
        <p:spPr>
          <a:xfrm>
            <a:off x="1104901" y="2153253"/>
            <a:ext cx="200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Mercury is the closest planet to the Sun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0" name="Google Shape;3470;p59"/>
          <p:cNvSpPr txBox="1">
            <a:spLocks noGrp="1"/>
          </p:cNvSpPr>
          <p:nvPr>
            <p:ph type="subTitle" idx="4294967295"/>
          </p:nvPr>
        </p:nvSpPr>
        <p:spPr>
          <a:xfrm>
            <a:off x="1104901" y="2920737"/>
            <a:ext cx="2004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Jupiter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471" name="Google Shape;3471;p59"/>
          <p:cNvSpPr txBox="1">
            <a:spLocks noGrp="1"/>
          </p:cNvSpPr>
          <p:nvPr>
            <p:ph type="subTitle" idx="3"/>
          </p:nvPr>
        </p:nvSpPr>
        <p:spPr>
          <a:xfrm>
            <a:off x="1104901" y="3282675"/>
            <a:ext cx="200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of them all 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2" name="Google Shape;3472;p59"/>
          <p:cNvSpPr txBox="1">
            <a:spLocks noGrp="1"/>
          </p:cNvSpPr>
          <p:nvPr>
            <p:ph type="subTitle" idx="4"/>
          </p:nvPr>
        </p:nvSpPr>
        <p:spPr>
          <a:xfrm>
            <a:off x="6128827" y="1835975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Neptune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473" name="Google Shape;3473;p59"/>
          <p:cNvSpPr txBox="1">
            <a:spLocks noGrp="1"/>
          </p:cNvSpPr>
          <p:nvPr>
            <p:ph type="subTitle" idx="5"/>
          </p:nvPr>
        </p:nvSpPr>
        <p:spPr>
          <a:xfrm>
            <a:off x="6128827" y="2153254"/>
            <a:ext cx="200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Sun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474" name="Google Shape;3474;p59"/>
          <p:cNvSpPr txBox="1">
            <a:spLocks noGrp="1"/>
          </p:cNvSpPr>
          <p:nvPr>
            <p:ph type="subTitle" idx="6"/>
          </p:nvPr>
        </p:nvSpPr>
        <p:spPr>
          <a:xfrm>
            <a:off x="6128827" y="2920737"/>
            <a:ext cx="20049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rPr>
              <a:t>Saturn</a:t>
            </a:r>
            <a:endParaRPr sz="1800">
              <a:solidFill>
                <a:schemeClr val="accent1"/>
              </a:solidFill>
              <a:latin typeface="Barlow Semi Condensed Medium"/>
              <a:ea typeface="Barlow Semi Condensed Medium"/>
              <a:cs typeface="Barlow Semi Condensed Medium"/>
              <a:sym typeface="Barlow Semi Condensed Medium"/>
            </a:endParaRPr>
          </a:p>
        </p:txBody>
      </p:sp>
      <p:sp>
        <p:nvSpPr>
          <p:cNvPr id="3475" name="Google Shape;3475;p59"/>
          <p:cNvSpPr txBox="1">
            <a:spLocks noGrp="1"/>
          </p:cNvSpPr>
          <p:nvPr>
            <p:ph type="subTitle" idx="7"/>
          </p:nvPr>
        </p:nvSpPr>
        <p:spPr>
          <a:xfrm>
            <a:off x="6128827" y="3282675"/>
            <a:ext cx="2004900" cy="6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Saturn is the ringed one and a gas giant</a:t>
            </a:r>
            <a:endParaRPr sz="1600"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3476" name="Google Shape;3476;p59"/>
          <p:cNvGrpSpPr/>
          <p:nvPr/>
        </p:nvGrpSpPr>
        <p:grpSpPr>
          <a:xfrm>
            <a:off x="4632514" y="3824343"/>
            <a:ext cx="210227" cy="236413"/>
            <a:chOff x="2523000" y="1954875"/>
            <a:chExt cx="262325" cy="295000"/>
          </a:xfrm>
        </p:grpSpPr>
        <p:sp>
          <p:nvSpPr>
            <p:cNvPr id="3477" name="Google Shape;3477;p59"/>
            <p:cNvSpPr/>
            <p:nvPr/>
          </p:nvSpPr>
          <p:spPr>
            <a:xfrm>
              <a:off x="2523000" y="1954875"/>
              <a:ext cx="262325" cy="295000"/>
            </a:xfrm>
            <a:custGeom>
              <a:avLst/>
              <a:gdLst/>
              <a:ahLst/>
              <a:cxnLst/>
              <a:rect l="l" t="t" r="r" b="b"/>
              <a:pathLst>
                <a:path w="10493" h="11800" extrusionOk="0">
                  <a:moveTo>
                    <a:pt x="5294" y="709"/>
                  </a:moveTo>
                  <a:cubicBezTo>
                    <a:pt x="6350" y="1316"/>
                    <a:pt x="7422" y="1602"/>
                    <a:pt x="8487" y="1602"/>
                  </a:cubicBezTo>
                  <a:cubicBezTo>
                    <a:pt x="8915" y="1602"/>
                    <a:pt x="9343" y="1556"/>
                    <a:pt x="9767" y="1465"/>
                  </a:cubicBezTo>
                  <a:lnTo>
                    <a:pt x="9767" y="5026"/>
                  </a:lnTo>
                  <a:cubicBezTo>
                    <a:pt x="9767" y="7798"/>
                    <a:pt x="7940" y="10287"/>
                    <a:pt x="5294" y="11137"/>
                  </a:cubicBezTo>
                  <a:cubicBezTo>
                    <a:pt x="2647" y="10350"/>
                    <a:pt x="789" y="7798"/>
                    <a:pt x="789" y="5026"/>
                  </a:cubicBezTo>
                  <a:lnTo>
                    <a:pt x="789" y="1465"/>
                  </a:lnTo>
                  <a:cubicBezTo>
                    <a:pt x="1222" y="1556"/>
                    <a:pt x="1654" y="1602"/>
                    <a:pt x="2084" y="1602"/>
                  </a:cubicBezTo>
                  <a:cubicBezTo>
                    <a:pt x="3153" y="1602"/>
                    <a:pt x="4215" y="1316"/>
                    <a:pt x="5294" y="709"/>
                  </a:cubicBezTo>
                  <a:close/>
                  <a:moveTo>
                    <a:pt x="5266" y="0"/>
                  </a:moveTo>
                  <a:cubicBezTo>
                    <a:pt x="5207" y="0"/>
                    <a:pt x="5152" y="16"/>
                    <a:pt x="5105" y="48"/>
                  </a:cubicBezTo>
                  <a:cubicBezTo>
                    <a:pt x="4065" y="646"/>
                    <a:pt x="3057" y="930"/>
                    <a:pt x="2017" y="930"/>
                  </a:cubicBezTo>
                  <a:cubicBezTo>
                    <a:pt x="1513" y="930"/>
                    <a:pt x="1009" y="835"/>
                    <a:pt x="473" y="678"/>
                  </a:cubicBezTo>
                  <a:cubicBezTo>
                    <a:pt x="440" y="669"/>
                    <a:pt x="408" y="665"/>
                    <a:pt x="378" y="665"/>
                  </a:cubicBezTo>
                  <a:cubicBezTo>
                    <a:pt x="297" y="665"/>
                    <a:pt x="228" y="695"/>
                    <a:pt x="158" y="741"/>
                  </a:cubicBezTo>
                  <a:cubicBezTo>
                    <a:pt x="95" y="804"/>
                    <a:pt x="1" y="898"/>
                    <a:pt x="1" y="993"/>
                  </a:cubicBezTo>
                  <a:lnTo>
                    <a:pt x="1" y="4994"/>
                  </a:lnTo>
                  <a:cubicBezTo>
                    <a:pt x="127" y="8176"/>
                    <a:pt x="2206" y="10917"/>
                    <a:pt x="5199" y="11799"/>
                  </a:cubicBezTo>
                  <a:lnTo>
                    <a:pt x="5357" y="11799"/>
                  </a:lnTo>
                  <a:cubicBezTo>
                    <a:pt x="8350" y="10917"/>
                    <a:pt x="10492" y="8176"/>
                    <a:pt x="10492" y="5026"/>
                  </a:cubicBezTo>
                  <a:lnTo>
                    <a:pt x="10492" y="1056"/>
                  </a:lnTo>
                  <a:cubicBezTo>
                    <a:pt x="10492" y="930"/>
                    <a:pt x="10429" y="835"/>
                    <a:pt x="10335" y="772"/>
                  </a:cubicBezTo>
                  <a:cubicBezTo>
                    <a:pt x="10282" y="720"/>
                    <a:pt x="10230" y="697"/>
                    <a:pt x="10173" y="697"/>
                  </a:cubicBezTo>
                  <a:cubicBezTo>
                    <a:pt x="10126" y="697"/>
                    <a:pt x="10076" y="713"/>
                    <a:pt x="10019" y="741"/>
                  </a:cubicBezTo>
                  <a:cubicBezTo>
                    <a:pt x="9509" y="876"/>
                    <a:pt x="9006" y="946"/>
                    <a:pt x="8504" y="946"/>
                  </a:cubicBezTo>
                  <a:cubicBezTo>
                    <a:pt x="7490" y="946"/>
                    <a:pt x="6485" y="659"/>
                    <a:pt x="5451" y="48"/>
                  </a:cubicBezTo>
                  <a:cubicBezTo>
                    <a:pt x="5388" y="16"/>
                    <a:pt x="5325" y="0"/>
                    <a:pt x="5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78" name="Google Shape;3478;p59"/>
            <p:cNvSpPr/>
            <p:nvPr/>
          </p:nvSpPr>
          <p:spPr>
            <a:xfrm>
              <a:off x="2595475" y="2024575"/>
              <a:ext cx="122100" cy="138650"/>
            </a:xfrm>
            <a:custGeom>
              <a:avLst/>
              <a:gdLst/>
              <a:ahLst/>
              <a:cxnLst/>
              <a:rect l="l" t="t" r="r" b="b"/>
              <a:pathLst>
                <a:path w="4884" h="5546" extrusionOk="0">
                  <a:moveTo>
                    <a:pt x="2426" y="694"/>
                  </a:moveTo>
                  <a:cubicBezTo>
                    <a:pt x="2836" y="694"/>
                    <a:pt x="3151" y="1009"/>
                    <a:pt x="3151" y="1418"/>
                  </a:cubicBezTo>
                  <a:cubicBezTo>
                    <a:pt x="3151" y="1796"/>
                    <a:pt x="2836" y="2111"/>
                    <a:pt x="2426" y="2111"/>
                  </a:cubicBezTo>
                  <a:cubicBezTo>
                    <a:pt x="2048" y="2111"/>
                    <a:pt x="1733" y="1796"/>
                    <a:pt x="1733" y="1418"/>
                  </a:cubicBezTo>
                  <a:cubicBezTo>
                    <a:pt x="1733" y="1009"/>
                    <a:pt x="2048" y="694"/>
                    <a:pt x="2426" y="694"/>
                  </a:cubicBezTo>
                  <a:close/>
                  <a:moveTo>
                    <a:pt x="2426" y="2742"/>
                  </a:moveTo>
                  <a:cubicBezTo>
                    <a:pt x="3371" y="2742"/>
                    <a:pt x="4159" y="3529"/>
                    <a:pt x="4159" y="4474"/>
                  </a:cubicBezTo>
                  <a:lnTo>
                    <a:pt x="4159" y="4821"/>
                  </a:lnTo>
                  <a:lnTo>
                    <a:pt x="693" y="4821"/>
                  </a:lnTo>
                  <a:lnTo>
                    <a:pt x="693" y="4474"/>
                  </a:lnTo>
                  <a:cubicBezTo>
                    <a:pt x="693" y="3529"/>
                    <a:pt x="1481" y="2742"/>
                    <a:pt x="2426" y="2742"/>
                  </a:cubicBezTo>
                  <a:close/>
                  <a:moveTo>
                    <a:pt x="2458" y="1"/>
                  </a:moveTo>
                  <a:cubicBezTo>
                    <a:pt x="1733" y="1"/>
                    <a:pt x="1103" y="599"/>
                    <a:pt x="1103" y="1355"/>
                  </a:cubicBezTo>
                  <a:cubicBezTo>
                    <a:pt x="1103" y="1733"/>
                    <a:pt x="1198" y="2048"/>
                    <a:pt x="1450" y="2269"/>
                  </a:cubicBezTo>
                  <a:cubicBezTo>
                    <a:pt x="630" y="2647"/>
                    <a:pt x="63" y="3498"/>
                    <a:pt x="63" y="4474"/>
                  </a:cubicBezTo>
                  <a:lnTo>
                    <a:pt x="63" y="5199"/>
                  </a:lnTo>
                  <a:cubicBezTo>
                    <a:pt x="0" y="5388"/>
                    <a:pt x="158" y="5546"/>
                    <a:pt x="347" y="5546"/>
                  </a:cubicBezTo>
                  <a:lnTo>
                    <a:pt x="4506" y="5546"/>
                  </a:lnTo>
                  <a:cubicBezTo>
                    <a:pt x="4726" y="5546"/>
                    <a:pt x="4884" y="5388"/>
                    <a:pt x="4884" y="5199"/>
                  </a:cubicBezTo>
                  <a:lnTo>
                    <a:pt x="4884" y="4474"/>
                  </a:lnTo>
                  <a:cubicBezTo>
                    <a:pt x="4884" y="3498"/>
                    <a:pt x="4317" y="2647"/>
                    <a:pt x="3497" y="2269"/>
                  </a:cubicBezTo>
                  <a:cubicBezTo>
                    <a:pt x="3718" y="2048"/>
                    <a:pt x="3844" y="1702"/>
                    <a:pt x="3844" y="1355"/>
                  </a:cubicBezTo>
                  <a:cubicBezTo>
                    <a:pt x="3844" y="599"/>
                    <a:pt x="3214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479" name="Google Shape;3479;p59"/>
          <p:cNvGrpSpPr/>
          <p:nvPr/>
        </p:nvGrpSpPr>
        <p:grpSpPr>
          <a:xfrm>
            <a:off x="4290803" y="1853755"/>
            <a:ext cx="238617" cy="237355"/>
            <a:chOff x="1412450" y="1954475"/>
            <a:chExt cx="297750" cy="296175"/>
          </a:xfrm>
        </p:grpSpPr>
        <p:sp>
          <p:nvSpPr>
            <p:cNvPr id="3480" name="Google Shape;3480;p59"/>
            <p:cNvSpPr/>
            <p:nvPr/>
          </p:nvSpPr>
          <p:spPr>
            <a:xfrm>
              <a:off x="1483350" y="2023800"/>
              <a:ext cx="155975" cy="155975"/>
            </a:xfrm>
            <a:custGeom>
              <a:avLst/>
              <a:gdLst/>
              <a:ahLst/>
              <a:cxnLst/>
              <a:rect l="l" t="t" r="r" b="b"/>
              <a:pathLst>
                <a:path w="6239" h="6239" extrusionOk="0">
                  <a:moveTo>
                    <a:pt x="3119" y="2079"/>
                  </a:moveTo>
                  <a:cubicBezTo>
                    <a:pt x="3529" y="2079"/>
                    <a:pt x="3844" y="2395"/>
                    <a:pt x="3844" y="2773"/>
                  </a:cubicBezTo>
                  <a:cubicBezTo>
                    <a:pt x="3844" y="3182"/>
                    <a:pt x="3529" y="3497"/>
                    <a:pt x="3119" y="3497"/>
                  </a:cubicBezTo>
                  <a:cubicBezTo>
                    <a:pt x="2741" y="3497"/>
                    <a:pt x="2426" y="3182"/>
                    <a:pt x="2426" y="2773"/>
                  </a:cubicBezTo>
                  <a:cubicBezTo>
                    <a:pt x="2426" y="2395"/>
                    <a:pt x="2741" y="2079"/>
                    <a:pt x="3119" y="2079"/>
                  </a:cubicBezTo>
                  <a:close/>
                  <a:moveTo>
                    <a:pt x="3119" y="725"/>
                  </a:moveTo>
                  <a:cubicBezTo>
                    <a:pt x="4474" y="725"/>
                    <a:pt x="5577" y="1827"/>
                    <a:pt x="5577" y="3182"/>
                  </a:cubicBezTo>
                  <a:cubicBezTo>
                    <a:pt x="5577" y="3686"/>
                    <a:pt x="5388" y="4159"/>
                    <a:pt x="5136" y="4537"/>
                  </a:cubicBezTo>
                  <a:cubicBezTo>
                    <a:pt x="4884" y="4190"/>
                    <a:pt x="4537" y="3907"/>
                    <a:pt x="4191" y="3718"/>
                  </a:cubicBezTo>
                  <a:cubicBezTo>
                    <a:pt x="4411" y="3497"/>
                    <a:pt x="4537" y="3182"/>
                    <a:pt x="4537" y="2804"/>
                  </a:cubicBezTo>
                  <a:cubicBezTo>
                    <a:pt x="4537" y="2079"/>
                    <a:pt x="3907" y="1449"/>
                    <a:pt x="3151" y="1449"/>
                  </a:cubicBezTo>
                  <a:cubicBezTo>
                    <a:pt x="2426" y="1449"/>
                    <a:pt x="1796" y="2079"/>
                    <a:pt x="1796" y="2804"/>
                  </a:cubicBezTo>
                  <a:cubicBezTo>
                    <a:pt x="1796" y="3182"/>
                    <a:pt x="1891" y="3497"/>
                    <a:pt x="2143" y="3718"/>
                  </a:cubicBezTo>
                  <a:cubicBezTo>
                    <a:pt x="1733" y="3907"/>
                    <a:pt x="1418" y="4190"/>
                    <a:pt x="1198" y="4537"/>
                  </a:cubicBezTo>
                  <a:cubicBezTo>
                    <a:pt x="914" y="4159"/>
                    <a:pt x="756" y="3686"/>
                    <a:pt x="756" y="3182"/>
                  </a:cubicBezTo>
                  <a:cubicBezTo>
                    <a:pt x="662" y="1796"/>
                    <a:pt x="1796" y="725"/>
                    <a:pt x="3119" y="725"/>
                  </a:cubicBezTo>
                  <a:close/>
                  <a:moveTo>
                    <a:pt x="3119" y="4190"/>
                  </a:moveTo>
                  <a:cubicBezTo>
                    <a:pt x="3749" y="4190"/>
                    <a:pt x="4317" y="4505"/>
                    <a:pt x="4632" y="5041"/>
                  </a:cubicBezTo>
                  <a:cubicBezTo>
                    <a:pt x="4222" y="5387"/>
                    <a:pt x="3686" y="5577"/>
                    <a:pt x="3119" y="5577"/>
                  </a:cubicBezTo>
                  <a:cubicBezTo>
                    <a:pt x="2584" y="5577"/>
                    <a:pt x="2017" y="5387"/>
                    <a:pt x="1639" y="5041"/>
                  </a:cubicBezTo>
                  <a:cubicBezTo>
                    <a:pt x="1954" y="4505"/>
                    <a:pt x="2489" y="4190"/>
                    <a:pt x="3119" y="4190"/>
                  </a:cubicBezTo>
                  <a:close/>
                  <a:moveTo>
                    <a:pt x="3119" y="0"/>
                  </a:moveTo>
                  <a:cubicBezTo>
                    <a:pt x="1387" y="0"/>
                    <a:pt x="0" y="1418"/>
                    <a:pt x="0" y="3119"/>
                  </a:cubicBezTo>
                  <a:cubicBezTo>
                    <a:pt x="0" y="4852"/>
                    <a:pt x="1387" y="6238"/>
                    <a:pt x="3119" y="6238"/>
                  </a:cubicBezTo>
                  <a:cubicBezTo>
                    <a:pt x="4852" y="6238"/>
                    <a:pt x="6238" y="4820"/>
                    <a:pt x="6238" y="3119"/>
                  </a:cubicBezTo>
                  <a:cubicBezTo>
                    <a:pt x="6238" y="1386"/>
                    <a:pt x="4821" y="0"/>
                    <a:pt x="3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1" name="Google Shape;3481;p59"/>
            <p:cNvSpPr/>
            <p:nvPr/>
          </p:nvSpPr>
          <p:spPr>
            <a:xfrm>
              <a:off x="1412450" y="1954475"/>
              <a:ext cx="297750" cy="296175"/>
            </a:xfrm>
            <a:custGeom>
              <a:avLst/>
              <a:gdLst/>
              <a:ahLst/>
              <a:cxnLst/>
              <a:rect l="l" t="t" r="r" b="b"/>
              <a:pathLst>
                <a:path w="11910" h="11847" extrusionOk="0">
                  <a:moveTo>
                    <a:pt x="6365" y="662"/>
                  </a:moveTo>
                  <a:lnTo>
                    <a:pt x="6522" y="1513"/>
                  </a:lnTo>
                  <a:cubicBezTo>
                    <a:pt x="6554" y="1702"/>
                    <a:pt x="6617" y="1765"/>
                    <a:pt x="6774" y="1797"/>
                  </a:cubicBezTo>
                  <a:cubicBezTo>
                    <a:pt x="7342" y="1923"/>
                    <a:pt x="7814" y="2112"/>
                    <a:pt x="8287" y="2427"/>
                  </a:cubicBezTo>
                  <a:cubicBezTo>
                    <a:pt x="8350" y="2474"/>
                    <a:pt x="8421" y="2498"/>
                    <a:pt x="8488" y="2498"/>
                  </a:cubicBezTo>
                  <a:cubicBezTo>
                    <a:pt x="8554" y="2498"/>
                    <a:pt x="8618" y="2474"/>
                    <a:pt x="8665" y="2427"/>
                  </a:cubicBezTo>
                  <a:lnTo>
                    <a:pt x="9389" y="1923"/>
                  </a:lnTo>
                  <a:lnTo>
                    <a:pt x="9925" y="2490"/>
                  </a:lnTo>
                  <a:lnTo>
                    <a:pt x="9421" y="3183"/>
                  </a:lnTo>
                  <a:cubicBezTo>
                    <a:pt x="9358" y="3309"/>
                    <a:pt x="9358" y="3466"/>
                    <a:pt x="9421" y="3592"/>
                  </a:cubicBezTo>
                  <a:cubicBezTo>
                    <a:pt x="9736" y="4065"/>
                    <a:pt x="9925" y="4537"/>
                    <a:pt x="10051" y="5073"/>
                  </a:cubicBezTo>
                  <a:cubicBezTo>
                    <a:pt x="10082" y="5231"/>
                    <a:pt x="10209" y="5294"/>
                    <a:pt x="10335" y="5357"/>
                  </a:cubicBezTo>
                  <a:lnTo>
                    <a:pt x="11185" y="5514"/>
                  </a:lnTo>
                  <a:lnTo>
                    <a:pt x="11185" y="6302"/>
                  </a:lnTo>
                  <a:lnTo>
                    <a:pt x="10335" y="6459"/>
                  </a:lnTo>
                  <a:cubicBezTo>
                    <a:pt x="10177" y="6491"/>
                    <a:pt x="10082" y="6585"/>
                    <a:pt x="10051" y="6743"/>
                  </a:cubicBezTo>
                  <a:cubicBezTo>
                    <a:pt x="9925" y="7278"/>
                    <a:pt x="9736" y="7751"/>
                    <a:pt x="9421" y="8224"/>
                  </a:cubicBezTo>
                  <a:cubicBezTo>
                    <a:pt x="9358" y="8350"/>
                    <a:pt x="9358" y="8507"/>
                    <a:pt x="9421" y="8633"/>
                  </a:cubicBezTo>
                  <a:lnTo>
                    <a:pt x="9925" y="9326"/>
                  </a:lnTo>
                  <a:lnTo>
                    <a:pt x="9389" y="9893"/>
                  </a:lnTo>
                  <a:lnTo>
                    <a:pt x="8665" y="9358"/>
                  </a:lnTo>
                  <a:cubicBezTo>
                    <a:pt x="8618" y="9326"/>
                    <a:pt x="8554" y="9310"/>
                    <a:pt x="8488" y="9310"/>
                  </a:cubicBezTo>
                  <a:cubicBezTo>
                    <a:pt x="8421" y="9310"/>
                    <a:pt x="8350" y="9326"/>
                    <a:pt x="8287" y="9358"/>
                  </a:cubicBezTo>
                  <a:cubicBezTo>
                    <a:pt x="7814" y="9673"/>
                    <a:pt x="7342" y="9893"/>
                    <a:pt x="6774" y="9988"/>
                  </a:cubicBezTo>
                  <a:cubicBezTo>
                    <a:pt x="6617" y="10051"/>
                    <a:pt x="6554" y="10145"/>
                    <a:pt x="6522" y="10271"/>
                  </a:cubicBezTo>
                  <a:lnTo>
                    <a:pt x="6365" y="11153"/>
                  </a:lnTo>
                  <a:lnTo>
                    <a:pt x="5577" y="11153"/>
                  </a:lnTo>
                  <a:lnTo>
                    <a:pt x="5420" y="10271"/>
                  </a:lnTo>
                  <a:cubicBezTo>
                    <a:pt x="5357" y="10114"/>
                    <a:pt x="5294" y="10051"/>
                    <a:pt x="5136" y="9988"/>
                  </a:cubicBezTo>
                  <a:cubicBezTo>
                    <a:pt x="4569" y="9893"/>
                    <a:pt x="4097" y="9673"/>
                    <a:pt x="3624" y="9358"/>
                  </a:cubicBezTo>
                  <a:cubicBezTo>
                    <a:pt x="3561" y="9326"/>
                    <a:pt x="3498" y="9310"/>
                    <a:pt x="3435" y="9310"/>
                  </a:cubicBezTo>
                  <a:cubicBezTo>
                    <a:pt x="3372" y="9310"/>
                    <a:pt x="3309" y="9326"/>
                    <a:pt x="3246" y="9358"/>
                  </a:cubicBezTo>
                  <a:lnTo>
                    <a:pt x="2521" y="9893"/>
                  </a:lnTo>
                  <a:lnTo>
                    <a:pt x="1986" y="9326"/>
                  </a:lnTo>
                  <a:lnTo>
                    <a:pt x="2490" y="8633"/>
                  </a:lnTo>
                  <a:cubicBezTo>
                    <a:pt x="2584" y="8507"/>
                    <a:pt x="2584" y="8350"/>
                    <a:pt x="2490" y="8224"/>
                  </a:cubicBezTo>
                  <a:cubicBezTo>
                    <a:pt x="2175" y="7751"/>
                    <a:pt x="1986" y="7278"/>
                    <a:pt x="1860" y="6743"/>
                  </a:cubicBezTo>
                  <a:cubicBezTo>
                    <a:pt x="1828" y="6585"/>
                    <a:pt x="1702" y="6491"/>
                    <a:pt x="1576" y="6459"/>
                  </a:cubicBezTo>
                  <a:lnTo>
                    <a:pt x="726" y="6302"/>
                  </a:lnTo>
                  <a:lnTo>
                    <a:pt x="726" y="5514"/>
                  </a:lnTo>
                  <a:lnTo>
                    <a:pt x="1576" y="5357"/>
                  </a:lnTo>
                  <a:cubicBezTo>
                    <a:pt x="1734" y="5325"/>
                    <a:pt x="1828" y="5231"/>
                    <a:pt x="1860" y="5073"/>
                  </a:cubicBezTo>
                  <a:cubicBezTo>
                    <a:pt x="1986" y="4506"/>
                    <a:pt x="2175" y="4065"/>
                    <a:pt x="2490" y="3592"/>
                  </a:cubicBezTo>
                  <a:cubicBezTo>
                    <a:pt x="2584" y="3466"/>
                    <a:pt x="2584" y="3309"/>
                    <a:pt x="2490" y="3183"/>
                  </a:cubicBezTo>
                  <a:lnTo>
                    <a:pt x="1986" y="2490"/>
                  </a:lnTo>
                  <a:lnTo>
                    <a:pt x="2521" y="1923"/>
                  </a:lnTo>
                  <a:lnTo>
                    <a:pt x="3246" y="2427"/>
                  </a:lnTo>
                  <a:cubicBezTo>
                    <a:pt x="3309" y="2474"/>
                    <a:pt x="3372" y="2498"/>
                    <a:pt x="3435" y="2498"/>
                  </a:cubicBezTo>
                  <a:cubicBezTo>
                    <a:pt x="3498" y="2498"/>
                    <a:pt x="3561" y="2474"/>
                    <a:pt x="3624" y="2427"/>
                  </a:cubicBezTo>
                  <a:cubicBezTo>
                    <a:pt x="4097" y="2112"/>
                    <a:pt x="4569" y="1923"/>
                    <a:pt x="5136" y="1797"/>
                  </a:cubicBezTo>
                  <a:cubicBezTo>
                    <a:pt x="5294" y="1765"/>
                    <a:pt x="5357" y="1639"/>
                    <a:pt x="5420" y="1513"/>
                  </a:cubicBezTo>
                  <a:lnTo>
                    <a:pt x="5577" y="662"/>
                  </a:lnTo>
                  <a:close/>
                  <a:moveTo>
                    <a:pt x="5262" y="1"/>
                  </a:moveTo>
                  <a:cubicBezTo>
                    <a:pt x="5073" y="1"/>
                    <a:pt x="4916" y="127"/>
                    <a:pt x="4884" y="284"/>
                  </a:cubicBezTo>
                  <a:lnTo>
                    <a:pt x="4727" y="1166"/>
                  </a:lnTo>
                  <a:cubicBezTo>
                    <a:pt x="4254" y="1292"/>
                    <a:pt x="3813" y="1481"/>
                    <a:pt x="3435" y="1734"/>
                  </a:cubicBezTo>
                  <a:lnTo>
                    <a:pt x="2679" y="1229"/>
                  </a:lnTo>
                  <a:cubicBezTo>
                    <a:pt x="2610" y="1174"/>
                    <a:pt x="2541" y="1149"/>
                    <a:pt x="2474" y="1149"/>
                  </a:cubicBezTo>
                  <a:cubicBezTo>
                    <a:pt x="2389" y="1149"/>
                    <a:pt x="2309" y="1190"/>
                    <a:pt x="2238" y="1261"/>
                  </a:cubicBezTo>
                  <a:lnTo>
                    <a:pt x="1261" y="2238"/>
                  </a:lnTo>
                  <a:cubicBezTo>
                    <a:pt x="1135" y="2364"/>
                    <a:pt x="1135" y="2553"/>
                    <a:pt x="1230" y="2679"/>
                  </a:cubicBezTo>
                  <a:lnTo>
                    <a:pt x="1734" y="3435"/>
                  </a:lnTo>
                  <a:cubicBezTo>
                    <a:pt x="1513" y="3813"/>
                    <a:pt x="1324" y="4254"/>
                    <a:pt x="1198" y="4726"/>
                  </a:cubicBezTo>
                  <a:lnTo>
                    <a:pt x="284" y="4884"/>
                  </a:lnTo>
                  <a:cubicBezTo>
                    <a:pt x="127" y="4915"/>
                    <a:pt x="1" y="5042"/>
                    <a:pt x="1" y="5231"/>
                  </a:cubicBezTo>
                  <a:lnTo>
                    <a:pt x="1" y="6617"/>
                  </a:lnTo>
                  <a:cubicBezTo>
                    <a:pt x="64" y="6774"/>
                    <a:pt x="158" y="6932"/>
                    <a:pt x="316" y="6963"/>
                  </a:cubicBezTo>
                  <a:lnTo>
                    <a:pt x="1230" y="7121"/>
                  </a:lnTo>
                  <a:cubicBezTo>
                    <a:pt x="1356" y="7593"/>
                    <a:pt x="1545" y="8034"/>
                    <a:pt x="1797" y="8413"/>
                  </a:cubicBezTo>
                  <a:lnTo>
                    <a:pt x="1261" y="9169"/>
                  </a:lnTo>
                  <a:cubicBezTo>
                    <a:pt x="1167" y="9295"/>
                    <a:pt x="1198" y="9484"/>
                    <a:pt x="1324" y="9610"/>
                  </a:cubicBezTo>
                  <a:lnTo>
                    <a:pt x="2301" y="10586"/>
                  </a:lnTo>
                  <a:cubicBezTo>
                    <a:pt x="2368" y="10654"/>
                    <a:pt x="2454" y="10685"/>
                    <a:pt x="2533" y="10685"/>
                  </a:cubicBezTo>
                  <a:cubicBezTo>
                    <a:pt x="2602" y="10685"/>
                    <a:pt x="2666" y="10662"/>
                    <a:pt x="2710" y="10618"/>
                  </a:cubicBezTo>
                  <a:lnTo>
                    <a:pt x="3466" y="10114"/>
                  </a:lnTo>
                  <a:cubicBezTo>
                    <a:pt x="3876" y="10366"/>
                    <a:pt x="4286" y="10555"/>
                    <a:pt x="4790" y="10681"/>
                  </a:cubicBezTo>
                  <a:lnTo>
                    <a:pt x="4947" y="11563"/>
                  </a:lnTo>
                  <a:cubicBezTo>
                    <a:pt x="4979" y="11721"/>
                    <a:pt x="5105" y="11847"/>
                    <a:pt x="5294" y="11847"/>
                  </a:cubicBezTo>
                  <a:lnTo>
                    <a:pt x="6680" y="11847"/>
                  </a:lnTo>
                  <a:cubicBezTo>
                    <a:pt x="6837" y="11847"/>
                    <a:pt x="6995" y="11721"/>
                    <a:pt x="7027" y="11563"/>
                  </a:cubicBezTo>
                  <a:lnTo>
                    <a:pt x="7184" y="10681"/>
                  </a:lnTo>
                  <a:cubicBezTo>
                    <a:pt x="7657" y="10555"/>
                    <a:pt x="8098" y="10366"/>
                    <a:pt x="8476" y="10114"/>
                  </a:cubicBezTo>
                  <a:lnTo>
                    <a:pt x="9232" y="10618"/>
                  </a:lnTo>
                  <a:cubicBezTo>
                    <a:pt x="9301" y="10673"/>
                    <a:pt x="9370" y="10698"/>
                    <a:pt x="9436" y="10698"/>
                  </a:cubicBezTo>
                  <a:cubicBezTo>
                    <a:pt x="9521" y="10698"/>
                    <a:pt x="9602" y="10657"/>
                    <a:pt x="9673" y="10586"/>
                  </a:cubicBezTo>
                  <a:lnTo>
                    <a:pt x="10650" y="9610"/>
                  </a:lnTo>
                  <a:cubicBezTo>
                    <a:pt x="10776" y="9484"/>
                    <a:pt x="10776" y="9295"/>
                    <a:pt x="10681" y="9169"/>
                  </a:cubicBezTo>
                  <a:lnTo>
                    <a:pt x="10177" y="8413"/>
                  </a:lnTo>
                  <a:cubicBezTo>
                    <a:pt x="10398" y="8034"/>
                    <a:pt x="10618" y="7593"/>
                    <a:pt x="10713" y="7121"/>
                  </a:cubicBezTo>
                  <a:lnTo>
                    <a:pt x="11626" y="6963"/>
                  </a:lnTo>
                  <a:cubicBezTo>
                    <a:pt x="11784" y="6932"/>
                    <a:pt x="11910" y="6806"/>
                    <a:pt x="11910" y="6617"/>
                  </a:cubicBezTo>
                  <a:lnTo>
                    <a:pt x="11910" y="5231"/>
                  </a:lnTo>
                  <a:cubicBezTo>
                    <a:pt x="11910" y="5073"/>
                    <a:pt x="11784" y="4915"/>
                    <a:pt x="11626" y="4884"/>
                  </a:cubicBezTo>
                  <a:lnTo>
                    <a:pt x="10713" y="4726"/>
                  </a:lnTo>
                  <a:cubicBezTo>
                    <a:pt x="10618" y="4254"/>
                    <a:pt x="10398" y="3813"/>
                    <a:pt x="10177" y="3403"/>
                  </a:cubicBezTo>
                  <a:lnTo>
                    <a:pt x="10681" y="2679"/>
                  </a:lnTo>
                  <a:cubicBezTo>
                    <a:pt x="10807" y="2553"/>
                    <a:pt x="10776" y="2364"/>
                    <a:pt x="10650" y="2238"/>
                  </a:cubicBezTo>
                  <a:lnTo>
                    <a:pt x="9673" y="1261"/>
                  </a:lnTo>
                  <a:cubicBezTo>
                    <a:pt x="9605" y="1193"/>
                    <a:pt x="9520" y="1162"/>
                    <a:pt x="9435" y="1162"/>
                  </a:cubicBezTo>
                  <a:cubicBezTo>
                    <a:pt x="9362" y="1162"/>
                    <a:pt x="9290" y="1186"/>
                    <a:pt x="9232" y="1229"/>
                  </a:cubicBezTo>
                  <a:lnTo>
                    <a:pt x="8476" y="1734"/>
                  </a:lnTo>
                  <a:cubicBezTo>
                    <a:pt x="8098" y="1481"/>
                    <a:pt x="7657" y="1292"/>
                    <a:pt x="7184" y="1166"/>
                  </a:cubicBezTo>
                  <a:lnTo>
                    <a:pt x="6995" y="284"/>
                  </a:lnTo>
                  <a:cubicBezTo>
                    <a:pt x="6932" y="127"/>
                    <a:pt x="6837" y="1"/>
                    <a:pt x="6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482" name="Google Shape;3482;p59"/>
          <p:cNvGrpSpPr/>
          <p:nvPr/>
        </p:nvGrpSpPr>
        <p:grpSpPr>
          <a:xfrm>
            <a:off x="5426990" y="2705685"/>
            <a:ext cx="238617" cy="238437"/>
            <a:chOff x="1413250" y="2680675"/>
            <a:chExt cx="297750" cy="297525"/>
          </a:xfrm>
        </p:grpSpPr>
        <p:sp>
          <p:nvSpPr>
            <p:cNvPr id="3483" name="Google Shape;3483;p59"/>
            <p:cNvSpPr/>
            <p:nvPr/>
          </p:nvSpPr>
          <p:spPr>
            <a:xfrm>
              <a:off x="1413250" y="2680675"/>
              <a:ext cx="297750" cy="297525"/>
            </a:xfrm>
            <a:custGeom>
              <a:avLst/>
              <a:gdLst/>
              <a:ahLst/>
              <a:cxnLst/>
              <a:rect l="l" t="t" r="r" b="b"/>
              <a:pathLst>
                <a:path w="11910" h="11901" extrusionOk="0">
                  <a:moveTo>
                    <a:pt x="10460" y="1418"/>
                  </a:moveTo>
                  <a:lnTo>
                    <a:pt x="10460" y="7719"/>
                  </a:lnTo>
                  <a:lnTo>
                    <a:pt x="1387" y="7719"/>
                  </a:lnTo>
                  <a:lnTo>
                    <a:pt x="1387" y="1418"/>
                  </a:lnTo>
                  <a:close/>
                  <a:moveTo>
                    <a:pt x="5577" y="8380"/>
                  </a:moveTo>
                  <a:lnTo>
                    <a:pt x="5577" y="9105"/>
                  </a:lnTo>
                  <a:lnTo>
                    <a:pt x="5167" y="9105"/>
                  </a:lnTo>
                  <a:lnTo>
                    <a:pt x="5451" y="8380"/>
                  </a:lnTo>
                  <a:close/>
                  <a:moveTo>
                    <a:pt x="6396" y="8380"/>
                  </a:moveTo>
                  <a:lnTo>
                    <a:pt x="6679" y="9105"/>
                  </a:lnTo>
                  <a:lnTo>
                    <a:pt x="6270" y="9105"/>
                  </a:lnTo>
                  <a:lnTo>
                    <a:pt x="6270" y="8380"/>
                  </a:lnTo>
                  <a:close/>
                  <a:moveTo>
                    <a:pt x="5955" y="0"/>
                  </a:moveTo>
                  <a:cubicBezTo>
                    <a:pt x="5766" y="0"/>
                    <a:pt x="5608" y="158"/>
                    <a:pt x="5608" y="347"/>
                  </a:cubicBezTo>
                  <a:lnTo>
                    <a:pt x="5608" y="725"/>
                  </a:lnTo>
                  <a:lnTo>
                    <a:pt x="378" y="725"/>
                  </a:lnTo>
                  <a:cubicBezTo>
                    <a:pt x="158" y="725"/>
                    <a:pt x="0" y="882"/>
                    <a:pt x="0" y="1071"/>
                  </a:cubicBezTo>
                  <a:cubicBezTo>
                    <a:pt x="0" y="1260"/>
                    <a:pt x="158" y="1418"/>
                    <a:pt x="378" y="1418"/>
                  </a:cubicBezTo>
                  <a:lnTo>
                    <a:pt x="725" y="1418"/>
                  </a:lnTo>
                  <a:lnTo>
                    <a:pt x="725" y="7719"/>
                  </a:lnTo>
                  <a:lnTo>
                    <a:pt x="378" y="7719"/>
                  </a:lnTo>
                  <a:cubicBezTo>
                    <a:pt x="189" y="7719"/>
                    <a:pt x="32" y="7876"/>
                    <a:pt x="32" y="8097"/>
                  </a:cubicBezTo>
                  <a:cubicBezTo>
                    <a:pt x="32" y="8286"/>
                    <a:pt x="189" y="8443"/>
                    <a:pt x="378" y="8443"/>
                  </a:cubicBezTo>
                  <a:lnTo>
                    <a:pt x="4758" y="8443"/>
                  </a:lnTo>
                  <a:lnTo>
                    <a:pt x="3560" y="11436"/>
                  </a:lnTo>
                  <a:cubicBezTo>
                    <a:pt x="3497" y="11625"/>
                    <a:pt x="3560" y="11814"/>
                    <a:pt x="3749" y="11877"/>
                  </a:cubicBezTo>
                  <a:cubicBezTo>
                    <a:pt x="3803" y="11893"/>
                    <a:pt x="3855" y="11901"/>
                    <a:pt x="3903" y="11901"/>
                  </a:cubicBezTo>
                  <a:cubicBezTo>
                    <a:pt x="4052" y="11901"/>
                    <a:pt x="4167" y="11824"/>
                    <a:pt x="4191" y="11657"/>
                  </a:cubicBezTo>
                  <a:lnTo>
                    <a:pt x="4947" y="9830"/>
                  </a:lnTo>
                  <a:lnTo>
                    <a:pt x="5608" y="9830"/>
                  </a:lnTo>
                  <a:lnTo>
                    <a:pt x="5608" y="10838"/>
                  </a:lnTo>
                  <a:cubicBezTo>
                    <a:pt x="5608" y="11027"/>
                    <a:pt x="5766" y="11184"/>
                    <a:pt x="5955" y="11184"/>
                  </a:cubicBezTo>
                  <a:cubicBezTo>
                    <a:pt x="6175" y="11184"/>
                    <a:pt x="6333" y="11027"/>
                    <a:pt x="6333" y="10838"/>
                  </a:cubicBezTo>
                  <a:lnTo>
                    <a:pt x="6333" y="9830"/>
                  </a:lnTo>
                  <a:lnTo>
                    <a:pt x="6995" y="9830"/>
                  </a:lnTo>
                  <a:lnTo>
                    <a:pt x="7751" y="11657"/>
                  </a:lnTo>
                  <a:cubicBezTo>
                    <a:pt x="7798" y="11824"/>
                    <a:pt x="7918" y="11901"/>
                    <a:pt x="8042" y="11901"/>
                  </a:cubicBezTo>
                  <a:cubicBezTo>
                    <a:pt x="8082" y="11901"/>
                    <a:pt x="8122" y="11893"/>
                    <a:pt x="8160" y="11877"/>
                  </a:cubicBezTo>
                  <a:cubicBezTo>
                    <a:pt x="8381" y="11783"/>
                    <a:pt x="8444" y="11594"/>
                    <a:pt x="8381" y="11436"/>
                  </a:cubicBezTo>
                  <a:lnTo>
                    <a:pt x="7184" y="8443"/>
                  </a:lnTo>
                  <a:lnTo>
                    <a:pt x="11563" y="8443"/>
                  </a:lnTo>
                  <a:cubicBezTo>
                    <a:pt x="11752" y="8443"/>
                    <a:pt x="11909" y="8286"/>
                    <a:pt x="11909" y="8097"/>
                  </a:cubicBezTo>
                  <a:cubicBezTo>
                    <a:pt x="11909" y="7876"/>
                    <a:pt x="11752" y="7719"/>
                    <a:pt x="11563" y="7719"/>
                  </a:cubicBezTo>
                  <a:lnTo>
                    <a:pt x="11185" y="7719"/>
                  </a:lnTo>
                  <a:lnTo>
                    <a:pt x="11185" y="1418"/>
                  </a:lnTo>
                  <a:lnTo>
                    <a:pt x="11563" y="1418"/>
                  </a:lnTo>
                  <a:cubicBezTo>
                    <a:pt x="11752" y="1418"/>
                    <a:pt x="11909" y="1260"/>
                    <a:pt x="11909" y="1071"/>
                  </a:cubicBezTo>
                  <a:cubicBezTo>
                    <a:pt x="11909" y="882"/>
                    <a:pt x="11752" y="725"/>
                    <a:pt x="11563" y="725"/>
                  </a:cubicBezTo>
                  <a:lnTo>
                    <a:pt x="6301" y="725"/>
                  </a:lnTo>
                  <a:lnTo>
                    <a:pt x="6301" y="347"/>
                  </a:lnTo>
                  <a:cubicBezTo>
                    <a:pt x="6301" y="158"/>
                    <a:pt x="6144" y="0"/>
                    <a:pt x="59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4" name="Google Shape;3484;p59"/>
            <p:cNvSpPr/>
            <p:nvPr/>
          </p:nvSpPr>
          <p:spPr>
            <a:xfrm>
              <a:off x="1465225" y="2805100"/>
              <a:ext cx="52800" cy="52025"/>
            </a:xfrm>
            <a:custGeom>
              <a:avLst/>
              <a:gdLst/>
              <a:ahLst/>
              <a:cxnLst/>
              <a:rect l="l" t="t" r="r" b="b"/>
              <a:pathLst>
                <a:path w="2112" h="2081" extrusionOk="0">
                  <a:moveTo>
                    <a:pt x="1387" y="663"/>
                  </a:moveTo>
                  <a:lnTo>
                    <a:pt x="1387" y="1387"/>
                  </a:lnTo>
                  <a:lnTo>
                    <a:pt x="694" y="1387"/>
                  </a:lnTo>
                  <a:lnTo>
                    <a:pt x="694" y="663"/>
                  </a:lnTo>
                  <a:close/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lnTo>
                    <a:pt x="1" y="1734"/>
                  </a:lnTo>
                  <a:cubicBezTo>
                    <a:pt x="1" y="1923"/>
                    <a:pt x="158" y="2080"/>
                    <a:pt x="347" y="2080"/>
                  </a:cubicBezTo>
                  <a:lnTo>
                    <a:pt x="1765" y="2080"/>
                  </a:lnTo>
                  <a:cubicBezTo>
                    <a:pt x="1954" y="2080"/>
                    <a:pt x="2112" y="1923"/>
                    <a:pt x="2112" y="1734"/>
                  </a:cubicBezTo>
                  <a:lnTo>
                    <a:pt x="2112" y="347"/>
                  </a:lnTo>
                  <a:cubicBezTo>
                    <a:pt x="2112" y="158"/>
                    <a:pt x="1954" y="1"/>
                    <a:pt x="17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5" name="Google Shape;3485;p59"/>
            <p:cNvSpPr/>
            <p:nvPr/>
          </p:nvSpPr>
          <p:spPr>
            <a:xfrm>
              <a:off x="1535325" y="2769675"/>
              <a:ext cx="52800" cy="87450"/>
            </a:xfrm>
            <a:custGeom>
              <a:avLst/>
              <a:gdLst/>
              <a:ahLst/>
              <a:cxnLst/>
              <a:rect l="l" t="t" r="r" b="b"/>
              <a:pathLst>
                <a:path w="2112" h="3498" extrusionOk="0">
                  <a:moveTo>
                    <a:pt x="1387" y="662"/>
                  </a:moveTo>
                  <a:lnTo>
                    <a:pt x="1387" y="2741"/>
                  </a:lnTo>
                  <a:lnTo>
                    <a:pt x="694" y="2741"/>
                  </a:lnTo>
                  <a:lnTo>
                    <a:pt x="694" y="662"/>
                  </a:lnTo>
                  <a:close/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3151"/>
                  </a:lnTo>
                  <a:cubicBezTo>
                    <a:pt x="1" y="3340"/>
                    <a:pt x="158" y="3497"/>
                    <a:pt x="379" y="3497"/>
                  </a:cubicBezTo>
                  <a:lnTo>
                    <a:pt x="1733" y="3497"/>
                  </a:lnTo>
                  <a:lnTo>
                    <a:pt x="1733" y="3466"/>
                  </a:lnTo>
                  <a:cubicBezTo>
                    <a:pt x="1954" y="3466"/>
                    <a:pt x="2112" y="3308"/>
                    <a:pt x="2112" y="3119"/>
                  </a:cubicBezTo>
                  <a:lnTo>
                    <a:pt x="2112" y="347"/>
                  </a:lnTo>
                  <a:cubicBezTo>
                    <a:pt x="2112" y="158"/>
                    <a:pt x="1954" y="0"/>
                    <a:pt x="17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6" name="Google Shape;3486;p59"/>
            <p:cNvSpPr/>
            <p:nvPr/>
          </p:nvSpPr>
          <p:spPr>
            <a:xfrm>
              <a:off x="1604650" y="2733425"/>
              <a:ext cx="52775" cy="122900"/>
            </a:xfrm>
            <a:custGeom>
              <a:avLst/>
              <a:gdLst/>
              <a:ahLst/>
              <a:cxnLst/>
              <a:rect l="l" t="t" r="r" b="b"/>
              <a:pathLst>
                <a:path w="2111" h="4916" extrusionOk="0">
                  <a:moveTo>
                    <a:pt x="1418" y="726"/>
                  </a:moveTo>
                  <a:lnTo>
                    <a:pt x="1418" y="4254"/>
                  </a:lnTo>
                  <a:lnTo>
                    <a:pt x="725" y="4254"/>
                  </a:lnTo>
                  <a:lnTo>
                    <a:pt x="725" y="726"/>
                  </a:lnTo>
                  <a:close/>
                  <a:moveTo>
                    <a:pt x="347" y="1"/>
                  </a:moveTo>
                  <a:cubicBezTo>
                    <a:pt x="158" y="1"/>
                    <a:pt x="0" y="159"/>
                    <a:pt x="0" y="348"/>
                  </a:cubicBezTo>
                  <a:lnTo>
                    <a:pt x="0" y="4569"/>
                  </a:lnTo>
                  <a:cubicBezTo>
                    <a:pt x="0" y="4758"/>
                    <a:pt x="158" y="4916"/>
                    <a:pt x="347" y="4916"/>
                  </a:cubicBezTo>
                  <a:lnTo>
                    <a:pt x="1764" y="4916"/>
                  </a:lnTo>
                  <a:cubicBezTo>
                    <a:pt x="1953" y="4916"/>
                    <a:pt x="2111" y="4758"/>
                    <a:pt x="2111" y="4569"/>
                  </a:cubicBezTo>
                  <a:lnTo>
                    <a:pt x="2111" y="348"/>
                  </a:lnTo>
                  <a:cubicBezTo>
                    <a:pt x="2111" y="159"/>
                    <a:pt x="1953" y="1"/>
                    <a:pt x="17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87" name="Google Shape;3487;p59"/>
          <p:cNvSpPr/>
          <p:nvPr/>
        </p:nvSpPr>
        <p:spPr>
          <a:xfrm>
            <a:off x="3495340" y="2944030"/>
            <a:ext cx="183701" cy="237335"/>
          </a:xfrm>
          <a:custGeom>
            <a:avLst/>
            <a:gdLst/>
            <a:ahLst/>
            <a:cxnLst/>
            <a:rect l="l" t="t" r="r" b="b"/>
            <a:pathLst>
              <a:path w="9169" h="11846" extrusionOk="0">
                <a:moveTo>
                  <a:pt x="4695" y="2079"/>
                </a:moveTo>
                <a:cubicBezTo>
                  <a:pt x="5073" y="2079"/>
                  <a:pt x="5388" y="2394"/>
                  <a:pt x="5388" y="2772"/>
                </a:cubicBezTo>
                <a:cubicBezTo>
                  <a:pt x="5388" y="3181"/>
                  <a:pt x="5073" y="3496"/>
                  <a:pt x="4695" y="3496"/>
                </a:cubicBezTo>
                <a:cubicBezTo>
                  <a:pt x="4285" y="3496"/>
                  <a:pt x="3970" y="3181"/>
                  <a:pt x="3970" y="2772"/>
                </a:cubicBezTo>
                <a:cubicBezTo>
                  <a:pt x="3970" y="2394"/>
                  <a:pt x="4285" y="2079"/>
                  <a:pt x="4695" y="2079"/>
                </a:cubicBezTo>
                <a:close/>
                <a:moveTo>
                  <a:pt x="4695" y="4189"/>
                </a:moveTo>
                <a:cubicBezTo>
                  <a:pt x="5640" y="4189"/>
                  <a:pt x="6428" y="4977"/>
                  <a:pt x="6428" y="5922"/>
                </a:cubicBezTo>
                <a:lnTo>
                  <a:pt x="6428" y="6300"/>
                </a:lnTo>
                <a:lnTo>
                  <a:pt x="2962" y="6300"/>
                </a:lnTo>
                <a:lnTo>
                  <a:pt x="2962" y="5922"/>
                </a:lnTo>
                <a:cubicBezTo>
                  <a:pt x="2962" y="4945"/>
                  <a:pt x="3750" y="4189"/>
                  <a:pt x="4695" y="4189"/>
                </a:cubicBezTo>
                <a:close/>
                <a:moveTo>
                  <a:pt x="4730" y="664"/>
                </a:moveTo>
                <a:cubicBezTo>
                  <a:pt x="6870" y="664"/>
                  <a:pt x="8538" y="2418"/>
                  <a:pt x="8538" y="4473"/>
                </a:cubicBezTo>
                <a:cubicBezTo>
                  <a:pt x="8538" y="5544"/>
                  <a:pt x="8097" y="6552"/>
                  <a:pt x="7310" y="7277"/>
                </a:cubicBezTo>
                <a:cubicBezTo>
                  <a:pt x="7215" y="7403"/>
                  <a:pt x="7121" y="7466"/>
                  <a:pt x="6995" y="7497"/>
                </a:cubicBezTo>
                <a:cubicBezTo>
                  <a:pt x="6774" y="7718"/>
                  <a:pt x="6522" y="7907"/>
                  <a:pt x="6459" y="8285"/>
                </a:cubicBezTo>
                <a:lnTo>
                  <a:pt x="5041" y="8285"/>
                </a:lnTo>
                <a:lnTo>
                  <a:pt x="5041" y="6993"/>
                </a:lnTo>
                <a:lnTo>
                  <a:pt x="6774" y="6993"/>
                </a:lnTo>
                <a:cubicBezTo>
                  <a:pt x="6963" y="6993"/>
                  <a:pt x="7121" y="6836"/>
                  <a:pt x="7121" y="6647"/>
                </a:cubicBezTo>
                <a:lnTo>
                  <a:pt x="7121" y="5922"/>
                </a:lnTo>
                <a:cubicBezTo>
                  <a:pt x="7121" y="4945"/>
                  <a:pt x="6585" y="4126"/>
                  <a:pt x="5734" y="3717"/>
                </a:cubicBezTo>
                <a:cubicBezTo>
                  <a:pt x="5987" y="3496"/>
                  <a:pt x="6113" y="3181"/>
                  <a:pt x="6113" y="2835"/>
                </a:cubicBezTo>
                <a:cubicBezTo>
                  <a:pt x="6113" y="2079"/>
                  <a:pt x="5482" y="1448"/>
                  <a:pt x="4726" y="1448"/>
                </a:cubicBezTo>
                <a:cubicBezTo>
                  <a:pt x="3970" y="1448"/>
                  <a:pt x="3340" y="2079"/>
                  <a:pt x="3340" y="2835"/>
                </a:cubicBezTo>
                <a:cubicBezTo>
                  <a:pt x="3340" y="3181"/>
                  <a:pt x="3466" y="3496"/>
                  <a:pt x="3687" y="3717"/>
                </a:cubicBezTo>
                <a:cubicBezTo>
                  <a:pt x="2868" y="4126"/>
                  <a:pt x="2332" y="4945"/>
                  <a:pt x="2332" y="5922"/>
                </a:cubicBezTo>
                <a:lnTo>
                  <a:pt x="2332" y="6647"/>
                </a:lnTo>
                <a:cubicBezTo>
                  <a:pt x="2332" y="6836"/>
                  <a:pt x="2489" y="6993"/>
                  <a:pt x="2679" y="6993"/>
                </a:cubicBezTo>
                <a:lnTo>
                  <a:pt x="4411" y="6993"/>
                </a:lnTo>
                <a:lnTo>
                  <a:pt x="4411" y="8411"/>
                </a:lnTo>
                <a:lnTo>
                  <a:pt x="2931" y="8411"/>
                </a:lnTo>
                <a:lnTo>
                  <a:pt x="2931" y="8380"/>
                </a:lnTo>
                <a:cubicBezTo>
                  <a:pt x="2836" y="7938"/>
                  <a:pt x="2615" y="7749"/>
                  <a:pt x="2363" y="7560"/>
                </a:cubicBezTo>
                <a:cubicBezTo>
                  <a:pt x="2300" y="7466"/>
                  <a:pt x="2174" y="7403"/>
                  <a:pt x="2048" y="7277"/>
                </a:cubicBezTo>
                <a:cubicBezTo>
                  <a:pt x="1135" y="6395"/>
                  <a:pt x="757" y="5135"/>
                  <a:pt x="946" y="3874"/>
                </a:cubicBezTo>
                <a:cubicBezTo>
                  <a:pt x="1198" y="2236"/>
                  <a:pt x="2615" y="881"/>
                  <a:pt x="4254" y="692"/>
                </a:cubicBezTo>
                <a:cubicBezTo>
                  <a:pt x="4415" y="673"/>
                  <a:pt x="4574" y="664"/>
                  <a:pt x="4730" y="664"/>
                </a:cubicBezTo>
                <a:close/>
                <a:moveTo>
                  <a:pt x="6428" y="9073"/>
                </a:moveTo>
                <a:lnTo>
                  <a:pt x="6428" y="9419"/>
                </a:lnTo>
                <a:cubicBezTo>
                  <a:pt x="6428" y="9640"/>
                  <a:pt x="6270" y="9797"/>
                  <a:pt x="6081" y="9797"/>
                </a:cubicBezTo>
                <a:lnTo>
                  <a:pt x="3309" y="9797"/>
                </a:lnTo>
                <a:cubicBezTo>
                  <a:pt x="3120" y="9797"/>
                  <a:pt x="2962" y="9640"/>
                  <a:pt x="2962" y="9419"/>
                </a:cubicBezTo>
                <a:lnTo>
                  <a:pt x="2962" y="9073"/>
                </a:lnTo>
                <a:close/>
                <a:moveTo>
                  <a:pt x="5703" y="10459"/>
                </a:moveTo>
                <a:lnTo>
                  <a:pt x="5703" y="10805"/>
                </a:lnTo>
                <a:cubicBezTo>
                  <a:pt x="5703" y="10994"/>
                  <a:pt x="5545" y="11183"/>
                  <a:pt x="5356" y="11183"/>
                </a:cubicBezTo>
                <a:lnTo>
                  <a:pt x="3970" y="11183"/>
                </a:lnTo>
                <a:cubicBezTo>
                  <a:pt x="3781" y="11183"/>
                  <a:pt x="3624" y="10994"/>
                  <a:pt x="3624" y="10805"/>
                </a:cubicBezTo>
                <a:lnTo>
                  <a:pt x="3624" y="10459"/>
                </a:lnTo>
                <a:close/>
                <a:moveTo>
                  <a:pt x="4662" y="0"/>
                </a:moveTo>
                <a:cubicBezTo>
                  <a:pt x="4486" y="0"/>
                  <a:pt x="4308" y="10"/>
                  <a:pt x="4128" y="31"/>
                </a:cubicBezTo>
                <a:cubicBezTo>
                  <a:pt x="2174" y="251"/>
                  <a:pt x="568" y="1827"/>
                  <a:pt x="253" y="3780"/>
                </a:cubicBezTo>
                <a:cubicBezTo>
                  <a:pt x="1" y="5229"/>
                  <a:pt x="505" y="6710"/>
                  <a:pt x="1576" y="7749"/>
                </a:cubicBezTo>
                <a:cubicBezTo>
                  <a:pt x="1733" y="7875"/>
                  <a:pt x="1859" y="7970"/>
                  <a:pt x="1922" y="8064"/>
                </a:cubicBezTo>
                <a:cubicBezTo>
                  <a:pt x="2206" y="8285"/>
                  <a:pt x="2237" y="8348"/>
                  <a:pt x="2237" y="8695"/>
                </a:cubicBezTo>
                <a:lnTo>
                  <a:pt x="2237" y="9388"/>
                </a:lnTo>
                <a:cubicBezTo>
                  <a:pt x="2237" y="9829"/>
                  <a:pt x="2521" y="10238"/>
                  <a:pt x="2962" y="10396"/>
                </a:cubicBezTo>
                <a:lnTo>
                  <a:pt x="2962" y="10774"/>
                </a:lnTo>
                <a:cubicBezTo>
                  <a:pt x="2962" y="11404"/>
                  <a:pt x="3435" y="11845"/>
                  <a:pt x="3970" y="11845"/>
                </a:cubicBezTo>
                <a:lnTo>
                  <a:pt x="5356" y="11845"/>
                </a:lnTo>
                <a:cubicBezTo>
                  <a:pt x="5955" y="11845"/>
                  <a:pt x="6396" y="11372"/>
                  <a:pt x="6396" y="10805"/>
                </a:cubicBezTo>
                <a:lnTo>
                  <a:pt x="6396" y="10427"/>
                </a:lnTo>
                <a:cubicBezTo>
                  <a:pt x="6774" y="10270"/>
                  <a:pt x="7089" y="9923"/>
                  <a:pt x="7089" y="9451"/>
                </a:cubicBezTo>
                <a:lnTo>
                  <a:pt x="7089" y="8726"/>
                </a:lnTo>
                <a:cubicBezTo>
                  <a:pt x="7089" y="8380"/>
                  <a:pt x="7121" y="8348"/>
                  <a:pt x="7404" y="8096"/>
                </a:cubicBezTo>
                <a:cubicBezTo>
                  <a:pt x="7499" y="8033"/>
                  <a:pt x="7593" y="7938"/>
                  <a:pt x="7751" y="7812"/>
                </a:cubicBezTo>
                <a:cubicBezTo>
                  <a:pt x="8664" y="6962"/>
                  <a:pt x="9169" y="5765"/>
                  <a:pt x="9169" y="4504"/>
                </a:cubicBezTo>
                <a:cubicBezTo>
                  <a:pt x="9169" y="2060"/>
                  <a:pt x="7186" y="0"/>
                  <a:pt x="46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" name="Google Shape;3492;p60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…And the Same Goes for Tables</a:t>
            </a:r>
            <a:endParaRPr/>
          </a:p>
        </p:txBody>
      </p:sp>
      <p:graphicFrame>
        <p:nvGraphicFramePr>
          <p:cNvPr id="3493" name="Google Shape;3493;p60"/>
          <p:cNvGraphicFramePr/>
          <p:nvPr/>
        </p:nvGraphicFramePr>
        <p:xfrm>
          <a:off x="1572100" y="1393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{0A411BB9-72D4-41EB-B4C0-EC4F016FDF4C}</a:tableStyleId>
              </a:tblPr>
              <a:tblGrid>
                <a:gridCol w="149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1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595959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Mass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(earths)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Diameter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(earths)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Gravity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(earths)</a:t>
                      </a:r>
                      <a:endParaRPr sz="1800">
                        <a:solidFill>
                          <a:schemeClr val="dk2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6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Mercury</a:t>
                      </a:r>
                      <a:endParaRPr sz="1800">
                        <a:solidFill>
                          <a:schemeClr val="accent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0.06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0.38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0.38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Mars</a:t>
                      </a:r>
                      <a:endParaRPr sz="1800">
                        <a:solidFill>
                          <a:schemeClr val="accent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0.11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0.53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0.38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2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accent1"/>
                          </a:solidFill>
                          <a:latin typeface="Barlow Semi Condensed Medium"/>
                          <a:ea typeface="Barlow Semi Condensed Medium"/>
                          <a:cs typeface="Barlow Semi Condensed Medium"/>
                          <a:sym typeface="Barlow Semi Condensed Medium"/>
                        </a:rPr>
                        <a:t>Saturn</a:t>
                      </a:r>
                      <a:endParaRPr sz="1800">
                        <a:solidFill>
                          <a:schemeClr val="accent1"/>
                        </a:solidFill>
                        <a:latin typeface="Barlow Semi Condensed Medium"/>
                        <a:ea typeface="Barlow Semi Condensed Medium"/>
                        <a:cs typeface="Barlow Semi Condensed Medium"/>
                        <a:sym typeface="Barlow Semi Condensed Medium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95.2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9.4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Barlow Semi Condensed"/>
                          <a:ea typeface="Barlow Semi Condensed"/>
                          <a:cs typeface="Barlow Semi Condensed"/>
                          <a:sym typeface="Barlow Semi Condensed"/>
                        </a:rPr>
                        <a:t>1.16</a:t>
                      </a:r>
                      <a:endParaRPr sz="1800">
                        <a:solidFill>
                          <a:schemeClr val="dk2"/>
                        </a:solidFill>
                        <a:latin typeface="Barlow Semi Condensed"/>
                        <a:ea typeface="Barlow Semi Condensed"/>
                        <a:cs typeface="Barlow Semi Condensed"/>
                        <a:sym typeface="Barlow Semi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8" name="Google Shape;3498;p61"/>
          <p:cNvSpPr txBox="1">
            <a:spLocks noGrp="1"/>
          </p:cNvSpPr>
          <p:nvPr>
            <p:ph type="title"/>
          </p:nvPr>
        </p:nvSpPr>
        <p:spPr>
          <a:xfrm>
            <a:off x="1807671" y="338325"/>
            <a:ext cx="55287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Maybe You Need to Divide the Content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9" name="Google Shape;3499;p61"/>
          <p:cNvSpPr/>
          <p:nvPr/>
        </p:nvSpPr>
        <p:spPr>
          <a:xfrm>
            <a:off x="4665800" y="1135707"/>
            <a:ext cx="2676000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0" name="Google Shape;3500;p61"/>
          <p:cNvSpPr/>
          <p:nvPr/>
        </p:nvSpPr>
        <p:spPr>
          <a:xfrm>
            <a:off x="4850900" y="1329357"/>
            <a:ext cx="2305800" cy="283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1" name="Google Shape;3501;p61"/>
          <p:cNvSpPr/>
          <p:nvPr/>
        </p:nvSpPr>
        <p:spPr>
          <a:xfrm>
            <a:off x="1802225" y="1135707"/>
            <a:ext cx="2676000" cy="32223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2" name="Google Shape;3502;p61"/>
          <p:cNvSpPr/>
          <p:nvPr/>
        </p:nvSpPr>
        <p:spPr>
          <a:xfrm>
            <a:off x="1987325" y="1329357"/>
            <a:ext cx="2305800" cy="2835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3" name="Google Shape;3503;p61"/>
          <p:cNvSpPr txBox="1">
            <a:spLocks noGrp="1"/>
          </p:cNvSpPr>
          <p:nvPr>
            <p:ph type="subTitle" idx="1"/>
          </p:nvPr>
        </p:nvSpPr>
        <p:spPr>
          <a:xfrm>
            <a:off x="4956048" y="2532888"/>
            <a:ext cx="2084700" cy="13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Jupiter is the biggest planet in </a:t>
            </a:r>
            <a:r>
              <a:rPr lang="en">
                <a:solidFill>
                  <a:schemeClr val="dk2"/>
                </a:solidFill>
              </a:rPr>
              <a:t>the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solidFill>
                  <a:schemeClr val="dk2"/>
                </a:solidFill>
              </a:rPr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olar </a:t>
            </a:r>
            <a:r>
              <a:rPr lang="en">
                <a:solidFill>
                  <a:schemeClr val="dk2"/>
                </a:solidFill>
              </a:rPr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ystem and the fourth-brightest one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504" name="Google Shape;3504;p61"/>
          <p:cNvSpPr txBox="1">
            <a:spLocks noGrp="1"/>
          </p:cNvSpPr>
          <p:nvPr>
            <p:ph type="subTitle" idx="2"/>
          </p:nvPr>
        </p:nvSpPr>
        <p:spPr>
          <a:xfrm>
            <a:off x="2093976" y="2532888"/>
            <a:ext cx="2084700" cy="136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Neptune is the farthest planet from the </a:t>
            </a:r>
            <a:r>
              <a:rPr lang="en">
                <a:solidFill>
                  <a:schemeClr val="dk2"/>
                </a:solidFill>
              </a:rPr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un and the fourth-largest in </a:t>
            </a:r>
            <a:r>
              <a:rPr lang="en">
                <a:solidFill>
                  <a:schemeClr val="dk2"/>
                </a:solidFill>
              </a:rPr>
              <a:t>the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 </a:t>
            </a:r>
            <a:r>
              <a:rPr lang="en">
                <a:solidFill>
                  <a:schemeClr val="dk2"/>
                </a:solidFill>
              </a:rPr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olar </a:t>
            </a:r>
            <a:r>
              <a:rPr lang="en">
                <a:solidFill>
                  <a:schemeClr val="dk2"/>
                </a:solidFill>
              </a:rPr>
              <a:t>S</a:t>
            </a: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ystem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505" name="Google Shape;3505;p61"/>
          <p:cNvSpPr txBox="1">
            <a:spLocks noGrp="1"/>
          </p:cNvSpPr>
          <p:nvPr>
            <p:ph type="subTitle" idx="3"/>
          </p:nvPr>
        </p:nvSpPr>
        <p:spPr>
          <a:xfrm>
            <a:off x="4956048" y="2221992"/>
            <a:ext cx="2084700" cy="28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Jupiter</a:t>
            </a:r>
            <a:endParaRPr sz="1800"/>
          </a:p>
        </p:txBody>
      </p:sp>
      <p:sp>
        <p:nvSpPr>
          <p:cNvPr id="3506" name="Google Shape;3506;p61"/>
          <p:cNvSpPr txBox="1">
            <a:spLocks noGrp="1"/>
          </p:cNvSpPr>
          <p:nvPr>
            <p:ph type="subTitle" idx="4"/>
          </p:nvPr>
        </p:nvSpPr>
        <p:spPr>
          <a:xfrm>
            <a:off x="2093976" y="2203704"/>
            <a:ext cx="2084700" cy="31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Neptune</a:t>
            </a:r>
            <a:endParaRPr sz="1800"/>
          </a:p>
        </p:txBody>
      </p:sp>
      <p:sp>
        <p:nvSpPr>
          <p:cNvPr id="3507" name="Google Shape;3507;p61"/>
          <p:cNvSpPr txBox="1">
            <a:spLocks noGrp="1"/>
          </p:cNvSpPr>
          <p:nvPr>
            <p:ph type="title" idx="5"/>
          </p:nvPr>
        </p:nvSpPr>
        <p:spPr>
          <a:xfrm>
            <a:off x="2779776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08" name="Google Shape;3508;p61"/>
          <p:cNvSpPr txBox="1">
            <a:spLocks noGrp="1"/>
          </p:cNvSpPr>
          <p:nvPr>
            <p:ph type="title" idx="6"/>
          </p:nvPr>
        </p:nvSpPr>
        <p:spPr>
          <a:xfrm>
            <a:off x="5641848" y="1627632"/>
            <a:ext cx="7224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3" name="Google Shape;3513;p62"/>
          <p:cNvPicPr preferRelativeResize="0"/>
          <p:nvPr/>
        </p:nvPicPr>
        <p:blipFill rotWithShape="1">
          <a:blip r:embed="rId3">
            <a:alphaModFix/>
          </a:blip>
          <a:srcRect l="1484" r="1494"/>
          <a:stretch/>
        </p:blipFill>
        <p:spPr>
          <a:xfrm>
            <a:off x="4696641" y="1580762"/>
            <a:ext cx="2741302" cy="1589316"/>
          </a:xfrm>
          <a:prstGeom prst="rect">
            <a:avLst/>
          </a:prstGeom>
          <a:noFill/>
          <a:ln>
            <a:noFill/>
          </a:ln>
        </p:spPr>
      </p:pic>
      <p:sp>
        <p:nvSpPr>
          <p:cNvPr id="3514" name="Google Shape;3514;p62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You can replace the image on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the screen with your own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work. Just delete this one,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Barlow Semi Condensed"/>
                <a:ea typeface="Barlow Semi Condensed"/>
                <a:cs typeface="Barlow Semi Condensed"/>
                <a:sym typeface="Barlow Semi Condensed"/>
              </a:rPr>
              <a:t>add yours and </a:t>
            </a:r>
            <a:r>
              <a:rPr lang="en"/>
              <a:t>center it properly</a:t>
            </a:r>
            <a:endParaRPr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3515" name="Google Shape;3515;p62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Desktop Software</a:t>
            </a:r>
            <a:endParaRPr/>
          </a:p>
        </p:txBody>
      </p:sp>
      <p:grpSp>
        <p:nvGrpSpPr>
          <p:cNvPr id="3516" name="Google Shape;3516;p62"/>
          <p:cNvGrpSpPr/>
          <p:nvPr/>
        </p:nvGrpSpPr>
        <p:grpSpPr>
          <a:xfrm>
            <a:off x="3831152" y="807450"/>
            <a:ext cx="4097650" cy="3780909"/>
            <a:chOff x="1230400" y="410075"/>
            <a:chExt cx="5124625" cy="4728500"/>
          </a:xfrm>
        </p:grpSpPr>
        <p:sp>
          <p:nvSpPr>
            <p:cNvPr id="3517" name="Google Shape;3517;p62"/>
            <p:cNvSpPr/>
            <p:nvPr/>
          </p:nvSpPr>
          <p:spPr>
            <a:xfrm>
              <a:off x="1384675" y="410150"/>
              <a:ext cx="4970350" cy="3655600"/>
            </a:xfrm>
            <a:custGeom>
              <a:avLst/>
              <a:gdLst/>
              <a:ahLst/>
              <a:cxnLst/>
              <a:rect l="l" t="t" r="r" b="b"/>
              <a:pathLst>
                <a:path w="198814" h="146224" extrusionOk="0">
                  <a:moveTo>
                    <a:pt x="173002" y="38507"/>
                  </a:moveTo>
                  <a:lnTo>
                    <a:pt x="173002" y="118161"/>
                  </a:lnTo>
                  <a:lnTo>
                    <a:pt x="37835" y="118161"/>
                  </a:lnTo>
                  <a:lnTo>
                    <a:pt x="37835" y="38507"/>
                  </a:lnTo>
                  <a:close/>
                  <a:moveTo>
                    <a:pt x="144780" y="0"/>
                  </a:moveTo>
                  <a:cubicBezTo>
                    <a:pt x="136124" y="0"/>
                    <a:pt x="127640" y="2694"/>
                    <a:pt x="120221" y="7391"/>
                  </a:cubicBezTo>
                  <a:cubicBezTo>
                    <a:pt x="110674" y="13402"/>
                    <a:pt x="103216" y="21213"/>
                    <a:pt x="91516" y="22724"/>
                  </a:cubicBezTo>
                  <a:cubicBezTo>
                    <a:pt x="84957" y="23559"/>
                    <a:pt x="78300" y="23746"/>
                    <a:pt x="71643" y="23746"/>
                  </a:cubicBezTo>
                  <a:cubicBezTo>
                    <a:pt x="66261" y="23746"/>
                    <a:pt x="60878" y="23624"/>
                    <a:pt x="55546" y="23624"/>
                  </a:cubicBezTo>
                  <a:cubicBezTo>
                    <a:pt x="24881" y="23624"/>
                    <a:pt x="1" y="55833"/>
                    <a:pt x="6205" y="89392"/>
                  </a:cubicBezTo>
                  <a:cubicBezTo>
                    <a:pt x="12441" y="122951"/>
                    <a:pt x="41756" y="146223"/>
                    <a:pt x="66636" y="146223"/>
                  </a:cubicBezTo>
                  <a:cubicBezTo>
                    <a:pt x="89009" y="146223"/>
                    <a:pt x="107395" y="132787"/>
                    <a:pt x="128643" y="129187"/>
                  </a:cubicBezTo>
                  <a:cubicBezTo>
                    <a:pt x="139186" y="127419"/>
                    <a:pt x="149761" y="129508"/>
                    <a:pt x="160176" y="126840"/>
                  </a:cubicBezTo>
                  <a:cubicBezTo>
                    <a:pt x="172295" y="123722"/>
                    <a:pt x="183674" y="116297"/>
                    <a:pt x="190392" y="105560"/>
                  </a:cubicBezTo>
                  <a:cubicBezTo>
                    <a:pt x="194956" y="98232"/>
                    <a:pt x="197207" y="90163"/>
                    <a:pt x="197817" y="81870"/>
                  </a:cubicBezTo>
                  <a:cubicBezTo>
                    <a:pt x="198814" y="68594"/>
                    <a:pt x="195728" y="54740"/>
                    <a:pt x="191613" y="42397"/>
                  </a:cubicBezTo>
                  <a:cubicBezTo>
                    <a:pt x="185474" y="24074"/>
                    <a:pt x="173548" y="5270"/>
                    <a:pt x="153490" y="930"/>
                  </a:cubicBezTo>
                  <a:cubicBezTo>
                    <a:pt x="150590" y="302"/>
                    <a:pt x="147676" y="0"/>
                    <a:pt x="1447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8" name="Google Shape;3518;p62"/>
            <p:cNvSpPr/>
            <p:nvPr/>
          </p:nvSpPr>
          <p:spPr>
            <a:xfrm>
              <a:off x="1515675" y="410075"/>
              <a:ext cx="4819275" cy="3654050"/>
            </a:xfrm>
            <a:custGeom>
              <a:avLst/>
              <a:gdLst/>
              <a:ahLst/>
              <a:cxnLst/>
              <a:rect l="l" t="t" r="r" b="b"/>
              <a:pathLst>
                <a:path w="192771" h="146162" extrusionOk="0">
                  <a:moveTo>
                    <a:pt x="139507" y="1"/>
                  </a:moveTo>
                  <a:cubicBezTo>
                    <a:pt x="130860" y="1"/>
                    <a:pt x="122406" y="2701"/>
                    <a:pt x="114981" y="7394"/>
                  </a:cubicBezTo>
                  <a:cubicBezTo>
                    <a:pt x="105434" y="13405"/>
                    <a:pt x="97976" y="21216"/>
                    <a:pt x="86276" y="22727"/>
                  </a:cubicBezTo>
                  <a:cubicBezTo>
                    <a:pt x="79686" y="23563"/>
                    <a:pt x="73032" y="23756"/>
                    <a:pt x="66346" y="23756"/>
                  </a:cubicBezTo>
                  <a:cubicBezTo>
                    <a:pt x="60978" y="23756"/>
                    <a:pt x="55610" y="23627"/>
                    <a:pt x="50306" y="23627"/>
                  </a:cubicBezTo>
                  <a:cubicBezTo>
                    <a:pt x="22855" y="23627"/>
                    <a:pt x="32" y="49471"/>
                    <a:pt x="0" y="78948"/>
                  </a:cubicBezTo>
                  <a:cubicBezTo>
                    <a:pt x="0" y="82387"/>
                    <a:pt x="322" y="85891"/>
                    <a:pt x="965" y="89395"/>
                  </a:cubicBezTo>
                  <a:cubicBezTo>
                    <a:pt x="2893" y="99777"/>
                    <a:pt x="7040" y="109196"/>
                    <a:pt x="12601" y="117232"/>
                  </a:cubicBezTo>
                  <a:cubicBezTo>
                    <a:pt x="13469" y="115850"/>
                    <a:pt x="14337" y="114500"/>
                    <a:pt x="15140" y="113278"/>
                  </a:cubicBezTo>
                  <a:cubicBezTo>
                    <a:pt x="14305" y="112796"/>
                    <a:pt x="13565" y="112153"/>
                    <a:pt x="13276" y="111285"/>
                  </a:cubicBezTo>
                  <a:cubicBezTo>
                    <a:pt x="13179" y="111028"/>
                    <a:pt x="13147" y="110803"/>
                    <a:pt x="13147" y="110546"/>
                  </a:cubicBezTo>
                  <a:cubicBezTo>
                    <a:pt x="13147" y="109582"/>
                    <a:pt x="13758" y="108681"/>
                    <a:pt x="14787" y="108456"/>
                  </a:cubicBezTo>
                  <a:cubicBezTo>
                    <a:pt x="14915" y="108424"/>
                    <a:pt x="15044" y="108424"/>
                    <a:pt x="15205" y="108424"/>
                  </a:cubicBezTo>
                  <a:cubicBezTo>
                    <a:pt x="15976" y="108424"/>
                    <a:pt x="16812" y="108810"/>
                    <a:pt x="17583" y="109389"/>
                  </a:cubicBezTo>
                  <a:cubicBezTo>
                    <a:pt x="17648" y="109260"/>
                    <a:pt x="17744" y="109132"/>
                    <a:pt x="17808" y="109035"/>
                  </a:cubicBezTo>
                  <a:cubicBezTo>
                    <a:pt x="18194" y="108392"/>
                    <a:pt x="18451" y="107910"/>
                    <a:pt x="18515" y="107749"/>
                  </a:cubicBezTo>
                  <a:cubicBezTo>
                    <a:pt x="19158" y="106303"/>
                    <a:pt x="20958" y="102445"/>
                    <a:pt x="21183" y="101963"/>
                  </a:cubicBezTo>
                  <a:cubicBezTo>
                    <a:pt x="21183" y="101835"/>
                    <a:pt x="21183" y="101610"/>
                    <a:pt x="21183" y="101256"/>
                  </a:cubicBezTo>
                  <a:cubicBezTo>
                    <a:pt x="21183" y="99617"/>
                    <a:pt x="21151" y="95599"/>
                    <a:pt x="20958" y="92288"/>
                  </a:cubicBezTo>
                  <a:cubicBezTo>
                    <a:pt x="20894" y="91323"/>
                    <a:pt x="20862" y="90456"/>
                    <a:pt x="20862" y="89716"/>
                  </a:cubicBezTo>
                  <a:cubicBezTo>
                    <a:pt x="20862" y="89073"/>
                    <a:pt x="20894" y="88495"/>
                    <a:pt x="20926" y="87980"/>
                  </a:cubicBezTo>
                  <a:cubicBezTo>
                    <a:pt x="20444" y="87370"/>
                    <a:pt x="20316" y="86791"/>
                    <a:pt x="20316" y="86309"/>
                  </a:cubicBezTo>
                  <a:cubicBezTo>
                    <a:pt x="20316" y="85859"/>
                    <a:pt x="20444" y="85505"/>
                    <a:pt x="20508" y="85312"/>
                  </a:cubicBezTo>
                  <a:cubicBezTo>
                    <a:pt x="20573" y="85184"/>
                    <a:pt x="20766" y="85055"/>
                    <a:pt x="21055" y="84927"/>
                  </a:cubicBezTo>
                  <a:cubicBezTo>
                    <a:pt x="21023" y="84573"/>
                    <a:pt x="20991" y="84220"/>
                    <a:pt x="20991" y="83962"/>
                  </a:cubicBezTo>
                  <a:cubicBezTo>
                    <a:pt x="20991" y="83705"/>
                    <a:pt x="21055" y="83352"/>
                    <a:pt x="21151" y="82902"/>
                  </a:cubicBezTo>
                  <a:cubicBezTo>
                    <a:pt x="21216" y="82452"/>
                    <a:pt x="21344" y="81873"/>
                    <a:pt x="21505" y="81262"/>
                  </a:cubicBezTo>
                  <a:cubicBezTo>
                    <a:pt x="21826" y="80041"/>
                    <a:pt x="22212" y="78562"/>
                    <a:pt x="22630" y="77148"/>
                  </a:cubicBezTo>
                  <a:cubicBezTo>
                    <a:pt x="23337" y="74673"/>
                    <a:pt x="24044" y="72358"/>
                    <a:pt x="24205" y="71812"/>
                  </a:cubicBezTo>
                  <a:cubicBezTo>
                    <a:pt x="24044" y="71587"/>
                    <a:pt x="23659" y="71040"/>
                    <a:pt x="23241" y="70430"/>
                  </a:cubicBezTo>
                  <a:cubicBezTo>
                    <a:pt x="22694" y="69626"/>
                    <a:pt x="22051" y="68726"/>
                    <a:pt x="21730" y="68276"/>
                  </a:cubicBezTo>
                  <a:cubicBezTo>
                    <a:pt x="21666" y="68147"/>
                    <a:pt x="21601" y="68083"/>
                    <a:pt x="21569" y="68051"/>
                  </a:cubicBezTo>
                  <a:cubicBezTo>
                    <a:pt x="21473" y="67922"/>
                    <a:pt x="21441" y="67794"/>
                    <a:pt x="21441" y="67633"/>
                  </a:cubicBezTo>
                  <a:cubicBezTo>
                    <a:pt x="21441" y="67504"/>
                    <a:pt x="21473" y="67376"/>
                    <a:pt x="21569" y="67279"/>
                  </a:cubicBezTo>
                  <a:cubicBezTo>
                    <a:pt x="21633" y="67151"/>
                    <a:pt x="21794" y="67086"/>
                    <a:pt x="21955" y="67086"/>
                  </a:cubicBezTo>
                  <a:cubicBezTo>
                    <a:pt x="22083" y="67086"/>
                    <a:pt x="22180" y="67119"/>
                    <a:pt x="22308" y="67183"/>
                  </a:cubicBezTo>
                  <a:lnTo>
                    <a:pt x="21666" y="65929"/>
                  </a:lnTo>
                  <a:lnTo>
                    <a:pt x="21633" y="65833"/>
                  </a:lnTo>
                  <a:lnTo>
                    <a:pt x="21633" y="65801"/>
                  </a:lnTo>
                  <a:cubicBezTo>
                    <a:pt x="21633" y="65769"/>
                    <a:pt x="21633" y="65640"/>
                    <a:pt x="21666" y="65511"/>
                  </a:cubicBezTo>
                  <a:cubicBezTo>
                    <a:pt x="21698" y="65383"/>
                    <a:pt x="21762" y="65254"/>
                    <a:pt x="21891" y="65094"/>
                  </a:cubicBezTo>
                  <a:cubicBezTo>
                    <a:pt x="21987" y="65029"/>
                    <a:pt x="22116" y="64965"/>
                    <a:pt x="22276" y="64965"/>
                  </a:cubicBezTo>
                  <a:cubicBezTo>
                    <a:pt x="22341" y="64965"/>
                    <a:pt x="22405" y="64965"/>
                    <a:pt x="22469" y="64997"/>
                  </a:cubicBezTo>
                  <a:cubicBezTo>
                    <a:pt x="22566" y="64997"/>
                    <a:pt x="22630" y="65061"/>
                    <a:pt x="22726" y="65094"/>
                  </a:cubicBezTo>
                  <a:lnTo>
                    <a:pt x="22726" y="65094"/>
                  </a:lnTo>
                  <a:lnTo>
                    <a:pt x="22437" y="64483"/>
                  </a:lnTo>
                  <a:cubicBezTo>
                    <a:pt x="22437" y="64451"/>
                    <a:pt x="22405" y="64386"/>
                    <a:pt x="22437" y="64322"/>
                  </a:cubicBezTo>
                  <a:cubicBezTo>
                    <a:pt x="22437" y="64322"/>
                    <a:pt x="22469" y="64226"/>
                    <a:pt x="22501" y="64097"/>
                  </a:cubicBezTo>
                  <a:cubicBezTo>
                    <a:pt x="22566" y="64001"/>
                    <a:pt x="22662" y="63840"/>
                    <a:pt x="22823" y="63743"/>
                  </a:cubicBezTo>
                  <a:cubicBezTo>
                    <a:pt x="22919" y="63647"/>
                    <a:pt x="23080" y="63615"/>
                    <a:pt x="23209" y="63615"/>
                  </a:cubicBezTo>
                  <a:lnTo>
                    <a:pt x="23241" y="63615"/>
                  </a:lnTo>
                  <a:cubicBezTo>
                    <a:pt x="23401" y="63615"/>
                    <a:pt x="23562" y="63647"/>
                    <a:pt x="23723" y="63743"/>
                  </a:cubicBezTo>
                  <a:cubicBezTo>
                    <a:pt x="23819" y="63808"/>
                    <a:pt x="23916" y="63904"/>
                    <a:pt x="23980" y="64001"/>
                  </a:cubicBezTo>
                  <a:cubicBezTo>
                    <a:pt x="24076" y="64097"/>
                    <a:pt x="24141" y="64193"/>
                    <a:pt x="24237" y="64354"/>
                  </a:cubicBezTo>
                  <a:cubicBezTo>
                    <a:pt x="24366" y="64547"/>
                    <a:pt x="24494" y="64772"/>
                    <a:pt x="24623" y="64997"/>
                  </a:cubicBezTo>
                  <a:lnTo>
                    <a:pt x="24494" y="64161"/>
                  </a:lnTo>
                  <a:cubicBezTo>
                    <a:pt x="24494" y="64097"/>
                    <a:pt x="24494" y="64033"/>
                    <a:pt x="24526" y="64001"/>
                  </a:cubicBezTo>
                  <a:cubicBezTo>
                    <a:pt x="24526" y="63968"/>
                    <a:pt x="24591" y="63872"/>
                    <a:pt x="24687" y="63776"/>
                  </a:cubicBezTo>
                  <a:cubicBezTo>
                    <a:pt x="24719" y="63776"/>
                    <a:pt x="24719" y="63743"/>
                    <a:pt x="24751" y="63743"/>
                  </a:cubicBezTo>
                  <a:lnTo>
                    <a:pt x="24751" y="36485"/>
                  </a:lnTo>
                  <a:cubicBezTo>
                    <a:pt x="24751" y="33592"/>
                    <a:pt x="27098" y="31213"/>
                    <a:pt x="30023" y="31213"/>
                  </a:cubicBezTo>
                  <a:lnTo>
                    <a:pt x="170366" y="31213"/>
                  </a:lnTo>
                  <a:cubicBezTo>
                    <a:pt x="173259" y="31213"/>
                    <a:pt x="175637" y="33592"/>
                    <a:pt x="175637" y="36485"/>
                  </a:cubicBezTo>
                  <a:lnTo>
                    <a:pt x="175637" y="116364"/>
                  </a:lnTo>
                  <a:cubicBezTo>
                    <a:pt x="179334" y="113278"/>
                    <a:pt x="182580" y="109678"/>
                    <a:pt x="185152" y="105563"/>
                  </a:cubicBezTo>
                  <a:cubicBezTo>
                    <a:pt x="189716" y="98235"/>
                    <a:pt x="191967" y="90166"/>
                    <a:pt x="192577" y="81873"/>
                  </a:cubicBezTo>
                  <a:cubicBezTo>
                    <a:pt x="192706" y="80169"/>
                    <a:pt x="192770" y="78466"/>
                    <a:pt x="192770" y="76762"/>
                  </a:cubicBezTo>
                  <a:cubicBezTo>
                    <a:pt x="192770" y="65094"/>
                    <a:pt x="189974" y="53168"/>
                    <a:pt x="186373" y="42400"/>
                  </a:cubicBezTo>
                  <a:cubicBezTo>
                    <a:pt x="180234" y="24077"/>
                    <a:pt x="168308" y="5273"/>
                    <a:pt x="148250" y="933"/>
                  </a:cubicBezTo>
                  <a:cubicBezTo>
                    <a:pt x="145325" y="322"/>
                    <a:pt x="142432" y="1"/>
                    <a:pt x="139507" y="1"/>
                  </a:cubicBezTo>
                  <a:close/>
                  <a:moveTo>
                    <a:pt x="23016" y="127229"/>
                  </a:moveTo>
                  <a:cubicBezTo>
                    <a:pt x="22823" y="127454"/>
                    <a:pt x="22630" y="127679"/>
                    <a:pt x="22469" y="127840"/>
                  </a:cubicBezTo>
                  <a:cubicBezTo>
                    <a:pt x="22308" y="128032"/>
                    <a:pt x="22148" y="128193"/>
                    <a:pt x="22019" y="128354"/>
                  </a:cubicBezTo>
                  <a:cubicBezTo>
                    <a:pt x="22919" y="129222"/>
                    <a:pt x="23819" y="130058"/>
                    <a:pt x="24751" y="130861"/>
                  </a:cubicBezTo>
                  <a:lnTo>
                    <a:pt x="24751" y="127550"/>
                  </a:lnTo>
                  <a:cubicBezTo>
                    <a:pt x="24173" y="127518"/>
                    <a:pt x="23562" y="127422"/>
                    <a:pt x="23016" y="127229"/>
                  </a:cubicBezTo>
                  <a:close/>
                  <a:moveTo>
                    <a:pt x="64064" y="144523"/>
                  </a:moveTo>
                  <a:cubicBezTo>
                    <a:pt x="64032" y="145069"/>
                    <a:pt x="63968" y="145616"/>
                    <a:pt x="63903" y="146162"/>
                  </a:cubicBezTo>
                  <a:cubicBezTo>
                    <a:pt x="67921" y="145969"/>
                    <a:pt x="71779" y="145391"/>
                    <a:pt x="75572" y="1445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9" name="Google Shape;3519;p62"/>
            <p:cNvSpPr/>
            <p:nvPr/>
          </p:nvSpPr>
          <p:spPr>
            <a:xfrm>
              <a:off x="1972925" y="4531000"/>
              <a:ext cx="4095225" cy="240325"/>
            </a:xfrm>
            <a:custGeom>
              <a:avLst/>
              <a:gdLst/>
              <a:ahLst/>
              <a:cxnLst/>
              <a:rect l="l" t="t" r="r" b="b"/>
              <a:pathLst>
                <a:path w="163809" h="9613" extrusionOk="0">
                  <a:moveTo>
                    <a:pt x="81904" y="1"/>
                  </a:moveTo>
                  <a:cubicBezTo>
                    <a:pt x="36677" y="1"/>
                    <a:pt x="0" y="2155"/>
                    <a:pt x="0" y="4823"/>
                  </a:cubicBezTo>
                  <a:cubicBezTo>
                    <a:pt x="0" y="7458"/>
                    <a:pt x="36677" y="9612"/>
                    <a:pt x="81904" y="9612"/>
                  </a:cubicBezTo>
                  <a:cubicBezTo>
                    <a:pt x="127131" y="9612"/>
                    <a:pt x="163808" y="7458"/>
                    <a:pt x="163808" y="4823"/>
                  </a:cubicBezTo>
                  <a:cubicBezTo>
                    <a:pt x="163808" y="2155"/>
                    <a:pt x="127131" y="1"/>
                    <a:pt x="819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0" name="Google Shape;3520;p62"/>
            <p:cNvSpPr/>
            <p:nvPr/>
          </p:nvSpPr>
          <p:spPr>
            <a:xfrm>
              <a:off x="1972925" y="4535825"/>
              <a:ext cx="4095225" cy="235500"/>
            </a:xfrm>
            <a:custGeom>
              <a:avLst/>
              <a:gdLst/>
              <a:ahLst/>
              <a:cxnLst/>
              <a:rect l="l" t="t" r="r" b="b"/>
              <a:pathLst>
                <a:path w="163809" h="9420" extrusionOk="0">
                  <a:moveTo>
                    <a:pt x="58310" y="1"/>
                  </a:moveTo>
                  <a:lnTo>
                    <a:pt x="58310" y="1"/>
                  </a:lnTo>
                  <a:cubicBezTo>
                    <a:pt x="53489" y="97"/>
                    <a:pt x="48892" y="226"/>
                    <a:pt x="44488" y="354"/>
                  </a:cubicBezTo>
                  <a:cubicBezTo>
                    <a:pt x="41917" y="1062"/>
                    <a:pt x="39924" y="1126"/>
                    <a:pt x="39924" y="1126"/>
                  </a:cubicBezTo>
                  <a:lnTo>
                    <a:pt x="39924" y="1094"/>
                  </a:lnTo>
                  <a:cubicBezTo>
                    <a:pt x="39924" y="1062"/>
                    <a:pt x="39924" y="837"/>
                    <a:pt x="39956" y="483"/>
                  </a:cubicBezTo>
                  <a:lnTo>
                    <a:pt x="39956" y="483"/>
                  </a:lnTo>
                  <a:cubicBezTo>
                    <a:pt x="37609" y="579"/>
                    <a:pt x="35391" y="676"/>
                    <a:pt x="33206" y="740"/>
                  </a:cubicBezTo>
                  <a:cubicBezTo>
                    <a:pt x="33238" y="901"/>
                    <a:pt x="33238" y="1029"/>
                    <a:pt x="33238" y="1158"/>
                  </a:cubicBezTo>
                  <a:cubicBezTo>
                    <a:pt x="33238" y="1383"/>
                    <a:pt x="33206" y="1512"/>
                    <a:pt x="33206" y="1512"/>
                  </a:cubicBezTo>
                  <a:cubicBezTo>
                    <a:pt x="33206" y="1512"/>
                    <a:pt x="31791" y="1415"/>
                    <a:pt x="29830" y="901"/>
                  </a:cubicBezTo>
                  <a:cubicBezTo>
                    <a:pt x="11605" y="1801"/>
                    <a:pt x="0" y="3119"/>
                    <a:pt x="0" y="4630"/>
                  </a:cubicBezTo>
                  <a:cubicBezTo>
                    <a:pt x="0" y="7265"/>
                    <a:pt x="36677" y="9419"/>
                    <a:pt x="81904" y="9419"/>
                  </a:cubicBezTo>
                  <a:cubicBezTo>
                    <a:pt x="127131" y="9419"/>
                    <a:pt x="163808" y="7265"/>
                    <a:pt x="163808" y="4630"/>
                  </a:cubicBezTo>
                  <a:cubicBezTo>
                    <a:pt x="163808" y="2444"/>
                    <a:pt x="139218" y="612"/>
                    <a:pt x="105498" y="1"/>
                  </a:cubicBezTo>
                  <a:lnTo>
                    <a:pt x="105498" y="1"/>
                  </a:lnTo>
                  <a:lnTo>
                    <a:pt x="106430" y="1190"/>
                  </a:lnTo>
                  <a:cubicBezTo>
                    <a:pt x="106495" y="1287"/>
                    <a:pt x="106527" y="1415"/>
                    <a:pt x="106463" y="1512"/>
                  </a:cubicBezTo>
                  <a:cubicBezTo>
                    <a:pt x="106430" y="1608"/>
                    <a:pt x="106302" y="1672"/>
                    <a:pt x="106205" y="1672"/>
                  </a:cubicBezTo>
                  <a:lnTo>
                    <a:pt x="57603" y="1672"/>
                  </a:lnTo>
                  <a:cubicBezTo>
                    <a:pt x="57475" y="1672"/>
                    <a:pt x="57378" y="1608"/>
                    <a:pt x="57314" y="1512"/>
                  </a:cubicBezTo>
                  <a:cubicBezTo>
                    <a:pt x="57282" y="1415"/>
                    <a:pt x="57282" y="1287"/>
                    <a:pt x="57346" y="1190"/>
                  </a:cubicBezTo>
                  <a:lnTo>
                    <a:pt x="5831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1" name="Google Shape;3521;p62"/>
            <p:cNvSpPr/>
            <p:nvPr/>
          </p:nvSpPr>
          <p:spPr>
            <a:xfrm>
              <a:off x="2121600" y="3176250"/>
              <a:ext cx="133425" cy="207225"/>
            </a:xfrm>
            <a:custGeom>
              <a:avLst/>
              <a:gdLst/>
              <a:ahLst/>
              <a:cxnLst/>
              <a:rect l="l" t="t" r="r" b="b"/>
              <a:pathLst>
                <a:path w="5337" h="8289" extrusionOk="0">
                  <a:moveTo>
                    <a:pt x="2783" y="0"/>
                  </a:moveTo>
                  <a:cubicBezTo>
                    <a:pt x="2420" y="0"/>
                    <a:pt x="2050" y="99"/>
                    <a:pt x="1704" y="317"/>
                  </a:cubicBezTo>
                  <a:cubicBezTo>
                    <a:pt x="161" y="1249"/>
                    <a:pt x="0" y="4528"/>
                    <a:pt x="386" y="6103"/>
                  </a:cubicBezTo>
                  <a:cubicBezTo>
                    <a:pt x="418" y="6230"/>
                    <a:pt x="1209" y="8289"/>
                    <a:pt x="1222" y="8289"/>
                  </a:cubicBezTo>
                  <a:cubicBezTo>
                    <a:pt x="1222" y="8289"/>
                    <a:pt x="1222" y="8289"/>
                    <a:pt x="1222" y="8289"/>
                  </a:cubicBezTo>
                  <a:cubicBezTo>
                    <a:pt x="1254" y="8289"/>
                    <a:pt x="3729" y="6328"/>
                    <a:pt x="4372" y="5042"/>
                  </a:cubicBezTo>
                  <a:cubicBezTo>
                    <a:pt x="4918" y="3949"/>
                    <a:pt x="5336" y="2438"/>
                    <a:pt x="4758" y="1281"/>
                  </a:cubicBezTo>
                  <a:cubicBezTo>
                    <a:pt x="4379" y="502"/>
                    <a:pt x="3600" y="0"/>
                    <a:pt x="27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2" name="Google Shape;3522;p62"/>
            <p:cNvSpPr/>
            <p:nvPr/>
          </p:nvSpPr>
          <p:spPr>
            <a:xfrm>
              <a:off x="1502000" y="3626850"/>
              <a:ext cx="143875" cy="202650"/>
            </a:xfrm>
            <a:custGeom>
              <a:avLst/>
              <a:gdLst/>
              <a:ahLst/>
              <a:cxnLst/>
              <a:rect l="l" t="t" r="r" b="b"/>
              <a:pathLst>
                <a:path w="5755" h="8106" extrusionOk="0">
                  <a:moveTo>
                    <a:pt x="2641" y="1"/>
                  </a:moveTo>
                  <a:cubicBezTo>
                    <a:pt x="1856" y="1"/>
                    <a:pt x="1101" y="408"/>
                    <a:pt x="740" y="1194"/>
                  </a:cubicBezTo>
                  <a:cubicBezTo>
                    <a:pt x="1" y="2833"/>
                    <a:pt x="1640" y="5662"/>
                    <a:pt x="2862" y="6755"/>
                  </a:cubicBezTo>
                  <a:cubicBezTo>
                    <a:pt x="2957" y="6850"/>
                    <a:pt x="4683" y="8105"/>
                    <a:pt x="4756" y="8105"/>
                  </a:cubicBezTo>
                  <a:cubicBezTo>
                    <a:pt x="4757" y="8105"/>
                    <a:pt x="4758" y="8105"/>
                    <a:pt x="4758" y="8105"/>
                  </a:cubicBezTo>
                  <a:cubicBezTo>
                    <a:pt x="4758" y="8105"/>
                    <a:pt x="5755" y="5083"/>
                    <a:pt x="5594" y="3669"/>
                  </a:cubicBezTo>
                  <a:cubicBezTo>
                    <a:pt x="5433" y="2479"/>
                    <a:pt x="4919" y="969"/>
                    <a:pt x="3826" y="326"/>
                  </a:cubicBezTo>
                  <a:cubicBezTo>
                    <a:pt x="3455" y="108"/>
                    <a:pt x="3044" y="1"/>
                    <a:pt x="26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3" name="Google Shape;3523;p62"/>
            <p:cNvSpPr/>
            <p:nvPr/>
          </p:nvSpPr>
          <p:spPr>
            <a:xfrm>
              <a:off x="2656800" y="3458200"/>
              <a:ext cx="462900" cy="1053550"/>
            </a:xfrm>
            <a:custGeom>
              <a:avLst/>
              <a:gdLst/>
              <a:ahLst/>
              <a:cxnLst/>
              <a:rect l="l" t="t" r="r" b="b"/>
              <a:pathLst>
                <a:path w="18516" h="42142" extrusionOk="0">
                  <a:moveTo>
                    <a:pt x="9161" y="0"/>
                  </a:moveTo>
                  <a:cubicBezTo>
                    <a:pt x="9161" y="0"/>
                    <a:pt x="0" y="9483"/>
                    <a:pt x="32" y="21119"/>
                  </a:cubicBezTo>
                  <a:cubicBezTo>
                    <a:pt x="97" y="32755"/>
                    <a:pt x="9354" y="42141"/>
                    <a:pt x="9354" y="42141"/>
                  </a:cubicBezTo>
                  <a:cubicBezTo>
                    <a:pt x="9354" y="42141"/>
                    <a:pt x="18515" y="32659"/>
                    <a:pt x="18483" y="21023"/>
                  </a:cubicBezTo>
                  <a:cubicBezTo>
                    <a:pt x="18419" y="9386"/>
                    <a:pt x="9161" y="0"/>
                    <a:pt x="9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4" name="Google Shape;3524;p62"/>
            <p:cNvSpPr/>
            <p:nvPr/>
          </p:nvSpPr>
          <p:spPr>
            <a:xfrm>
              <a:off x="1230400" y="3120375"/>
              <a:ext cx="1581525" cy="1453250"/>
            </a:xfrm>
            <a:custGeom>
              <a:avLst/>
              <a:gdLst/>
              <a:ahLst/>
              <a:cxnLst/>
              <a:rect l="l" t="t" r="r" b="b"/>
              <a:pathLst>
                <a:path w="63261" h="58130" extrusionOk="0">
                  <a:moveTo>
                    <a:pt x="47092" y="44790"/>
                  </a:moveTo>
                  <a:cubicBezTo>
                    <a:pt x="47542" y="46879"/>
                    <a:pt x="48377" y="49354"/>
                    <a:pt x="49920" y="51508"/>
                  </a:cubicBezTo>
                  <a:cubicBezTo>
                    <a:pt x="49085" y="51122"/>
                    <a:pt x="48217" y="50672"/>
                    <a:pt x="47252" y="50190"/>
                  </a:cubicBezTo>
                  <a:cubicBezTo>
                    <a:pt x="46545" y="49836"/>
                    <a:pt x="45806" y="49451"/>
                    <a:pt x="45066" y="49033"/>
                  </a:cubicBezTo>
                  <a:cubicBezTo>
                    <a:pt x="45195" y="48743"/>
                    <a:pt x="46288" y="46300"/>
                    <a:pt x="46352" y="44918"/>
                  </a:cubicBezTo>
                  <a:cubicBezTo>
                    <a:pt x="46609" y="44886"/>
                    <a:pt x="46867" y="44822"/>
                    <a:pt x="47092" y="44790"/>
                  </a:cubicBezTo>
                  <a:close/>
                  <a:moveTo>
                    <a:pt x="26617" y="1"/>
                  </a:moveTo>
                  <a:cubicBezTo>
                    <a:pt x="26474" y="1"/>
                    <a:pt x="26334" y="15"/>
                    <a:pt x="26198" y="44"/>
                  </a:cubicBezTo>
                  <a:cubicBezTo>
                    <a:pt x="24912" y="334"/>
                    <a:pt x="24301" y="1684"/>
                    <a:pt x="24687" y="2873"/>
                  </a:cubicBezTo>
                  <a:cubicBezTo>
                    <a:pt x="25073" y="4095"/>
                    <a:pt x="26423" y="4898"/>
                    <a:pt x="27580" y="5316"/>
                  </a:cubicBezTo>
                  <a:cubicBezTo>
                    <a:pt x="28119" y="5496"/>
                    <a:pt x="28966" y="5550"/>
                    <a:pt x="29781" y="5550"/>
                  </a:cubicBezTo>
                  <a:cubicBezTo>
                    <a:pt x="30715" y="5550"/>
                    <a:pt x="31608" y="5479"/>
                    <a:pt x="31952" y="5445"/>
                  </a:cubicBezTo>
                  <a:cubicBezTo>
                    <a:pt x="32337" y="5830"/>
                    <a:pt x="32755" y="6216"/>
                    <a:pt x="33205" y="6698"/>
                  </a:cubicBezTo>
                  <a:cubicBezTo>
                    <a:pt x="33977" y="7502"/>
                    <a:pt x="34845" y="8402"/>
                    <a:pt x="35712" y="9463"/>
                  </a:cubicBezTo>
                  <a:cubicBezTo>
                    <a:pt x="35937" y="9752"/>
                    <a:pt x="36195" y="10041"/>
                    <a:pt x="36420" y="10363"/>
                  </a:cubicBezTo>
                  <a:cubicBezTo>
                    <a:pt x="35937" y="9945"/>
                    <a:pt x="35230" y="9366"/>
                    <a:pt x="35134" y="9334"/>
                  </a:cubicBezTo>
                  <a:cubicBezTo>
                    <a:pt x="34248" y="8744"/>
                    <a:pt x="32587" y="8167"/>
                    <a:pt x="31151" y="8167"/>
                  </a:cubicBezTo>
                  <a:cubicBezTo>
                    <a:pt x="30397" y="8167"/>
                    <a:pt x="29706" y="8326"/>
                    <a:pt x="29219" y="8723"/>
                  </a:cubicBezTo>
                  <a:cubicBezTo>
                    <a:pt x="28223" y="9559"/>
                    <a:pt x="28287" y="11038"/>
                    <a:pt x="29187" y="11938"/>
                  </a:cubicBezTo>
                  <a:cubicBezTo>
                    <a:pt x="29864" y="12615"/>
                    <a:pt x="30924" y="12837"/>
                    <a:pt x="31928" y="12837"/>
                  </a:cubicBezTo>
                  <a:cubicBezTo>
                    <a:pt x="32258" y="12837"/>
                    <a:pt x="32581" y="12813"/>
                    <a:pt x="32884" y="12774"/>
                  </a:cubicBezTo>
                  <a:cubicBezTo>
                    <a:pt x="34137" y="12581"/>
                    <a:pt x="36355" y="11166"/>
                    <a:pt x="36838" y="10877"/>
                  </a:cubicBezTo>
                  <a:cubicBezTo>
                    <a:pt x="37352" y="11552"/>
                    <a:pt x="37898" y="12227"/>
                    <a:pt x="38380" y="12999"/>
                  </a:cubicBezTo>
                  <a:cubicBezTo>
                    <a:pt x="39248" y="14317"/>
                    <a:pt x="40084" y="15731"/>
                    <a:pt x="40759" y="17306"/>
                  </a:cubicBezTo>
                  <a:cubicBezTo>
                    <a:pt x="40791" y="17403"/>
                    <a:pt x="40823" y="17499"/>
                    <a:pt x="40856" y="17595"/>
                  </a:cubicBezTo>
                  <a:cubicBezTo>
                    <a:pt x="40631" y="17338"/>
                    <a:pt x="39377" y="16052"/>
                    <a:pt x="39248" y="15956"/>
                  </a:cubicBezTo>
                  <a:cubicBezTo>
                    <a:pt x="38324" y="15221"/>
                    <a:pt x="36421" y="14364"/>
                    <a:pt x="34879" y="14364"/>
                  </a:cubicBezTo>
                  <a:cubicBezTo>
                    <a:pt x="34330" y="14364"/>
                    <a:pt x="33827" y="14473"/>
                    <a:pt x="33430" y="14735"/>
                  </a:cubicBezTo>
                  <a:cubicBezTo>
                    <a:pt x="32337" y="15442"/>
                    <a:pt x="32273" y="16920"/>
                    <a:pt x="33044" y="17917"/>
                  </a:cubicBezTo>
                  <a:cubicBezTo>
                    <a:pt x="33805" y="18860"/>
                    <a:pt x="35257" y="19141"/>
                    <a:pt x="36446" y="19141"/>
                  </a:cubicBezTo>
                  <a:cubicBezTo>
                    <a:pt x="36513" y="19141"/>
                    <a:pt x="36579" y="19140"/>
                    <a:pt x="36645" y="19138"/>
                  </a:cubicBezTo>
                  <a:cubicBezTo>
                    <a:pt x="38027" y="19074"/>
                    <a:pt x="40759" y="17692"/>
                    <a:pt x="40888" y="17628"/>
                  </a:cubicBezTo>
                  <a:cubicBezTo>
                    <a:pt x="41498" y="19106"/>
                    <a:pt x="42013" y="20681"/>
                    <a:pt x="42431" y="22288"/>
                  </a:cubicBezTo>
                  <a:cubicBezTo>
                    <a:pt x="42752" y="23478"/>
                    <a:pt x="43009" y="24667"/>
                    <a:pt x="43266" y="25889"/>
                  </a:cubicBezTo>
                  <a:cubicBezTo>
                    <a:pt x="42977" y="25567"/>
                    <a:pt x="41788" y="24378"/>
                    <a:pt x="41691" y="24281"/>
                  </a:cubicBezTo>
                  <a:cubicBezTo>
                    <a:pt x="40767" y="23547"/>
                    <a:pt x="38864" y="22690"/>
                    <a:pt x="37322" y="22690"/>
                  </a:cubicBezTo>
                  <a:cubicBezTo>
                    <a:pt x="36773" y="22690"/>
                    <a:pt x="36270" y="22798"/>
                    <a:pt x="35873" y="23060"/>
                  </a:cubicBezTo>
                  <a:cubicBezTo>
                    <a:pt x="34780" y="23767"/>
                    <a:pt x="34684" y="25246"/>
                    <a:pt x="35487" y="26242"/>
                  </a:cubicBezTo>
                  <a:cubicBezTo>
                    <a:pt x="36248" y="27186"/>
                    <a:pt x="37700" y="27466"/>
                    <a:pt x="38862" y="27466"/>
                  </a:cubicBezTo>
                  <a:cubicBezTo>
                    <a:pt x="38927" y="27466"/>
                    <a:pt x="38992" y="27465"/>
                    <a:pt x="39055" y="27464"/>
                  </a:cubicBezTo>
                  <a:cubicBezTo>
                    <a:pt x="40438" y="27399"/>
                    <a:pt x="43074" y="26082"/>
                    <a:pt x="43299" y="25985"/>
                  </a:cubicBezTo>
                  <a:cubicBezTo>
                    <a:pt x="43395" y="26532"/>
                    <a:pt x="43524" y="27078"/>
                    <a:pt x="43652" y="27624"/>
                  </a:cubicBezTo>
                  <a:cubicBezTo>
                    <a:pt x="44006" y="29425"/>
                    <a:pt x="44391" y="31225"/>
                    <a:pt x="44777" y="32993"/>
                  </a:cubicBezTo>
                  <a:cubicBezTo>
                    <a:pt x="44938" y="33603"/>
                    <a:pt x="45099" y="34214"/>
                    <a:pt x="45259" y="34793"/>
                  </a:cubicBezTo>
                  <a:cubicBezTo>
                    <a:pt x="44809" y="34343"/>
                    <a:pt x="43974" y="33507"/>
                    <a:pt x="43909" y="33443"/>
                  </a:cubicBezTo>
                  <a:cubicBezTo>
                    <a:pt x="42989" y="32687"/>
                    <a:pt x="41099" y="31846"/>
                    <a:pt x="39561" y="31846"/>
                  </a:cubicBezTo>
                  <a:cubicBezTo>
                    <a:pt x="39004" y="31846"/>
                    <a:pt x="38493" y="31956"/>
                    <a:pt x="38091" y="32221"/>
                  </a:cubicBezTo>
                  <a:cubicBezTo>
                    <a:pt x="36998" y="32928"/>
                    <a:pt x="36902" y="34407"/>
                    <a:pt x="37705" y="35371"/>
                  </a:cubicBezTo>
                  <a:cubicBezTo>
                    <a:pt x="38470" y="36319"/>
                    <a:pt x="39904" y="36627"/>
                    <a:pt x="41093" y="36627"/>
                  </a:cubicBezTo>
                  <a:cubicBezTo>
                    <a:pt x="41154" y="36627"/>
                    <a:pt x="41214" y="36626"/>
                    <a:pt x="41273" y="36625"/>
                  </a:cubicBezTo>
                  <a:cubicBezTo>
                    <a:pt x="42495" y="36561"/>
                    <a:pt x="44745" y="35500"/>
                    <a:pt x="45356" y="35211"/>
                  </a:cubicBezTo>
                  <a:cubicBezTo>
                    <a:pt x="45645" y="36207"/>
                    <a:pt x="45934" y="37171"/>
                    <a:pt x="46288" y="38136"/>
                  </a:cubicBezTo>
                  <a:cubicBezTo>
                    <a:pt x="46417" y="38554"/>
                    <a:pt x="46545" y="38971"/>
                    <a:pt x="46738" y="39357"/>
                  </a:cubicBezTo>
                  <a:cubicBezTo>
                    <a:pt x="46802" y="39550"/>
                    <a:pt x="46899" y="39775"/>
                    <a:pt x="46995" y="39968"/>
                  </a:cubicBezTo>
                  <a:cubicBezTo>
                    <a:pt x="46770" y="39936"/>
                    <a:pt x="46642" y="39936"/>
                    <a:pt x="46642" y="39936"/>
                  </a:cubicBezTo>
                  <a:lnTo>
                    <a:pt x="46642" y="39936"/>
                  </a:lnTo>
                  <a:cubicBezTo>
                    <a:pt x="46642" y="39936"/>
                    <a:pt x="46609" y="40514"/>
                    <a:pt x="46674" y="41414"/>
                  </a:cubicBezTo>
                  <a:cubicBezTo>
                    <a:pt x="45633" y="40696"/>
                    <a:pt x="44248" y="40034"/>
                    <a:pt x="43094" y="40034"/>
                  </a:cubicBezTo>
                  <a:cubicBezTo>
                    <a:pt x="42751" y="40034"/>
                    <a:pt x="42428" y="40093"/>
                    <a:pt x="42141" y="40225"/>
                  </a:cubicBezTo>
                  <a:cubicBezTo>
                    <a:pt x="40952" y="40772"/>
                    <a:pt x="40663" y="42218"/>
                    <a:pt x="41273" y="43311"/>
                  </a:cubicBezTo>
                  <a:cubicBezTo>
                    <a:pt x="41370" y="43440"/>
                    <a:pt x="41466" y="43568"/>
                    <a:pt x="41563" y="43697"/>
                  </a:cubicBezTo>
                  <a:cubicBezTo>
                    <a:pt x="41756" y="45143"/>
                    <a:pt x="42591" y="46718"/>
                    <a:pt x="43299" y="47522"/>
                  </a:cubicBezTo>
                  <a:cubicBezTo>
                    <a:pt x="43363" y="47618"/>
                    <a:pt x="44263" y="48454"/>
                    <a:pt x="44745" y="48872"/>
                  </a:cubicBezTo>
                  <a:cubicBezTo>
                    <a:pt x="44295" y="48615"/>
                    <a:pt x="43845" y="48390"/>
                    <a:pt x="43363" y="48101"/>
                  </a:cubicBezTo>
                  <a:cubicBezTo>
                    <a:pt x="42688" y="47747"/>
                    <a:pt x="41981" y="47297"/>
                    <a:pt x="41273" y="46911"/>
                  </a:cubicBezTo>
                  <a:cubicBezTo>
                    <a:pt x="40920" y="46686"/>
                    <a:pt x="40566" y="46461"/>
                    <a:pt x="40213" y="46236"/>
                  </a:cubicBezTo>
                  <a:cubicBezTo>
                    <a:pt x="39859" y="46011"/>
                    <a:pt x="39538" y="45754"/>
                    <a:pt x="39184" y="45529"/>
                  </a:cubicBezTo>
                  <a:cubicBezTo>
                    <a:pt x="38670" y="45143"/>
                    <a:pt x="38188" y="44757"/>
                    <a:pt x="37673" y="44340"/>
                  </a:cubicBezTo>
                  <a:cubicBezTo>
                    <a:pt x="38091" y="43697"/>
                    <a:pt x="39313" y="41704"/>
                    <a:pt x="39505" y="40547"/>
                  </a:cubicBezTo>
                  <a:cubicBezTo>
                    <a:pt x="39698" y="39325"/>
                    <a:pt x="39570" y="37750"/>
                    <a:pt x="38702" y="36850"/>
                  </a:cubicBezTo>
                  <a:cubicBezTo>
                    <a:pt x="38240" y="36388"/>
                    <a:pt x="37627" y="36138"/>
                    <a:pt x="37026" y="36138"/>
                  </a:cubicBezTo>
                  <a:cubicBezTo>
                    <a:pt x="36455" y="36138"/>
                    <a:pt x="35895" y="36364"/>
                    <a:pt x="35487" y="36850"/>
                  </a:cubicBezTo>
                  <a:cubicBezTo>
                    <a:pt x="34330" y="38264"/>
                    <a:pt x="35198" y="41414"/>
                    <a:pt x="36034" y="42797"/>
                  </a:cubicBezTo>
                  <a:cubicBezTo>
                    <a:pt x="36066" y="42829"/>
                    <a:pt x="36291" y="43118"/>
                    <a:pt x="36548" y="43407"/>
                  </a:cubicBezTo>
                  <a:cubicBezTo>
                    <a:pt x="36066" y="43022"/>
                    <a:pt x="35584" y="42604"/>
                    <a:pt x="35134" y="42186"/>
                  </a:cubicBezTo>
                  <a:cubicBezTo>
                    <a:pt x="33784" y="40997"/>
                    <a:pt x="32466" y="39711"/>
                    <a:pt x="31148" y="38457"/>
                  </a:cubicBezTo>
                  <a:cubicBezTo>
                    <a:pt x="30859" y="38200"/>
                    <a:pt x="30569" y="37943"/>
                    <a:pt x="30312" y="37654"/>
                  </a:cubicBezTo>
                  <a:cubicBezTo>
                    <a:pt x="30666" y="37107"/>
                    <a:pt x="31984" y="34953"/>
                    <a:pt x="32177" y="33732"/>
                  </a:cubicBezTo>
                  <a:cubicBezTo>
                    <a:pt x="32369" y="32543"/>
                    <a:pt x="32273" y="30967"/>
                    <a:pt x="31373" y="30035"/>
                  </a:cubicBezTo>
                  <a:cubicBezTo>
                    <a:pt x="30935" y="29581"/>
                    <a:pt x="30334" y="29340"/>
                    <a:pt x="29739" y="29340"/>
                  </a:cubicBezTo>
                  <a:cubicBezTo>
                    <a:pt x="29153" y="29340"/>
                    <a:pt x="28573" y="29573"/>
                    <a:pt x="28159" y="30067"/>
                  </a:cubicBezTo>
                  <a:cubicBezTo>
                    <a:pt x="27001" y="31450"/>
                    <a:pt x="27869" y="34632"/>
                    <a:pt x="28737" y="35982"/>
                  </a:cubicBezTo>
                  <a:cubicBezTo>
                    <a:pt x="28769" y="36046"/>
                    <a:pt x="29026" y="36368"/>
                    <a:pt x="29316" y="36721"/>
                  </a:cubicBezTo>
                  <a:cubicBezTo>
                    <a:pt x="28576" y="36046"/>
                    <a:pt x="27837" y="35371"/>
                    <a:pt x="27066" y="34761"/>
                  </a:cubicBezTo>
                  <a:cubicBezTo>
                    <a:pt x="25748" y="33635"/>
                    <a:pt x="24398" y="32607"/>
                    <a:pt x="23015" y="31707"/>
                  </a:cubicBezTo>
                  <a:cubicBezTo>
                    <a:pt x="23144" y="31514"/>
                    <a:pt x="24751" y="29039"/>
                    <a:pt x="24976" y="27657"/>
                  </a:cubicBezTo>
                  <a:cubicBezTo>
                    <a:pt x="25137" y="26467"/>
                    <a:pt x="25041" y="24892"/>
                    <a:pt x="24140" y="23992"/>
                  </a:cubicBezTo>
                  <a:cubicBezTo>
                    <a:pt x="23696" y="23531"/>
                    <a:pt x="23090" y="23280"/>
                    <a:pt x="22493" y="23280"/>
                  </a:cubicBezTo>
                  <a:cubicBezTo>
                    <a:pt x="21925" y="23280"/>
                    <a:pt x="21365" y="23507"/>
                    <a:pt x="20958" y="23992"/>
                  </a:cubicBezTo>
                  <a:cubicBezTo>
                    <a:pt x="19769" y="25406"/>
                    <a:pt x="20637" y="28557"/>
                    <a:pt x="21505" y="29939"/>
                  </a:cubicBezTo>
                  <a:cubicBezTo>
                    <a:pt x="21569" y="30035"/>
                    <a:pt x="22501" y="31192"/>
                    <a:pt x="22855" y="31578"/>
                  </a:cubicBezTo>
                  <a:lnTo>
                    <a:pt x="22790" y="31546"/>
                  </a:lnTo>
                  <a:cubicBezTo>
                    <a:pt x="21344" y="30646"/>
                    <a:pt x="19801" y="29939"/>
                    <a:pt x="18354" y="29328"/>
                  </a:cubicBezTo>
                  <a:cubicBezTo>
                    <a:pt x="16876" y="28750"/>
                    <a:pt x="15429" y="28299"/>
                    <a:pt x="14111" y="27946"/>
                  </a:cubicBezTo>
                  <a:cubicBezTo>
                    <a:pt x="12794" y="27560"/>
                    <a:pt x="11540" y="27303"/>
                    <a:pt x="10447" y="27078"/>
                  </a:cubicBezTo>
                  <a:cubicBezTo>
                    <a:pt x="9836" y="26982"/>
                    <a:pt x="9290" y="26885"/>
                    <a:pt x="8775" y="26789"/>
                  </a:cubicBezTo>
                  <a:lnTo>
                    <a:pt x="8808" y="26789"/>
                  </a:lnTo>
                  <a:cubicBezTo>
                    <a:pt x="8840" y="26757"/>
                    <a:pt x="7008" y="25567"/>
                    <a:pt x="6879" y="25503"/>
                  </a:cubicBezTo>
                  <a:cubicBezTo>
                    <a:pt x="6051" y="25089"/>
                    <a:pt x="4680" y="24736"/>
                    <a:pt x="3408" y="24736"/>
                  </a:cubicBezTo>
                  <a:cubicBezTo>
                    <a:pt x="2407" y="24736"/>
                    <a:pt x="1466" y="24955"/>
                    <a:pt x="900" y="25535"/>
                  </a:cubicBezTo>
                  <a:cubicBezTo>
                    <a:pt x="0" y="26467"/>
                    <a:pt x="225" y="27946"/>
                    <a:pt x="1222" y="28717"/>
                  </a:cubicBezTo>
                  <a:cubicBezTo>
                    <a:pt x="1813" y="29194"/>
                    <a:pt x="2608" y="29365"/>
                    <a:pt x="3405" y="29365"/>
                  </a:cubicBezTo>
                  <a:cubicBezTo>
                    <a:pt x="3951" y="29365"/>
                    <a:pt x="4499" y="29285"/>
                    <a:pt x="4982" y="29167"/>
                  </a:cubicBezTo>
                  <a:cubicBezTo>
                    <a:pt x="6172" y="28846"/>
                    <a:pt x="8197" y="27271"/>
                    <a:pt x="8711" y="26853"/>
                  </a:cubicBezTo>
                  <a:cubicBezTo>
                    <a:pt x="9225" y="26949"/>
                    <a:pt x="9804" y="27078"/>
                    <a:pt x="10415" y="27207"/>
                  </a:cubicBezTo>
                  <a:cubicBezTo>
                    <a:pt x="11508" y="27432"/>
                    <a:pt x="12729" y="27721"/>
                    <a:pt x="14047" y="28139"/>
                  </a:cubicBezTo>
                  <a:cubicBezTo>
                    <a:pt x="14401" y="28235"/>
                    <a:pt x="14786" y="28364"/>
                    <a:pt x="15140" y="28492"/>
                  </a:cubicBezTo>
                  <a:cubicBezTo>
                    <a:pt x="14497" y="28396"/>
                    <a:pt x="13597" y="28332"/>
                    <a:pt x="13501" y="28332"/>
                  </a:cubicBezTo>
                  <a:cubicBezTo>
                    <a:pt x="11893" y="28364"/>
                    <a:pt x="8775" y="29360"/>
                    <a:pt x="8229" y="31096"/>
                  </a:cubicBezTo>
                  <a:cubicBezTo>
                    <a:pt x="7843" y="32350"/>
                    <a:pt x="8743" y="33539"/>
                    <a:pt x="9965" y="33796"/>
                  </a:cubicBezTo>
                  <a:cubicBezTo>
                    <a:pt x="10127" y="33830"/>
                    <a:pt x="10292" y="33845"/>
                    <a:pt x="10457" y="33845"/>
                  </a:cubicBezTo>
                  <a:cubicBezTo>
                    <a:pt x="11569" y="33845"/>
                    <a:pt x="12717" y="33146"/>
                    <a:pt x="13501" y="32446"/>
                  </a:cubicBezTo>
                  <a:cubicBezTo>
                    <a:pt x="14433" y="31610"/>
                    <a:pt x="15526" y="29200"/>
                    <a:pt x="15783" y="28685"/>
                  </a:cubicBezTo>
                  <a:cubicBezTo>
                    <a:pt x="16587" y="28942"/>
                    <a:pt x="17390" y="29264"/>
                    <a:pt x="18226" y="29617"/>
                  </a:cubicBezTo>
                  <a:cubicBezTo>
                    <a:pt x="19672" y="30228"/>
                    <a:pt x="21151" y="30967"/>
                    <a:pt x="22598" y="31900"/>
                  </a:cubicBezTo>
                  <a:cubicBezTo>
                    <a:pt x="22662" y="31964"/>
                    <a:pt x="22726" y="32028"/>
                    <a:pt x="22823" y="32060"/>
                  </a:cubicBezTo>
                  <a:cubicBezTo>
                    <a:pt x="22501" y="31964"/>
                    <a:pt x="20733" y="31610"/>
                    <a:pt x="20605" y="31578"/>
                  </a:cubicBezTo>
                  <a:cubicBezTo>
                    <a:pt x="20472" y="31568"/>
                    <a:pt x="20329" y="31562"/>
                    <a:pt x="20178" y="31562"/>
                  </a:cubicBezTo>
                  <a:cubicBezTo>
                    <a:pt x="18486" y="31562"/>
                    <a:pt x="15725" y="32230"/>
                    <a:pt x="15076" y="33764"/>
                  </a:cubicBezTo>
                  <a:cubicBezTo>
                    <a:pt x="14561" y="34986"/>
                    <a:pt x="15301" y="36271"/>
                    <a:pt x="16490" y="36625"/>
                  </a:cubicBezTo>
                  <a:cubicBezTo>
                    <a:pt x="16752" y="36708"/>
                    <a:pt x="17024" y="36744"/>
                    <a:pt x="17300" y="36744"/>
                  </a:cubicBezTo>
                  <a:cubicBezTo>
                    <a:pt x="18311" y="36744"/>
                    <a:pt x="19372" y="36248"/>
                    <a:pt x="20155" y="35693"/>
                  </a:cubicBezTo>
                  <a:cubicBezTo>
                    <a:pt x="21280" y="34889"/>
                    <a:pt x="22823" y="32221"/>
                    <a:pt x="22887" y="32093"/>
                  </a:cubicBezTo>
                  <a:cubicBezTo>
                    <a:pt x="24205" y="32993"/>
                    <a:pt x="25491" y="34021"/>
                    <a:pt x="26744" y="35146"/>
                  </a:cubicBezTo>
                  <a:cubicBezTo>
                    <a:pt x="27644" y="35950"/>
                    <a:pt x="28544" y="36786"/>
                    <a:pt x="29412" y="37654"/>
                  </a:cubicBezTo>
                  <a:cubicBezTo>
                    <a:pt x="28994" y="37557"/>
                    <a:pt x="27355" y="37204"/>
                    <a:pt x="27226" y="37204"/>
                  </a:cubicBezTo>
                  <a:cubicBezTo>
                    <a:pt x="27073" y="37188"/>
                    <a:pt x="26905" y="37180"/>
                    <a:pt x="26727" y="37180"/>
                  </a:cubicBezTo>
                  <a:cubicBezTo>
                    <a:pt x="25029" y="37180"/>
                    <a:pt x="22337" y="37877"/>
                    <a:pt x="21698" y="39389"/>
                  </a:cubicBezTo>
                  <a:cubicBezTo>
                    <a:pt x="21183" y="40579"/>
                    <a:pt x="21923" y="41864"/>
                    <a:pt x="23112" y="42250"/>
                  </a:cubicBezTo>
                  <a:cubicBezTo>
                    <a:pt x="23366" y="42330"/>
                    <a:pt x="23629" y="42366"/>
                    <a:pt x="23896" y="42366"/>
                  </a:cubicBezTo>
                  <a:cubicBezTo>
                    <a:pt x="24915" y="42366"/>
                    <a:pt x="25987" y="41846"/>
                    <a:pt x="26776" y="41286"/>
                  </a:cubicBezTo>
                  <a:cubicBezTo>
                    <a:pt x="27901" y="40514"/>
                    <a:pt x="29380" y="37943"/>
                    <a:pt x="29476" y="37718"/>
                  </a:cubicBezTo>
                  <a:cubicBezTo>
                    <a:pt x="29894" y="38136"/>
                    <a:pt x="30280" y="38521"/>
                    <a:pt x="30698" y="38907"/>
                  </a:cubicBezTo>
                  <a:cubicBezTo>
                    <a:pt x="31984" y="40193"/>
                    <a:pt x="33269" y="41511"/>
                    <a:pt x="34620" y="42765"/>
                  </a:cubicBezTo>
                  <a:cubicBezTo>
                    <a:pt x="35070" y="43182"/>
                    <a:pt x="35520" y="43600"/>
                    <a:pt x="36002" y="44018"/>
                  </a:cubicBezTo>
                  <a:cubicBezTo>
                    <a:pt x="35359" y="43857"/>
                    <a:pt x="34234" y="43632"/>
                    <a:pt x="34105" y="43600"/>
                  </a:cubicBezTo>
                  <a:cubicBezTo>
                    <a:pt x="33973" y="43590"/>
                    <a:pt x="33830" y="43584"/>
                    <a:pt x="33679" y="43584"/>
                  </a:cubicBezTo>
                  <a:cubicBezTo>
                    <a:pt x="31986" y="43584"/>
                    <a:pt x="29225" y="44252"/>
                    <a:pt x="28576" y="45786"/>
                  </a:cubicBezTo>
                  <a:cubicBezTo>
                    <a:pt x="28062" y="47008"/>
                    <a:pt x="28801" y="48293"/>
                    <a:pt x="30023" y="48647"/>
                  </a:cubicBezTo>
                  <a:cubicBezTo>
                    <a:pt x="30285" y="48730"/>
                    <a:pt x="30557" y="48767"/>
                    <a:pt x="30832" y="48767"/>
                  </a:cubicBezTo>
                  <a:cubicBezTo>
                    <a:pt x="31842" y="48767"/>
                    <a:pt x="32898" y="48270"/>
                    <a:pt x="33655" y="47715"/>
                  </a:cubicBezTo>
                  <a:cubicBezTo>
                    <a:pt x="34652" y="47008"/>
                    <a:pt x="35937" y="44886"/>
                    <a:pt x="36291" y="44275"/>
                  </a:cubicBezTo>
                  <a:cubicBezTo>
                    <a:pt x="37095" y="44950"/>
                    <a:pt x="37866" y="45625"/>
                    <a:pt x="38670" y="46236"/>
                  </a:cubicBezTo>
                  <a:cubicBezTo>
                    <a:pt x="39023" y="46493"/>
                    <a:pt x="39377" y="46750"/>
                    <a:pt x="39730" y="46975"/>
                  </a:cubicBezTo>
                  <a:cubicBezTo>
                    <a:pt x="40084" y="47233"/>
                    <a:pt x="40438" y="47458"/>
                    <a:pt x="40759" y="47683"/>
                  </a:cubicBezTo>
                  <a:cubicBezTo>
                    <a:pt x="41498" y="48133"/>
                    <a:pt x="42173" y="48551"/>
                    <a:pt x="42881" y="48968"/>
                  </a:cubicBezTo>
                  <a:cubicBezTo>
                    <a:pt x="43202" y="49161"/>
                    <a:pt x="43556" y="49354"/>
                    <a:pt x="43877" y="49547"/>
                  </a:cubicBezTo>
                  <a:cubicBezTo>
                    <a:pt x="43266" y="49322"/>
                    <a:pt x="42302" y="48936"/>
                    <a:pt x="42206" y="48936"/>
                  </a:cubicBezTo>
                  <a:cubicBezTo>
                    <a:pt x="41747" y="48815"/>
                    <a:pt x="41145" y="48745"/>
                    <a:pt x="40498" y="48745"/>
                  </a:cubicBezTo>
                  <a:cubicBezTo>
                    <a:pt x="38919" y="48745"/>
                    <a:pt x="37071" y="49160"/>
                    <a:pt x="36387" y="50254"/>
                  </a:cubicBezTo>
                  <a:cubicBezTo>
                    <a:pt x="35712" y="51347"/>
                    <a:pt x="36259" y="52729"/>
                    <a:pt x="37384" y="53276"/>
                  </a:cubicBezTo>
                  <a:cubicBezTo>
                    <a:pt x="37776" y="53477"/>
                    <a:pt x="38219" y="53562"/>
                    <a:pt x="38676" y="53562"/>
                  </a:cubicBezTo>
                  <a:cubicBezTo>
                    <a:pt x="39530" y="53562"/>
                    <a:pt x="40433" y="53267"/>
                    <a:pt x="41145" y="52890"/>
                  </a:cubicBezTo>
                  <a:cubicBezTo>
                    <a:pt x="42334" y="52311"/>
                    <a:pt x="44134" y="50093"/>
                    <a:pt x="44327" y="49804"/>
                  </a:cubicBezTo>
                  <a:cubicBezTo>
                    <a:pt x="45163" y="50286"/>
                    <a:pt x="45999" y="50736"/>
                    <a:pt x="46770" y="51154"/>
                  </a:cubicBezTo>
                  <a:cubicBezTo>
                    <a:pt x="48827" y="52247"/>
                    <a:pt x="50627" y="53147"/>
                    <a:pt x="52010" y="53790"/>
                  </a:cubicBezTo>
                  <a:cubicBezTo>
                    <a:pt x="56542" y="57712"/>
                    <a:pt x="62907" y="58130"/>
                    <a:pt x="62907" y="58130"/>
                  </a:cubicBezTo>
                  <a:cubicBezTo>
                    <a:pt x="62907" y="58130"/>
                    <a:pt x="63260" y="50511"/>
                    <a:pt x="58760" y="45465"/>
                  </a:cubicBezTo>
                  <a:cubicBezTo>
                    <a:pt x="57121" y="43632"/>
                    <a:pt x="55096" y="42411"/>
                    <a:pt x="53135" y="41607"/>
                  </a:cubicBezTo>
                  <a:cubicBezTo>
                    <a:pt x="53263" y="41447"/>
                    <a:pt x="53392" y="41318"/>
                    <a:pt x="53488" y="41189"/>
                  </a:cubicBezTo>
                  <a:cubicBezTo>
                    <a:pt x="54131" y="40161"/>
                    <a:pt x="54710" y="38682"/>
                    <a:pt x="54292" y="37493"/>
                  </a:cubicBezTo>
                  <a:cubicBezTo>
                    <a:pt x="53976" y="36593"/>
                    <a:pt x="53145" y="35969"/>
                    <a:pt x="52244" y="35969"/>
                  </a:cubicBezTo>
                  <a:cubicBezTo>
                    <a:pt x="51954" y="35969"/>
                    <a:pt x="51656" y="36034"/>
                    <a:pt x="51367" y="36175"/>
                  </a:cubicBezTo>
                  <a:cubicBezTo>
                    <a:pt x="50113" y="36753"/>
                    <a:pt x="49502" y="38746"/>
                    <a:pt x="49374" y="40386"/>
                  </a:cubicBezTo>
                  <a:cubicBezTo>
                    <a:pt x="48892" y="40257"/>
                    <a:pt x="48442" y="40193"/>
                    <a:pt x="48056" y="40129"/>
                  </a:cubicBezTo>
                  <a:cubicBezTo>
                    <a:pt x="47895" y="39743"/>
                    <a:pt x="47734" y="39389"/>
                    <a:pt x="47542" y="39004"/>
                  </a:cubicBezTo>
                  <a:cubicBezTo>
                    <a:pt x="47381" y="38618"/>
                    <a:pt x="47252" y="38232"/>
                    <a:pt x="47092" y="37814"/>
                  </a:cubicBezTo>
                  <a:cubicBezTo>
                    <a:pt x="46867" y="37236"/>
                    <a:pt x="46674" y="36625"/>
                    <a:pt x="46481" y="36014"/>
                  </a:cubicBezTo>
                  <a:cubicBezTo>
                    <a:pt x="47188" y="35693"/>
                    <a:pt x="49310" y="34728"/>
                    <a:pt x="50113" y="33860"/>
                  </a:cubicBezTo>
                  <a:cubicBezTo>
                    <a:pt x="50917" y="32960"/>
                    <a:pt x="51688" y="31578"/>
                    <a:pt x="51463" y="30325"/>
                  </a:cubicBezTo>
                  <a:cubicBezTo>
                    <a:pt x="51245" y="29262"/>
                    <a:pt x="50358" y="28477"/>
                    <a:pt x="49330" y="28477"/>
                  </a:cubicBezTo>
                  <a:cubicBezTo>
                    <a:pt x="49144" y="28477"/>
                    <a:pt x="48955" y="28503"/>
                    <a:pt x="48763" y="28557"/>
                  </a:cubicBezTo>
                  <a:cubicBezTo>
                    <a:pt x="47027" y="29071"/>
                    <a:pt x="45999" y="32189"/>
                    <a:pt x="45967" y="33828"/>
                  </a:cubicBezTo>
                  <a:cubicBezTo>
                    <a:pt x="45967" y="33860"/>
                    <a:pt x="45999" y="34214"/>
                    <a:pt x="46031" y="34632"/>
                  </a:cubicBezTo>
                  <a:cubicBezTo>
                    <a:pt x="45870" y="34021"/>
                    <a:pt x="45677" y="33410"/>
                    <a:pt x="45516" y="32800"/>
                  </a:cubicBezTo>
                  <a:cubicBezTo>
                    <a:pt x="45066" y="31064"/>
                    <a:pt x="44681" y="29296"/>
                    <a:pt x="44263" y="27496"/>
                  </a:cubicBezTo>
                  <a:cubicBezTo>
                    <a:pt x="44166" y="27110"/>
                    <a:pt x="44102" y="26757"/>
                    <a:pt x="44006" y="26371"/>
                  </a:cubicBezTo>
                  <a:cubicBezTo>
                    <a:pt x="44616" y="26114"/>
                    <a:pt x="46899" y="25053"/>
                    <a:pt x="47734" y="24153"/>
                  </a:cubicBezTo>
                  <a:cubicBezTo>
                    <a:pt x="48538" y="23253"/>
                    <a:pt x="49342" y="21871"/>
                    <a:pt x="49085" y="20617"/>
                  </a:cubicBezTo>
                  <a:cubicBezTo>
                    <a:pt x="48896" y="19568"/>
                    <a:pt x="48032" y="18789"/>
                    <a:pt x="47021" y="18789"/>
                  </a:cubicBezTo>
                  <a:cubicBezTo>
                    <a:pt x="46824" y="18789"/>
                    <a:pt x="46621" y="18818"/>
                    <a:pt x="46417" y="18881"/>
                  </a:cubicBezTo>
                  <a:cubicBezTo>
                    <a:pt x="44681" y="19395"/>
                    <a:pt x="43652" y="22481"/>
                    <a:pt x="43620" y="24121"/>
                  </a:cubicBezTo>
                  <a:cubicBezTo>
                    <a:pt x="43620" y="24185"/>
                    <a:pt x="43652" y="24603"/>
                    <a:pt x="43684" y="25053"/>
                  </a:cubicBezTo>
                  <a:cubicBezTo>
                    <a:pt x="43459" y="24089"/>
                    <a:pt x="43202" y="23124"/>
                    <a:pt x="42945" y="22160"/>
                  </a:cubicBezTo>
                  <a:cubicBezTo>
                    <a:pt x="42463" y="20521"/>
                    <a:pt x="41884" y="18913"/>
                    <a:pt x="41209" y="17370"/>
                  </a:cubicBezTo>
                  <a:cubicBezTo>
                    <a:pt x="41434" y="17306"/>
                    <a:pt x="44166" y="16117"/>
                    <a:pt x="45066" y="15088"/>
                  </a:cubicBezTo>
                  <a:cubicBezTo>
                    <a:pt x="45870" y="14188"/>
                    <a:pt x="46674" y="12838"/>
                    <a:pt x="46417" y="11584"/>
                  </a:cubicBezTo>
                  <a:cubicBezTo>
                    <a:pt x="46226" y="10522"/>
                    <a:pt x="45343" y="9737"/>
                    <a:pt x="44315" y="9737"/>
                  </a:cubicBezTo>
                  <a:cubicBezTo>
                    <a:pt x="44130" y="9737"/>
                    <a:pt x="43940" y="9762"/>
                    <a:pt x="43749" y="9816"/>
                  </a:cubicBezTo>
                  <a:cubicBezTo>
                    <a:pt x="42013" y="10331"/>
                    <a:pt x="40984" y="13449"/>
                    <a:pt x="40952" y="15088"/>
                  </a:cubicBezTo>
                  <a:cubicBezTo>
                    <a:pt x="40952" y="15185"/>
                    <a:pt x="41081" y="16663"/>
                    <a:pt x="41145" y="17210"/>
                  </a:cubicBezTo>
                  <a:lnTo>
                    <a:pt x="41113" y="17145"/>
                  </a:lnTo>
                  <a:cubicBezTo>
                    <a:pt x="40406" y="15570"/>
                    <a:pt x="39538" y="14156"/>
                    <a:pt x="38638" y="12838"/>
                  </a:cubicBezTo>
                  <a:cubicBezTo>
                    <a:pt x="37738" y="11520"/>
                    <a:pt x="36773" y="10363"/>
                    <a:pt x="35873" y="9334"/>
                  </a:cubicBezTo>
                  <a:cubicBezTo>
                    <a:pt x="34973" y="8273"/>
                    <a:pt x="34073" y="7373"/>
                    <a:pt x="33269" y="6602"/>
                  </a:cubicBezTo>
                  <a:cubicBezTo>
                    <a:pt x="32852" y="6184"/>
                    <a:pt x="32434" y="5798"/>
                    <a:pt x="32048" y="5445"/>
                  </a:cubicBezTo>
                  <a:lnTo>
                    <a:pt x="32112" y="5445"/>
                  </a:lnTo>
                  <a:cubicBezTo>
                    <a:pt x="32144" y="5445"/>
                    <a:pt x="31244" y="3420"/>
                    <a:pt x="31180" y="3291"/>
                  </a:cubicBezTo>
                  <a:cubicBezTo>
                    <a:pt x="30438" y="2015"/>
                    <a:pt x="28328" y="1"/>
                    <a:pt x="266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5" name="Google Shape;3525;p62"/>
            <p:cNvSpPr/>
            <p:nvPr/>
          </p:nvSpPr>
          <p:spPr>
            <a:xfrm>
              <a:off x="2969400" y="4123575"/>
              <a:ext cx="426750" cy="440400"/>
            </a:xfrm>
            <a:custGeom>
              <a:avLst/>
              <a:gdLst/>
              <a:ahLst/>
              <a:cxnLst/>
              <a:rect l="l" t="t" r="r" b="b"/>
              <a:pathLst>
                <a:path w="17070" h="17616" extrusionOk="0">
                  <a:moveTo>
                    <a:pt x="17005" y="1"/>
                  </a:moveTo>
                  <a:lnTo>
                    <a:pt x="17005" y="1"/>
                  </a:lnTo>
                  <a:cubicBezTo>
                    <a:pt x="17004" y="1"/>
                    <a:pt x="9354" y="226"/>
                    <a:pt x="4694" y="5112"/>
                  </a:cubicBezTo>
                  <a:cubicBezTo>
                    <a:pt x="0" y="9965"/>
                    <a:pt x="65" y="17616"/>
                    <a:pt x="65" y="17616"/>
                  </a:cubicBezTo>
                  <a:cubicBezTo>
                    <a:pt x="65" y="17616"/>
                    <a:pt x="7715" y="17359"/>
                    <a:pt x="12376" y="12505"/>
                  </a:cubicBezTo>
                  <a:cubicBezTo>
                    <a:pt x="17069" y="7651"/>
                    <a:pt x="17005" y="1"/>
                    <a:pt x="170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6" name="Google Shape;3526;p62"/>
            <p:cNvSpPr/>
            <p:nvPr/>
          </p:nvSpPr>
          <p:spPr>
            <a:xfrm>
              <a:off x="1515675" y="3626950"/>
              <a:ext cx="126175" cy="202525"/>
            </a:xfrm>
            <a:custGeom>
              <a:avLst/>
              <a:gdLst/>
              <a:ahLst/>
              <a:cxnLst/>
              <a:rect l="l" t="t" r="r" b="b"/>
              <a:pathLst>
                <a:path w="5047" h="8101" extrusionOk="0">
                  <a:moveTo>
                    <a:pt x="2090" y="0"/>
                  </a:moveTo>
                  <a:cubicBezTo>
                    <a:pt x="1318" y="0"/>
                    <a:pt x="547" y="386"/>
                    <a:pt x="193" y="1190"/>
                  </a:cubicBezTo>
                  <a:cubicBezTo>
                    <a:pt x="65" y="1479"/>
                    <a:pt x="0" y="1800"/>
                    <a:pt x="0" y="2154"/>
                  </a:cubicBezTo>
                  <a:cubicBezTo>
                    <a:pt x="0" y="3761"/>
                    <a:pt x="1318" y="5851"/>
                    <a:pt x="2315" y="6751"/>
                  </a:cubicBezTo>
                  <a:cubicBezTo>
                    <a:pt x="2411" y="6847"/>
                    <a:pt x="4147" y="8101"/>
                    <a:pt x="4211" y="8101"/>
                  </a:cubicBezTo>
                  <a:cubicBezTo>
                    <a:pt x="4211" y="8101"/>
                    <a:pt x="5047" y="5529"/>
                    <a:pt x="5047" y="4018"/>
                  </a:cubicBezTo>
                  <a:cubicBezTo>
                    <a:pt x="5047" y="3890"/>
                    <a:pt x="5047" y="3761"/>
                    <a:pt x="5047" y="3665"/>
                  </a:cubicBezTo>
                  <a:cubicBezTo>
                    <a:pt x="4886" y="2475"/>
                    <a:pt x="4372" y="965"/>
                    <a:pt x="3279" y="322"/>
                  </a:cubicBezTo>
                  <a:cubicBezTo>
                    <a:pt x="2893" y="97"/>
                    <a:pt x="2508" y="0"/>
                    <a:pt x="209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7" name="Google Shape;3527;p62"/>
            <p:cNvSpPr/>
            <p:nvPr/>
          </p:nvSpPr>
          <p:spPr>
            <a:xfrm>
              <a:off x="2659200" y="4023125"/>
              <a:ext cx="458100" cy="488625"/>
            </a:xfrm>
            <a:custGeom>
              <a:avLst/>
              <a:gdLst/>
              <a:ahLst/>
              <a:cxnLst/>
              <a:rect l="l" t="t" r="r" b="b"/>
              <a:pathLst>
                <a:path w="18324" h="19545" extrusionOk="0">
                  <a:moveTo>
                    <a:pt x="1" y="1"/>
                  </a:moveTo>
                  <a:cubicBezTo>
                    <a:pt x="772" y="10930"/>
                    <a:pt x="9258" y="19544"/>
                    <a:pt x="9258" y="19544"/>
                  </a:cubicBezTo>
                  <a:cubicBezTo>
                    <a:pt x="9258" y="19544"/>
                    <a:pt x="17616" y="10898"/>
                    <a:pt x="1832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62"/>
            <p:cNvSpPr/>
            <p:nvPr/>
          </p:nvSpPr>
          <p:spPr>
            <a:xfrm>
              <a:off x="1239225" y="3702475"/>
              <a:ext cx="1564650" cy="871150"/>
            </a:xfrm>
            <a:custGeom>
              <a:avLst/>
              <a:gdLst/>
              <a:ahLst/>
              <a:cxnLst/>
              <a:rect l="l" t="t" r="r" b="b"/>
              <a:pathLst>
                <a:path w="62586" h="34846" extrusionOk="0">
                  <a:moveTo>
                    <a:pt x="46739" y="21506"/>
                  </a:moveTo>
                  <a:cubicBezTo>
                    <a:pt x="47189" y="23595"/>
                    <a:pt x="48024" y="26070"/>
                    <a:pt x="49567" y="28224"/>
                  </a:cubicBezTo>
                  <a:cubicBezTo>
                    <a:pt x="48732" y="27838"/>
                    <a:pt x="47864" y="27388"/>
                    <a:pt x="46899" y="26906"/>
                  </a:cubicBezTo>
                  <a:cubicBezTo>
                    <a:pt x="46192" y="26552"/>
                    <a:pt x="45453" y="26167"/>
                    <a:pt x="44713" y="25749"/>
                  </a:cubicBezTo>
                  <a:cubicBezTo>
                    <a:pt x="44842" y="25459"/>
                    <a:pt x="45935" y="23016"/>
                    <a:pt x="45999" y="21634"/>
                  </a:cubicBezTo>
                  <a:cubicBezTo>
                    <a:pt x="46256" y="21602"/>
                    <a:pt x="46514" y="21538"/>
                    <a:pt x="46739" y="21506"/>
                  </a:cubicBezTo>
                  <a:close/>
                  <a:moveTo>
                    <a:pt x="22148" y="1"/>
                  </a:moveTo>
                  <a:cubicBezTo>
                    <a:pt x="21570" y="1"/>
                    <a:pt x="21023" y="226"/>
                    <a:pt x="20605" y="708"/>
                  </a:cubicBezTo>
                  <a:cubicBezTo>
                    <a:pt x="20187" y="1190"/>
                    <a:pt x="20027" y="1897"/>
                    <a:pt x="20027" y="2669"/>
                  </a:cubicBezTo>
                  <a:cubicBezTo>
                    <a:pt x="20027" y="4083"/>
                    <a:pt x="20605" y="5755"/>
                    <a:pt x="21152" y="6655"/>
                  </a:cubicBezTo>
                  <a:cubicBezTo>
                    <a:pt x="21216" y="6751"/>
                    <a:pt x="22148" y="7908"/>
                    <a:pt x="22502" y="8294"/>
                  </a:cubicBezTo>
                  <a:lnTo>
                    <a:pt x="22437" y="8262"/>
                  </a:lnTo>
                  <a:cubicBezTo>
                    <a:pt x="20991" y="7362"/>
                    <a:pt x="19448" y="6655"/>
                    <a:pt x="18001" y="6044"/>
                  </a:cubicBezTo>
                  <a:cubicBezTo>
                    <a:pt x="16523" y="5466"/>
                    <a:pt x="15076" y="5015"/>
                    <a:pt x="13758" y="4662"/>
                  </a:cubicBezTo>
                  <a:cubicBezTo>
                    <a:pt x="12441" y="4276"/>
                    <a:pt x="11187" y="4019"/>
                    <a:pt x="10094" y="3794"/>
                  </a:cubicBezTo>
                  <a:cubicBezTo>
                    <a:pt x="9483" y="3698"/>
                    <a:pt x="8937" y="3601"/>
                    <a:pt x="8422" y="3505"/>
                  </a:cubicBezTo>
                  <a:lnTo>
                    <a:pt x="8455" y="3505"/>
                  </a:lnTo>
                  <a:cubicBezTo>
                    <a:pt x="8455" y="3440"/>
                    <a:pt x="6655" y="2283"/>
                    <a:pt x="6526" y="2219"/>
                  </a:cubicBezTo>
                  <a:cubicBezTo>
                    <a:pt x="5690" y="1801"/>
                    <a:pt x="4340" y="1447"/>
                    <a:pt x="3054" y="1447"/>
                  </a:cubicBezTo>
                  <a:cubicBezTo>
                    <a:pt x="2058" y="1447"/>
                    <a:pt x="1126" y="1672"/>
                    <a:pt x="547" y="2251"/>
                  </a:cubicBezTo>
                  <a:cubicBezTo>
                    <a:pt x="161" y="2637"/>
                    <a:pt x="1" y="3151"/>
                    <a:pt x="1" y="3665"/>
                  </a:cubicBezTo>
                  <a:cubicBezTo>
                    <a:pt x="1" y="4308"/>
                    <a:pt x="290" y="4983"/>
                    <a:pt x="869" y="5433"/>
                  </a:cubicBezTo>
                  <a:cubicBezTo>
                    <a:pt x="1447" y="5916"/>
                    <a:pt x="2251" y="6076"/>
                    <a:pt x="3054" y="6076"/>
                  </a:cubicBezTo>
                  <a:cubicBezTo>
                    <a:pt x="3601" y="6076"/>
                    <a:pt x="4147" y="5980"/>
                    <a:pt x="4629" y="5883"/>
                  </a:cubicBezTo>
                  <a:cubicBezTo>
                    <a:pt x="5819" y="5562"/>
                    <a:pt x="7844" y="3987"/>
                    <a:pt x="8358" y="3569"/>
                  </a:cubicBezTo>
                  <a:cubicBezTo>
                    <a:pt x="8872" y="3665"/>
                    <a:pt x="9451" y="3794"/>
                    <a:pt x="10062" y="3923"/>
                  </a:cubicBezTo>
                  <a:cubicBezTo>
                    <a:pt x="11155" y="4148"/>
                    <a:pt x="12376" y="4437"/>
                    <a:pt x="13694" y="4855"/>
                  </a:cubicBezTo>
                  <a:cubicBezTo>
                    <a:pt x="14048" y="4951"/>
                    <a:pt x="14433" y="5080"/>
                    <a:pt x="14787" y="5208"/>
                  </a:cubicBezTo>
                  <a:cubicBezTo>
                    <a:pt x="14144" y="5112"/>
                    <a:pt x="13244" y="5048"/>
                    <a:pt x="13148" y="5048"/>
                  </a:cubicBezTo>
                  <a:cubicBezTo>
                    <a:pt x="11540" y="5080"/>
                    <a:pt x="8422" y="6076"/>
                    <a:pt x="7876" y="7812"/>
                  </a:cubicBezTo>
                  <a:cubicBezTo>
                    <a:pt x="7812" y="8005"/>
                    <a:pt x="7780" y="8230"/>
                    <a:pt x="7780" y="8423"/>
                  </a:cubicBezTo>
                  <a:cubicBezTo>
                    <a:pt x="7780" y="9419"/>
                    <a:pt x="8583" y="10319"/>
                    <a:pt x="9612" y="10512"/>
                  </a:cubicBezTo>
                  <a:cubicBezTo>
                    <a:pt x="9773" y="10544"/>
                    <a:pt x="9933" y="10544"/>
                    <a:pt x="10094" y="10544"/>
                  </a:cubicBezTo>
                  <a:cubicBezTo>
                    <a:pt x="11219" y="10544"/>
                    <a:pt x="12376" y="9869"/>
                    <a:pt x="13148" y="9162"/>
                  </a:cubicBezTo>
                  <a:cubicBezTo>
                    <a:pt x="14080" y="8326"/>
                    <a:pt x="15173" y="5916"/>
                    <a:pt x="15430" y="5401"/>
                  </a:cubicBezTo>
                  <a:cubicBezTo>
                    <a:pt x="16234" y="5658"/>
                    <a:pt x="17037" y="5980"/>
                    <a:pt x="17873" y="6333"/>
                  </a:cubicBezTo>
                  <a:cubicBezTo>
                    <a:pt x="19319" y="6944"/>
                    <a:pt x="20798" y="7683"/>
                    <a:pt x="22245" y="8616"/>
                  </a:cubicBezTo>
                  <a:cubicBezTo>
                    <a:pt x="22309" y="8680"/>
                    <a:pt x="22373" y="8744"/>
                    <a:pt x="22470" y="8776"/>
                  </a:cubicBezTo>
                  <a:cubicBezTo>
                    <a:pt x="22148" y="8680"/>
                    <a:pt x="20380" y="8326"/>
                    <a:pt x="20252" y="8294"/>
                  </a:cubicBezTo>
                  <a:lnTo>
                    <a:pt x="19769" y="8294"/>
                  </a:lnTo>
                  <a:cubicBezTo>
                    <a:pt x="18066" y="8294"/>
                    <a:pt x="15366" y="8969"/>
                    <a:pt x="14723" y="10480"/>
                  </a:cubicBezTo>
                  <a:cubicBezTo>
                    <a:pt x="14594" y="10769"/>
                    <a:pt x="14530" y="11027"/>
                    <a:pt x="14530" y="11284"/>
                  </a:cubicBezTo>
                  <a:cubicBezTo>
                    <a:pt x="14530" y="12216"/>
                    <a:pt x="15205" y="13052"/>
                    <a:pt x="16137" y="13341"/>
                  </a:cubicBezTo>
                  <a:cubicBezTo>
                    <a:pt x="16394" y="13437"/>
                    <a:pt x="16651" y="13469"/>
                    <a:pt x="16941" y="13469"/>
                  </a:cubicBezTo>
                  <a:cubicBezTo>
                    <a:pt x="17937" y="13469"/>
                    <a:pt x="19030" y="12955"/>
                    <a:pt x="19802" y="12409"/>
                  </a:cubicBezTo>
                  <a:cubicBezTo>
                    <a:pt x="20927" y="11605"/>
                    <a:pt x="22470" y="8937"/>
                    <a:pt x="22534" y="8809"/>
                  </a:cubicBezTo>
                  <a:cubicBezTo>
                    <a:pt x="23852" y="9709"/>
                    <a:pt x="25138" y="10737"/>
                    <a:pt x="26391" y="11862"/>
                  </a:cubicBezTo>
                  <a:cubicBezTo>
                    <a:pt x="27291" y="12666"/>
                    <a:pt x="28191" y="13502"/>
                    <a:pt x="29059" y="14370"/>
                  </a:cubicBezTo>
                  <a:cubicBezTo>
                    <a:pt x="28641" y="14273"/>
                    <a:pt x="27002" y="13920"/>
                    <a:pt x="26873" y="13920"/>
                  </a:cubicBezTo>
                  <a:cubicBezTo>
                    <a:pt x="26713" y="13887"/>
                    <a:pt x="26552" y="13887"/>
                    <a:pt x="26391" y="13887"/>
                  </a:cubicBezTo>
                  <a:cubicBezTo>
                    <a:pt x="24688" y="13887"/>
                    <a:pt x="21987" y="14562"/>
                    <a:pt x="21345" y="16105"/>
                  </a:cubicBezTo>
                  <a:cubicBezTo>
                    <a:pt x="21216" y="16363"/>
                    <a:pt x="21184" y="16620"/>
                    <a:pt x="21184" y="16877"/>
                  </a:cubicBezTo>
                  <a:cubicBezTo>
                    <a:pt x="21184" y="17809"/>
                    <a:pt x="21827" y="18677"/>
                    <a:pt x="22759" y="18966"/>
                  </a:cubicBezTo>
                  <a:cubicBezTo>
                    <a:pt x="23016" y="19030"/>
                    <a:pt x="23305" y="19063"/>
                    <a:pt x="23562" y="19063"/>
                  </a:cubicBezTo>
                  <a:cubicBezTo>
                    <a:pt x="24591" y="19063"/>
                    <a:pt x="25652" y="18580"/>
                    <a:pt x="26423" y="18002"/>
                  </a:cubicBezTo>
                  <a:cubicBezTo>
                    <a:pt x="27548" y="17230"/>
                    <a:pt x="29027" y="14659"/>
                    <a:pt x="29123" y="14434"/>
                  </a:cubicBezTo>
                  <a:cubicBezTo>
                    <a:pt x="29541" y="14852"/>
                    <a:pt x="29927" y="15237"/>
                    <a:pt x="30345" y="15623"/>
                  </a:cubicBezTo>
                  <a:cubicBezTo>
                    <a:pt x="31631" y="16909"/>
                    <a:pt x="32916" y="18227"/>
                    <a:pt x="34267" y="19481"/>
                  </a:cubicBezTo>
                  <a:cubicBezTo>
                    <a:pt x="34717" y="19898"/>
                    <a:pt x="35167" y="20316"/>
                    <a:pt x="35649" y="20734"/>
                  </a:cubicBezTo>
                  <a:cubicBezTo>
                    <a:pt x="35006" y="20573"/>
                    <a:pt x="33881" y="20348"/>
                    <a:pt x="33752" y="20316"/>
                  </a:cubicBezTo>
                  <a:lnTo>
                    <a:pt x="33302" y="20316"/>
                  </a:lnTo>
                  <a:cubicBezTo>
                    <a:pt x="31599" y="20316"/>
                    <a:pt x="28866" y="20991"/>
                    <a:pt x="28223" y="22502"/>
                  </a:cubicBezTo>
                  <a:cubicBezTo>
                    <a:pt x="28127" y="22759"/>
                    <a:pt x="28063" y="23049"/>
                    <a:pt x="28063" y="23306"/>
                  </a:cubicBezTo>
                  <a:cubicBezTo>
                    <a:pt x="28063" y="24238"/>
                    <a:pt x="28706" y="25074"/>
                    <a:pt x="29670" y="25363"/>
                  </a:cubicBezTo>
                  <a:cubicBezTo>
                    <a:pt x="29927" y="25459"/>
                    <a:pt x="30184" y="25492"/>
                    <a:pt x="30441" y="25492"/>
                  </a:cubicBezTo>
                  <a:cubicBezTo>
                    <a:pt x="31470" y="25492"/>
                    <a:pt x="32531" y="24977"/>
                    <a:pt x="33302" y="24431"/>
                  </a:cubicBezTo>
                  <a:cubicBezTo>
                    <a:pt x="34299" y="23724"/>
                    <a:pt x="35584" y="21602"/>
                    <a:pt x="35938" y="20991"/>
                  </a:cubicBezTo>
                  <a:cubicBezTo>
                    <a:pt x="36742" y="21666"/>
                    <a:pt x="37513" y="22341"/>
                    <a:pt x="38317" y="22952"/>
                  </a:cubicBezTo>
                  <a:cubicBezTo>
                    <a:pt x="38670" y="23209"/>
                    <a:pt x="39024" y="23466"/>
                    <a:pt x="39377" y="23691"/>
                  </a:cubicBezTo>
                  <a:cubicBezTo>
                    <a:pt x="39731" y="23949"/>
                    <a:pt x="40085" y="24174"/>
                    <a:pt x="40406" y="24399"/>
                  </a:cubicBezTo>
                  <a:cubicBezTo>
                    <a:pt x="41145" y="24849"/>
                    <a:pt x="41820" y="25267"/>
                    <a:pt x="42528" y="25684"/>
                  </a:cubicBezTo>
                  <a:cubicBezTo>
                    <a:pt x="42849" y="25877"/>
                    <a:pt x="43203" y="26070"/>
                    <a:pt x="43524" y="26263"/>
                  </a:cubicBezTo>
                  <a:cubicBezTo>
                    <a:pt x="42913" y="26038"/>
                    <a:pt x="41949" y="25652"/>
                    <a:pt x="41853" y="25652"/>
                  </a:cubicBezTo>
                  <a:cubicBezTo>
                    <a:pt x="41403" y="25524"/>
                    <a:pt x="40792" y="25459"/>
                    <a:pt x="40149" y="25459"/>
                  </a:cubicBezTo>
                  <a:cubicBezTo>
                    <a:pt x="38574" y="25459"/>
                    <a:pt x="36710" y="25845"/>
                    <a:pt x="36034" y="26970"/>
                  </a:cubicBezTo>
                  <a:cubicBezTo>
                    <a:pt x="35842" y="27292"/>
                    <a:pt x="35745" y="27645"/>
                    <a:pt x="35745" y="28031"/>
                  </a:cubicBezTo>
                  <a:cubicBezTo>
                    <a:pt x="35745" y="28835"/>
                    <a:pt x="36227" y="29606"/>
                    <a:pt x="37031" y="29992"/>
                  </a:cubicBezTo>
                  <a:cubicBezTo>
                    <a:pt x="37417" y="30185"/>
                    <a:pt x="37867" y="30281"/>
                    <a:pt x="38317" y="30281"/>
                  </a:cubicBezTo>
                  <a:cubicBezTo>
                    <a:pt x="39152" y="30281"/>
                    <a:pt x="40085" y="29992"/>
                    <a:pt x="40792" y="29606"/>
                  </a:cubicBezTo>
                  <a:cubicBezTo>
                    <a:pt x="41981" y="29027"/>
                    <a:pt x="43781" y="26809"/>
                    <a:pt x="43974" y="26520"/>
                  </a:cubicBezTo>
                  <a:cubicBezTo>
                    <a:pt x="44810" y="27002"/>
                    <a:pt x="45646" y="27452"/>
                    <a:pt x="46417" y="27870"/>
                  </a:cubicBezTo>
                  <a:cubicBezTo>
                    <a:pt x="48474" y="28963"/>
                    <a:pt x="50274" y="29863"/>
                    <a:pt x="51657" y="30506"/>
                  </a:cubicBezTo>
                  <a:cubicBezTo>
                    <a:pt x="56189" y="34428"/>
                    <a:pt x="62554" y="34846"/>
                    <a:pt x="62554" y="34846"/>
                  </a:cubicBezTo>
                  <a:cubicBezTo>
                    <a:pt x="62554" y="34846"/>
                    <a:pt x="62586" y="34717"/>
                    <a:pt x="62586" y="34492"/>
                  </a:cubicBezTo>
                  <a:cubicBezTo>
                    <a:pt x="62586" y="32917"/>
                    <a:pt x="62329" y="26552"/>
                    <a:pt x="58407" y="22181"/>
                  </a:cubicBezTo>
                  <a:cubicBezTo>
                    <a:pt x="56768" y="20348"/>
                    <a:pt x="54743" y="19127"/>
                    <a:pt x="52782" y="18323"/>
                  </a:cubicBezTo>
                  <a:cubicBezTo>
                    <a:pt x="52910" y="18163"/>
                    <a:pt x="53039" y="18034"/>
                    <a:pt x="53135" y="17905"/>
                  </a:cubicBezTo>
                  <a:cubicBezTo>
                    <a:pt x="53617" y="17134"/>
                    <a:pt x="54067" y="16073"/>
                    <a:pt x="54067" y="15109"/>
                  </a:cubicBezTo>
                  <a:cubicBezTo>
                    <a:pt x="54067" y="14787"/>
                    <a:pt x="54035" y="14498"/>
                    <a:pt x="53939" y="14209"/>
                  </a:cubicBezTo>
                  <a:cubicBezTo>
                    <a:pt x="53714" y="13566"/>
                    <a:pt x="53232" y="13084"/>
                    <a:pt x="52653" y="12827"/>
                  </a:cubicBezTo>
                  <a:lnTo>
                    <a:pt x="51110" y="12827"/>
                  </a:lnTo>
                  <a:cubicBezTo>
                    <a:pt x="51078" y="12859"/>
                    <a:pt x="51046" y="12859"/>
                    <a:pt x="51014" y="12891"/>
                  </a:cubicBezTo>
                  <a:cubicBezTo>
                    <a:pt x="49760" y="13469"/>
                    <a:pt x="49149" y="15462"/>
                    <a:pt x="49021" y="17102"/>
                  </a:cubicBezTo>
                  <a:cubicBezTo>
                    <a:pt x="48539" y="16973"/>
                    <a:pt x="48089" y="16909"/>
                    <a:pt x="47703" y="16845"/>
                  </a:cubicBezTo>
                  <a:cubicBezTo>
                    <a:pt x="47542" y="16459"/>
                    <a:pt x="47381" y="16105"/>
                    <a:pt x="47189" y="15720"/>
                  </a:cubicBezTo>
                  <a:cubicBezTo>
                    <a:pt x="47028" y="15334"/>
                    <a:pt x="46899" y="14948"/>
                    <a:pt x="46739" y="14530"/>
                  </a:cubicBezTo>
                  <a:cubicBezTo>
                    <a:pt x="46514" y="13984"/>
                    <a:pt x="46353" y="13405"/>
                    <a:pt x="46160" y="12827"/>
                  </a:cubicBezTo>
                  <a:lnTo>
                    <a:pt x="45260" y="12827"/>
                  </a:lnTo>
                  <a:cubicBezTo>
                    <a:pt x="45485" y="13534"/>
                    <a:pt x="45678" y="14209"/>
                    <a:pt x="45935" y="14852"/>
                  </a:cubicBezTo>
                  <a:cubicBezTo>
                    <a:pt x="46064" y="15270"/>
                    <a:pt x="46192" y="15687"/>
                    <a:pt x="46385" y="16073"/>
                  </a:cubicBezTo>
                  <a:cubicBezTo>
                    <a:pt x="46449" y="16266"/>
                    <a:pt x="46546" y="16491"/>
                    <a:pt x="46642" y="16684"/>
                  </a:cubicBezTo>
                  <a:cubicBezTo>
                    <a:pt x="46417" y="16652"/>
                    <a:pt x="46289" y="16652"/>
                    <a:pt x="46289" y="16652"/>
                  </a:cubicBezTo>
                  <a:cubicBezTo>
                    <a:pt x="46289" y="16652"/>
                    <a:pt x="46289" y="16780"/>
                    <a:pt x="46289" y="17005"/>
                  </a:cubicBezTo>
                  <a:cubicBezTo>
                    <a:pt x="46289" y="17263"/>
                    <a:pt x="46289" y="17648"/>
                    <a:pt x="46321" y="18130"/>
                  </a:cubicBezTo>
                  <a:cubicBezTo>
                    <a:pt x="45292" y="17391"/>
                    <a:pt x="43910" y="16748"/>
                    <a:pt x="42753" y="16748"/>
                  </a:cubicBezTo>
                  <a:cubicBezTo>
                    <a:pt x="42399" y="16748"/>
                    <a:pt x="42078" y="16813"/>
                    <a:pt x="41788" y="16941"/>
                  </a:cubicBezTo>
                  <a:cubicBezTo>
                    <a:pt x="41017" y="17295"/>
                    <a:pt x="40599" y="18066"/>
                    <a:pt x="40599" y="18838"/>
                  </a:cubicBezTo>
                  <a:cubicBezTo>
                    <a:pt x="40599" y="19256"/>
                    <a:pt x="40728" y="19641"/>
                    <a:pt x="40920" y="20027"/>
                  </a:cubicBezTo>
                  <a:cubicBezTo>
                    <a:pt x="41017" y="20156"/>
                    <a:pt x="41113" y="20284"/>
                    <a:pt x="41210" y="20413"/>
                  </a:cubicBezTo>
                  <a:cubicBezTo>
                    <a:pt x="41403" y="21859"/>
                    <a:pt x="42238" y="23434"/>
                    <a:pt x="42946" y="24238"/>
                  </a:cubicBezTo>
                  <a:cubicBezTo>
                    <a:pt x="43010" y="24334"/>
                    <a:pt x="43910" y="25170"/>
                    <a:pt x="44392" y="25588"/>
                  </a:cubicBezTo>
                  <a:cubicBezTo>
                    <a:pt x="43942" y="25331"/>
                    <a:pt x="43492" y="25106"/>
                    <a:pt x="43010" y="24817"/>
                  </a:cubicBezTo>
                  <a:cubicBezTo>
                    <a:pt x="42335" y="24463"/>
                    <a:pt x="41628" y="24013"/>
                    <a:pt x="40920" y="23627"/>
                  </a:cubicBezTo>
                  <a:cubicBezTo>
                    <a:pt x="40567" y="23402"/>
                    <a:pt x="40213" y="23177"/>
                    <a:pt x="39860" y="22952"/>
                  </a:cubicBezTo>
                  <a:cubicBezTo>
                    <a:pt x="39506" y="22727"/>
                    <a:pt x="39185" y="22470"/>
                    <a:pt x="38831" y="22245"/>
                  </a:cubicBezTo>
                  <a:cubicBezTo>
                    <a:pt x="38317" y="21859"/>
                    <a:pt x="37835" y="21473"/>
                    <a:pt x="37320" y="21056"/>
                  </a:cubicBezTo>
                  <a:cubicBezTo>
                    <a:pt x="37738" y="20413"/>
                    <a:pt x="38960" y="18420"/>
                    <a:pt x="39152" y="17263"/>
                  </a:cubicBezTo>
                  <a:cubicBezTo>
                    <a:pt x="39185" y="16941"/>
                    <a:pt x="39217" y="16588"/>
                    <a:pt x="39217" y="16234"/>
                  </a:cubicBezTo>
                  <a:cubicBezTo>
                    <a:pt x="39217" y="15270"/>
                    <a:pt x="38992" y="14241"/>
                    <a:pt x="38349" y="13566"/>
                  </a:cubicBezTo>
                  <a:cubicBezTo>
                    <a:pt x="37899" y="13084"/>
                    <a:pt x="37288" y="12859"/>
                    <a:pt x="36677" y="12859"/>
                  </a:cubicBezTo>
                  <a:cubicBezTo>
                    <a:pt x="36131" y="12859"/>
                    <a:pt x="35552" y="13084"/>
                    <a:pt x="35134" y="13566"/>
                  </a:cubicBezTo>
                  <a:cubicBezTo>
                    <a:pt x="34717" y="14048"/>
                    <a:pt x="34556" y="14755"/>
                    <a:pt x="34556" y="15527"/>
                  </a:cubicBezTo>
                  <a:cubicBezTo>
                    <a:pt x="34556" y="16941"/>
                    <a:pt x="35134" y="18613"/>
                    <a:pt x="35681" y="19513"/>
                  </a:cubicBezTo>
                  <a:cubicBezTo>
                    <a:pt x="35713" y="19545"/>
                    <a:pt x="35938" y="19834"/>
                    <a:pt x="36195" y="20123"/>
                  </a:cubicBezTo>
                  <a:cubicBezTo>
                    <a:pt x="35713" y="19738"/>
                    <a:pt x="35231" y="19320"/>
                    <a:pt x="34781" y="18902"/>
                  </a:cubicBezTo>
                  <a:cubicBezTo>
                    <a:pt x="33431" y="17713"/>
                    <a:pt x="32113" y="16427"/>
                    <a:pt x="30795" y="15173"/>
                  </a:cubicBezTo>
                  <a:cubicBezTo>
                    <a:pt x="30506" y="14916"/>
                    <a:pt x="30216" y="14659"/>
                    <a:pt x="29959" y="14370"/>
                  </a:cubicBezTo>
                  <a:cubicBezTo>
                    <a:pt x="30313" y="13823"/>
                    <a:pt x="31631" y="11669"/>
                    <a:pt x="31824" y="10448"/>
                  </a:cubicBezTo>
                  <a:cubicBezTo>
                    <a:pt x="31888" y="10159"/>
                    <a:pt x="31888" y="9805"/>
                    <a:pt x="31888" y="9451"/>
                  </a:cubicBezTo>
                  <a:cubicBezTo>
                    <a:pt x="31920" y="8487"/>
                    <a:pt x="31663" y="7458"/>
                    <a:pt x="31020" y="6751"/>
                  </a:cubicBezTo>
                  <a:cubicBezTo>
                    <a:pt x="30570" y="6301"/>
                    <a:pt x="29959" y="6076"/>
                    <a:pt x="29381" y="6076"/>
                  </a:cubicBezTo>
                  <a:cubicBezTo>
                    <a:pt x="28802" y="6076"/>
                    <a:pt x="28223" y="6301"/>
                    <a:pt x="27806" y="6783"/>
                  </a:cubicBezTo>
                  <a:cubicBezTo>
                    <a:pt x="27420" y="7266"/>
                    <a:pt x="27259" y="7973"/>
                    <a:pt x="27259" y="8744"/>
                  </a:cubicBezTo>
                  <a:cubicBezTo>
                    <a:pt x="27259" y="10159"/>
                    <a:pt x="27806" y="11830"/>
                    <a:pt x="28384" y="12698"/>
                  </a:cubicBezTo>
                  <a:cubicBezTo>
                    <a:pt x="28416" y="12762"/>
                    <a:pt x="28673" y="13084"/>
                    <a:pt x="28963" y="13437"/>
                  </a:cubicBezTo>
                  <a:cubicBezTo>
                    <a:pt x="28223" y="12762"/>
                    <a:pt x="27484" y="12087"/>
                    <a:pt x="26713" y="11477"/>
                  </a:cubicBezTo>
                  <a:cubicBezTo>
                    <a:pt x="25395" y="10351"/>
                    <a:pt x="24045" y="9323"/>
                    <a:pt x="22662" y="8423"/>
                  </a:cubicBezTo>
                  <a:cubicBezTo>
                    <a:pt x="22791" y="8230"/>
                    <a:pt x="24398" y="5755"/>
                    <a:pt x="24623" y="4373"/>
                  </a:cubicBezTo>
                  <a:cubicBezTo>
                    <a:pt x="24655" y="4083"/>
                    <a:pt x="24688" y="3730"/>
                    <a:pt x="24688" y="3408"/>
                  </a:cubicBezTo>
                  <a:cubicBezTo>
                    <a:pt x="24688" y="2412"/>
                    <a:pt x="24463" y="1383"/>
                    <a:pt x="23787" y="708"/>
                  </a:cubicBezTo>
                  <a:cubicBezTo>
                    <a:pt x="23337" y="226"/>
                    <a:pt x="22759" y="1"/>
                    <a:pt x="221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62"/>
            <p:cNvSpPr/>
            <p:nvPr/>
          </p:nvSpPr>
          <p:spPr>
            <a:xfrm>
              <a:off x="2159350" y="3969275"/>
              <a:ext cx="152725" cy="66725"/>
            </a:xfrm>
            <a:custGeom>
              <a:avLst/>
              <a:gdLst/>
              <a:ahLst/>
              <a:cxnLst/>
              <a:rect l="l" t="t" r="r" b="b"/>
              <a:pathLst>
                <a:path w="6109" h="2669" extrusionOk="0">
                  <a:moveTo>
                    <a:pt x="1" y="1"/>
                  </a:moveTo>
                  <a:lnTo>
                    <a:pt x="1" y="1"/>
                  </a:lnTo>
                  <a:cubicBezTo>
                    <a:pt x="33" y="515"/>
                    <a:pt x="194" y="1030"/>
                    <a:pt x="547" y="1415"/>
                  </a:cubicBezTo>
                  <a:cubicBezTo>
                    <a:pt x="1287" y="2347"/>
                    <a:pt x="2701" y="2669"/>
                    <a:pt x="3890" y="2669"/>
                  </a:cubicBezTo>
                  <a:lnTo>
                    <a:pt x="4115" y="2669"/>
                  </a:lnTo>
                  <a:cubicBezTo>
                    <a:pt x="4662" y="2637"/>
                    <a:pt x="5401" y="2412"/>
                    <a:pt x="6108" y="2155"/>
                  </a:cubicBezTo>
                  <a:lnTo>
                    <a:pt x="4276" y="2155"/>
                  </a:lnTo>
                  <a:cubicBezTo>
                    <a:pt x="2508" y="2155"/>
                    <a:pt x="965" y="1319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62"/>
            <p:cNvSpPr/>
            <p:nvPr/>
          </p:nvSpPr>
          <p:spPr>
            <a:xfrm>
              <a:off x="2104725" y="3692850"/>
              <a:ext cx="29750" cy="98050"/>
            </a:xfrm>
            <a:custGeom>
              <a:avLst/>
              <a:gdLst/>
              <a:ahLst/>
              <a:cxnLst/>
              <a:rect l="l" t="t" r="r" b="b"/>
              <a:pathLst>
                <a:path w="1190" h="3922" extrusionOk="0">
                  <a:moveTo>
                    <a:pt x="1189" y="0"/>
                  </a:moveTo>
                  <a:cubicBezTo>
                    <a:pt x="1093" y="32"/>
                    <a:pt x="997" y="97"/>
                    <a:pt x="900" y="161"/>
                  </a:cubicBezTo>
                  <a:cubicBezTo>
                    <a:pt x="289" y="547"/>
                    <a:pt x="0" y="1222"/>
                    <a:pt x="0" y="1865"/>
                  </a:cubicBezTo>
                  <a:cubicBezTo>
                    <a:pt x="0" y="2379"/>
                    <a:pt x="161" y="2893"/>
                    <a:pt x="514" y="3343"/>
                  </a:cubicBezTo>
                  <a:cubicBezTo>
                    <a:pt x="707" y="3568"/>
                    <a:pt x="932" y="3761"/>
                    <a:pt x="1189" y="3922"/>
                  </a:cubicBezTo>
                  <a:lnTo>
                    <a:pt x="11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62"/>
            <p:cNvSpPr/>
            <p:nvPr/>
          </p:nvSpPr>
          <p:spPr>
            <a:xfrm>
              <a:off x="2091050" y="3538550"/>
              <a:ext cx="43425" cy="60300"/>
            </a:xfrm>
            <a:custGeom>
              <a:avLst/>
              <a:gdLst/>
              <a:ahLst/>
              <a:cxnLst/>
              <a:rect l="l" t="t" r="r" b="b"/>
              <a:pathLst>
                <a:path w="1737" h="2412" extrusionOk="0">
                  <a:moveTo>
                    <a:pt x="1736" y="0"/>
                  </a:moveTo>
                  <a:cubicBezTo>
                    <a:pt x="1094" y="772"/>
                    <a:pt x="483" y="1479"/>
                    <a:pt x="1" y="2090"/>
                  </a:cubicBezTo>
                  <a:cubicBezTo>
                    <a:pt x="547" y="2283"/>
                    <a:pt x="1158" y="2379"/>
                    <a:pt x="1736" y="2411"/>
                  </a:cubicBezTo>
                  <a:lnTo>
                    <a:pt x="1736" y="1576"/>
                  </a:lnTo>
                  <a:lnTo>
                    <a:pt x="17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62"/>
            <p:cNvSpPr/>
            <p:nvPr/>
          </p:nvSpPr>
          <p:spPr>
            <a:xfrm>
              <a:off x="1844350" y="3120675"/>
              <a:ext cx="110925" cy="121375"/>
            </a:xfrm>
            <a:custGeom>
              <a:avLst/>
              <a:gdLst/>
              <a:ahLst/>
              <a:cxnLst/>
              <a:rect l="l" t="t" r="r" b="b"/>
              <a:pathLst>
                <a:path w="4437" h="4855" extrusionOk="0">
                  <a:moveTo>
                    <a:pt x="2058" y="0"/>
                  </a:moveTo>
                  <a:cubicBezTo>
                    <a:pt x="1897" y="0"/>
                    <a:pt x="1768" y="0"/>
                    <a:pt x="1640" y="32"/>
                  </a:cubicBezTo>
                  <a:cubicBezTo>
                    <a:pt x="611" y="257"/>
                    <a:pt x="0" y="1158"/>
                    <a:pt x="0" y="2122"/>
                  </a:cubicBezTo>
                  <a:cubicBezTo>
                    <a:pt x="0" y="2379"/>
                    <a:pt x="32" y="2604"/>
                    <a:pt x="129" y="2861"/>
                  </a:cubicBezTo>
                  <a:cubicBezTo>
                    <a:pt x="418" y="3729"/>
                    <a:pt x="1158" y="4372"/>
                    <a:pt x="1993" y="4854"/>
                  </a:cubicBezTo>
                  <a:cubicBezTo>
                    <a:pt x="2958" y="3311"/>
                    <a:pt x="3826" y="1961"/>
                    <a:pt x="4436" y="965"/>
                  </a:cubicBezTo>
                  <a:cubicBezTo>
                    <a:pt x="3665" y="386"/>
                    <a:pt x="2829" y="0"/>
                    <a:pt x="205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62"/>
            <p:cNvSpPr/>
            <p:nvPr/>
          </p:nvSpPr>
          <p:spPr>
            <a:xfrm>
              <a:off x="2971000" y="4123575"/>
              <a:ext cx="423525" cy="440400"/>
            </a:xfrm>
            <a:custGeom>
              <a:avLst/>
              <a:gdLst/>
              <a:ahLst/>
              <a:cxnLst/>
              <a:rect l="l" t="t" r="r" b="b"/>
              <a:pathLst>
                <a:path w="16941" h="17616" extrusionOk="0">
                  <a:moveTo>
                    <a:pt x="16941" y="1"/>
                  </a:moveTo>
                  <a:cubicBezTo>
                    <a:pt x="16941" y="1"/>
                    <a:pt x="9290" y="226"/>
                    <a:pt x="4630" y="5112"/>
                  </a:cubicBezTo>
                  <a:cubicBezTo>
                    <a:pt x="65" y="9837"/>
                    <a:pt x="1" y="17230"/>
                    <a:pt x="1" y="17584"/>
                  </a:cubicBezTo>
                  <a:lnTo>
                    <a:pt x="1" y="17616"/>
                  </a:lnTo>
                  <a:cubicBezTo>
                    <a:pt x="1" y="17616"/>
                    <a:pt x="7651" y="17359"/>
                    <a:pt x="12312" y="12505"/>
                  </a:cubicBezTo>
                  <a:cubicBezTo>
                    <a:pt x="16877" y="7780"/>
                    <a:pt x="16941" y="354"/>
                    <a:pt x="16941" y="33"/>
                  </a:cubicBezTo>
                  <a:lnTo>
                    <a:pt x="1694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62"/>
            <p:cNvSpPr/>
            <p:nvPr/>
          </p:nvSpPr>
          <p:spPr>
            <a:xfrm>
              <a:off x="2693750" y="3458200"/>
              <a:ext cx="388975" cy="1053550"/>
            </a:xfrm>
            <a:custGeom>
              <a:avLst/>
              <a:gdLst/>
              <a:ahLst/>
              <a:cxnLst/>
              <a:rect l="l" t="t" r="r" b="b"/>
              <a:pathLst>
                <a:path w="15559" h="42142" extrusionOk="0">
                  <a:moveTo>
                    <a:pt x="7458" y="0"/>
                  </a:moveTo>
                  <a:lnTo>
                    <a:pt x="7523" y="14465"/>
                  </a:lnTo>
                  <a:lnTo>
                    <a:pt x="2733" y="10318"/>
                  </a:lnTo>
                  <a:lnTo>
                    <a:pt x="2412" y="10672"/>
                  </a:lnTo>
                  <a:lnTo>
                    <a:pt x="7523" y="15108"/>
                  </a:lnTo>
                  <a:lnTo>
                    <a:pt x="7555" y="25426"/>
                  </a:lnTo>
                  <a:lnTo>
                    <a:pt x="322" y="19030"/>
                  </a:lnTo>
                  <a:lnTo>
                    <a:pt x="1" y="19383"/>
                  </a:lnTo>
                  <a:lnTo>
                    <a:pt x="7555" y="26069"/>
                  </a:lnTo>
                  <a:lnTo>
                    <a:pt x="7587" y="35455"/>
                  </a:lnTo>
                  <a:lnTo>
                    <a:pt x="2155" y="31212"/>
                  </a:lnTo>
                  <a:lnTo>
                    <a:pt x="1865" y="31566"/>
                  </a:lnTo>
                  <a:lnTo>
                    <a:pt x="7619" y="36098"/>
                  </a:lnTo>
                  <a:lnTo>
                    <a:pt x="7619" y="42141"/>
                  </a:lnTo>
                  <a:lnTo>
                    <a:pt x="8101" y="42141"/>
                  </a:lnTo>
                  <a:lnTo>
                    <a:pt x="8069" y="31534"/>
                  </a:lnTo>
                  <a:lnTo>
                    <a:pt x="15559" y="24783"/>
                  </a:lnTo>
                  <a:lnTo>
                    <a:pt x="15237" y="24430"/>
                  </a:lnTo>
                  <a:lnTo>
                    <a:pt x="8069" y="30891"/>
                  </a:lnTo>
                  <a:lnTo>
                    <a:pt x="8037" y="22051"/>
                  </a:lnTo>
                  <a:lnTo>
                    <a:pt x="8069" y="22083"/>
                  </a:lnTo>
                  <a:lnTo>
                    <a:pt x="14402" y="12794"/>
                  </a:lnTo>
                  <a:lnTo>
                    <a:pt x="14016" y="12536"/>
                  </a:lnTo>
                  <a:lnTo>
                    <a:pt x="8037" y="21280"/>
                  </a:lnTo>
                  <a:lnTo>
                    <a:pt x="7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62"/>
            <p:cNvSpPr/>
            <p:nvPr/>
          </p:nvSpPr>
          <p:spPr>
            <a:xfrm>
              <a:off x="2391600" y="4114750"/>
              <a:ext cx="416300" cy="462900"/>
            </a:xfrm>
            <a:custGeom>
              <a:avLst/>
              <a:gdLst/>
              <a:ahLst/>
              <a:cxnLst/>
              <a:rect l="l" t="t" r="r" b="b"/>
              <a:pathLst>
                <a:path w="16652" h="18516" extrusionOk="0">
                  <a:moveTo>
                    <a:pt x="354" y="0"/>
                  </a:moveTo>
                  <a:lnTo>
                    <a:pt x="1" y="322"/>
                  </a:lnTo>
                  <a:lnTo>
                    <a:pt x="5433" y="6397"/>
                  </a:lnTo>
                  <a:lnTo>
                    <a:pt x="1994" y="6429"/>
                  </a:lnTo>
                  <a:lnTo>
                    <a:pt x="1994" y="6911"/>
                  </a:lnTo>
                  <a:lnTo>
                    <a:pt x="5851" y="6879"/>
                  </a:lnTo>
                  <a:lnTo>
                    <a:pt x="9676" y="11122"/>
                  </a:lnTo>
                  <a:lnTo>
                    <a:pt x="4308" y="11122"/>
                  </a:lnTo>
                  <a:lnTo>
                    <a:pt x="4308" y="11604"/>
                  </a:lnTo>
                  <a:lnTo>
                    <a:pt x="10094" y="11604"/>
                  </a:lnTo>
                  <a:lnTo>
                    <a:pt x="13566" y="15494"/>
                  </a:lnTo>
                  <a:lnTo>
                    <a:pt x="9773" y="15719"/>
                  </a:lnTo>
                  <a:lnTo>
                    <a:pt x="9805" y="16201"/>
                  </a:lnTo>
                  <a:lnTo>
                    <a:pt x="13983" y="15944"/>
                  </a:lnTo>
                  <a:lnTo>
                    <a:pt x="16298" y="18515"/>
                  </a:lnTo>
                  <a:lnTo>
                    <a:pt x="16651" y="18194"/>
                  </a:lnTo>
                  <a:lnTo>
                    <a:pt x="12569" y="13661"/>
                  </a:lnTo>
                  <a:lnTo>
                    <a:pt x="13244" y="7875"/>
                  </a:lnTo>
                  <a:lnTo>
                    <a:pt x="12762" y="7843"/>
                  </a:lnTo>
                  <a:lnTo>
                    <a:pt x="12151" y="13179"/>
                  </a:lnTo>
                  <a:lnTo>
                    <a:pt x="8937" y="9579"/>
                  </a:lnTo>
                  <a:lnTo>
                    <a:pt x="8133" y="3118"/>
                  </a:lnTo>
                  <a:lnTo>
                    <a:pt x="7651" y="3150"/>
                  </a:lnTo>
                  <a:lnTo>
                    <a:pt x="8390" y="8936"/>
                  </a:lnTo>
                  <a:lnTo>
                    <a:pt x="3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62"/>
            <p:cNvSpPr/>
            <p:nvPr/>
          </p:nvSpPr>
          <p:spPr>
            <a:xfrm>
              <a:off x="2967000" y="4119550"/>
              <a:ext cx="431550" cy="448450"/>
            </a:xfrm>
            <a:custGeom>
              <a:avLst/>
              <a:gdLst/>
              <a:ahLst/>
              <a:cxnLst/>
              <a:rect l="l" t="t" r="r" b="b"/>
              <a:pathLst>
                <a:path w="17262" h="17938" extrusionOk="0">
                  <a:moveTo>
                    <a:pt x="16940" y="1"/>
                  </a:moveTo>
                  <a:lnTo>
                    <a:pt x="11283" y="5883"/>
                  </a:lnTo>
                  <a:lnTo>
                    <a:pt x="10961" y="2444"/>
                  </a:lnTo>
                  <a:lnTo>
                    <a:pt x="10479" y="2476"/>
                  </a:lnTo>
                  <a:lnTo>
                    <a:pt x="10833" y="6333"/>
                  </a:lnTo>
                  <a:lnTo>
                    <a:pt x="6879" y="10448"/>
                  </a:lnTo>
                  <a:lnTo>
                    <a:pt x="6461" y="5080"/>
                  </a:lnTo>
                  <a:lnTo>
                    <a:pt x="5979" y="5112"/>
                  </a:lnTo>
                  <a:lnTo>
                    <a:pt x="6429" y="10930"/>
                  </a:lnTo>
                  <a:lnTo>
                    <a:pt x="2797" y="14659"/>
                  </a:lnTo>
                  <a:lnTo>
                    <a:pt x="2314" y="10898"/>
                  </a:lnTo>
                  <a:lnTo>
                    <a:pt x="1832" y="10962"/>
                  </a:lnTo>
                  <a:lnTo>
                    <a:pt x="2379" y="15109"/>
                  </a:lnTo>
                  <a:lnTo>
                    <a:pt x="0" y="17584"/>
                  </a:lnTo>
                  <a:lnTo>
                    <a:pt x="321" y="17938"/>
                  </a:lnTo>
                  <a:lnTo>
                    <a:pt x="4565" y="13534"/>
                  </a:lnTo>
                  <a:lnTo>
                    <a:pt x="10351" y="13759"/>
                  </a:lnTo>
                  <a:lnTo>
                    <a:pt x="10383" y="13277"/>
                  </a:lnTo>
                  <a:lnTo>
                    <a:pt x="5015" y="13084"/>
                  </a:lnTo>
                  <a:lnTo>
                    <a:pt x="8358" y="9580"/>
                  </a:lnTo>
                  <a:lnTo>
                    <a:pt x="8358" y="9612"/>
                  </a:lnTo>
                  <a:lnTo>
                    <a:pt x="14754" y="8294"/>
                  </a:lnTo>
                  <a:lnTo>
                    <a:pt x="14658" y="7844"/>
                  </a:lnTo>
                  <a:lnTo>
                    <a:pt x="8936" y="9001"/>
                  </a:lnTo>
                  <a:lnTo>
                    <a:pt x="17262" y="322"/>
                  </a:lnTo>
                  <a:lnTo>
                    <a:pt x="1694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62"/>
            <p:cNvSpPr/>
            <p:nvPr/>
          </p:nvSpPr>
          <p:spPr>
            <a:xfrm>
              <a:off x="3413000" y="3916250"/>
              <a:ext cx="1215075" cy="654150"/>
            </a:xfrm>
            <a:custGeom>
              <a:avLst/>
              <a:gdLst/>
              <a:ahLst/>
              <a:cxnLst/>
              <a:rect l="l" t="t" r="r" b="b"/>
              <a:pathLst>
                <a:path w="48603" h="26166" extrusionOk="0">
                  <a:moveTo>
                    <a:pt x="5593" y="0"/>
                  </a:moveTo>
                  <a:lnTo>
                    <a:pt x="5593" y="12697"/>
                  </a:lnTo>
                  <a:cubicBezTo>
                    <a:pt x="5593" y="16812"/>
                    <a:pt x="4211" y="20862"/>
                    <a:pt x="1640" y="24109"/>
                  </a:cubicBezTo>
                  <a:lnTo>
                    <a:pt x="0" y="26166"/>
                  </a:lnTo>
                  <a:lnTo>
                    <a:pt x="48602" y="26166"/>
                  </a:lnTo>
                  <a:lnTo>
                    <a:pt x="46963" y="24109"/>
                  </a:lnTo>
                  <a:cubicBezTo>
                    <a:pt x="44392" y="20862"/>
                    <a:pt x="42977" y="16812"/>
                    <a:pt x="42977" y="12697"/>
                  </a:cubicBezTo>
                  <a:lnTo>
                    <a:pt x="42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62"/>
            <p:cNvSpPr/>
            <p:nvPr/>
          </p:nvSpPr>
          <p:spPr>
            <a:xfrm>
              <a:off x="3404950" y="3908200"/>
              <a:ext cx="1231150" cy="669450"/>
            </a:xfrm>
            <a:custGeom>
              <a:avLst/>
              <a:gdLst/>
              <a:ahLst/>
              <a:cxnLst/>
              <a:rect l="l" t="t" r="r" b="b"/>
              <a:pathLst>
                <a:path w="49246" h="26778" extrusionOk="0">
                  <a:moveTo>
                    <a:pt x="43010" y="612"/>
                  </a:moveTo>
                  <a:lnTo>
                    <a:pt x="43010" y="13019"/>
                  </a:lnTo>
                  <a:cubicBezTo>
                    <a:pt x="43010" y="17230"/>
                    <a:pt x="44456" y="21313"/>
                    <a:pt x="47060" y="24591"/>
                  </a:cubicBezTo>
                  <a:lnTo>
                    <a:pt x="48314" y="26199"/>
                  </a:lnTo>
                  <a:lnTo>
                    <a:pt x="901" y="26199"/>
                  </a:lnTo>
                  <a:lnTo>
                    <a:pt x="2187" y="24591"/>
                  </a:lnTo>
                  <a:cubicBezTo>
                    <a:pt x="4790" y="21313"/>
                    <a:pt x="6205" y="17230"/>
                    <a:pt x="6205" y="13019"/>
                  </a:cubicBezTo>
                  <a:lnTo>
                    <a:pt x="6205" y="612"/>
                  </a:lnTo>
                  <a:close/>
                  <a:moveTo>
                    <a:pt x="5915" y="1"/>
                  </a:moveTo>
                  <a:cubicBezTo>
                    <a:pt x="5851" y="1"/>
                    <a:pt x="5755" y="33"/>
                    <a:pt x="5722" y="97"/>
                  </a:cubicBezTo>
                  <a:cubicBezTo>
                    <a:pt x="5658" y="162"/>
                    <a:pt x="5626" y="226"/>
                    <a:pt x="5626" y="322"/>
                  </a:cubicBezTo>
                  <a:lnTo>
                    <a:pt x="5626" y="13019"/>
                  </a:lnTo>
                  <a:cubicBezTo>
                    <a:pt x="5626" y="17070"/>
                    <a:pt x="4244" y="21056"/>
                    <a:pt x="1704" y="24238"/>
                  </a:cubicBezTo>
                  <a:lnTo>
                    <a:pt x="65" y="26295"/>
                  </a:lnTo>
                  <a:cubicBezTo>
                    <a:pt x="1" y="26392"/>
                    <a:pt x="1" y="26520"/>
                    <a:pt x="33" y="26617"/>
                  </a:cubicBezTo>
                  <a:cubicBezTo>
                    <a:pt x="97" y="26713"/>
                    <a:pt x="194" y="26777"/>
                    <a:pt x="322" y="26777"/>
                  </a:cubicBezTo>
                  <a:lnTo>
                    <a:pt x="48924" y="26777"/>
                  </a:lnTo>
                  <a:cubicBezTo>
                    <a:pt x="49021" y="26777"/>
                    <a:pt x="49149" y="26713"/>
                    <a:pt x="49182" y="26617"/>
                  </a:cubicBezTo>
                  <a:cubicBezTo>
                    <a:pt x="49246" y="26520"/>
                    <a:pt x="49214" y="26392"/>
                    <a:pt x="49149" y="26295"/>
                  </a:cubicBezTo>
                  <a:lnTo>
                    <a:pt x="47510" y="24238"/>
                  </a:lnTo>
                  <a:cubicBezTo>
                    <a:pt x="44971" y="21056"/>
                    <a:pt x="43621" y="17070"/>
                    <a:pt x="43621" y="13019"/>
                  </a:cubicBezTo>
                  <a:lnTo>
                    <a:pt x="43621" y="322"/>
                  </a:lnTo>
                  <a:cubicBezTo>
                    <a:pt x="43621" y="226"/>
                    <a:pt x="43589" y="162"/>
                    <a:pt x="43524" y="97"/>
                  </a:cubicBezTo>
                  <a:cubicBezTo>
                    <a:pt x="43460" y="33"/>
                    <a:pt x="43396" y="1"/>
                    <a:pt x="43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62"/>
            <p:cNvSpPr/>
            <p:nvPr/>
          </p:nvSpPr>
          <p:spPr>
            <a:xfrm>
              <a:off x="3503800" y="4023125"/>
              <a:ext cx="1032675" cy="432375"/>
            </a:xfrm>
            <a:custGeom>
              <a:avLst/>
              <a:gdLst/>
              <a:ahLst/>
              <a:cxnLst/>
              <a:rect l="l" t="t" r="r" b="b"/>
              <a:pathLst>
                <a:path w="41307" h="17295" extrusionOk="0">
                  <a:moveTo>
                    <a:pt x="2251" y="1"/>
                  </a:moveTo>
                  <a:lnTo>
                    <a:pt x="2251" y="8422"/>
                  </a:lnTo>
                  <a:cubicBezTo>
                    <a:pt x="2251" y="11540"/>
                    <a:pt x="1479" y="14594"/>
                    <a:pt x="0" y="17294"/>
                  </a:cubicBezTo>
                  <a:lnTo>
                    <a:pt x="41306" y="17294"/>
                  </a:lnTo>
                  <a:cubicBezTo>
                    <a:pt x="39860" y="14594"/>
                    <a:pt x="39056" y="11540"/>
                    <a:pt x="39056" y="8422"/>
                  </a:cubicBezTo>
                  <a:lnTo>
                    <a:pt x="3905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62"/>
            <p:cNvSpPr/>
            <p:nvPr/>
          </p:nvSpPr>
          <p:spPr>
            <a:xfrm>
              <a:off x="3495775" y="4023125"/>
              <a:ext cx="1049525" cy="432375"/>
            </a:xfrm>
            <a:custGeom>
              <a:avLst/>
              <a:gdLst/>
              <a:ahLst/>
              <a:cxnLst/>
              <a:rect l="l" t="t" r="r" b="b"/>
              <a:pathLst>
                <a:path w="41981" h="17295" extrusionOk="0">
                  <a:moveTo>
                    <a:pt x="2282" y="1"/>
                  </a:moveTo>
                  <a:lnTo>
                    <a:pt x="2282" y="6140"/>
                  </a:lnTo>
                  <a:lnTo>
                    <a:pt x="2282" y="8422"/>
                  </a:lnTo>
                  <a:cubicBezTo>
                    <a:pt x="2282" y="11540"/>
                    <a:pt x="1479" y="14594"/>
                    <a:pt x="0" y="17294"/>
                  </a:cubicBezTo>
                  <a:lnTo>
                    <a:pt x="321" y="17294"/>
                  </a:lnTo>
                  <a:cubicBezTo>
                    <a:pt x="1800" y="14594"/>
                    <a:pt x="2572" y="11540"/>
                    <a:pt x="2572" y="8422"/>
                  </a:cubicBezTo>
                  <a:lnTo>
                    <a:pt x="2572" y="1"/>
                  </a:lnTo>
                  <a:close/>
                  <a:moveTo>
                    <a:pt x="39377" y="1"/>
                  </a:moveTo>
                  <a:lnTo>
                    <a:pt x="39377" y="8422"/>
                  </a:lnTo>
                  <a:cubicBezTo>
                    <a:pt x="39377" y="11540"/>
                    <a:pt x="40181" y="14594"/>
                    <a:pt x="41627" y="17294"/>
                  </a:cubicBezTo>
                  <a:lnTo>
                    <a:pt x="41981" y="17294"/>
                  </a:lnTo>
                  <a:cubicBezTo>
                    <a:pt x="40470" y="14594"/>
                    <a:pt x="39666" y="11540"/>
                    <a:pt x="39666" y="8422"/>
                  </a:cubicBezTo>
                  <a:lnTo>
                    <a:pt x="39666" y="6140"/>
                  </a:lnTo>
                  <a:lnTo>
                    <a:pt x="3966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62"/>
            <p:cNvSpPr/>
            <p:nvPr/>
          </p:nvSpPr>
          <p:spPr>
            <a:xfrm>
              <a:off x="3552825" y="3963650"/>
              <a:ext cx="934625" cy="134250"/>
            </a:xfrm>
            <a:custGeom>
              <a:avLst/>
              <a:gdLst/>
              <a:ahLst/>
              <a:cxnLst/>
              <a:rect l="l" t="t" r="r" b="b"/>
              <a:pathLst>
                <a:path w="37385" h="5370" extrusionOk="0">
                  <a:moveTo>
                    <a:pt x="0" y="1"/>
                  </a:moveTo>
                  <a:lnTo>
                    <a:pt x="0" y="5369"/>
                  </a:lnTo>
                  <a:lnTo>
                    <a:pt x="37384" y="5369"/>
                  </a:lnTo>
                  <a:lnTo>
                    <a:pt x="3738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62"/>
            <p:cNvSpPr/>
            <p:nvPr/>
          </p:nvSpPr>
          <p:spPr>
            <a:xfrm>
              <a:off x="3545600" y="3956425"/>
              <a:ext cx="949875" cy="148700"/>
            </a:xfrm>
            <a:custGeom>
              <a:avLst/>
              <a:gdLst/>
              <a:ahLst/>
              <a:cxnLst/>
              <a:rect l="l" t="t" r="r" b="b"/>
              <a:pathLst>
                <a:path w="37995" h="5948" extrusionOk="0">
                  <a:moveTo>
                    <a:pt x="37384" y="579"/>
                  </a:moveTo>
                  <a:lnTo>
                    <a:pt x="37384" y="5369"/>
                  </a:lnTo>
                  <a:lnTo>
                    <a:pt x="579" y="5369"/>
                  </a:lnTo>
                  <a:lnTo>
                    <a:pt x="579" y="579"/>
                  </a:lnTo>
                  <a:close/>
                  <a:moveTo>
                    <a:pt x="289" y="1"/>
                  </a:moveTo>
                  <a:cubicBezTo>
                    <a:pt x="225" y="1"/>
                    <a:pt x="129" y="33"/>
                    <a:pt x="96" y="97"/>
                  </a:cubicBezTo>
                  <a:cubicBezTo>
                    <a:pt x="32" y="129"/>
                    <a:pt x="0" y="226"/>
                    <a:pt x="0" y="290"/>
                  </a:cubicBezTo>
                  <a:lnTo>
                    <a:pt x="0" y="5658"/>
                  </a:lnTo>
                  <a:cubicBezTo>
                    <a:pt x="0" y="5722"/>
                    <a:pt x="32" y="5819"/>
                    <a:pt x="96" y="5851"/>
                  </a:cubicBezTo>
                  <a:cubicBezTo>
                    <a:pt x="129" y="5915"/>
                    <a:pt x="225" y="5947"/>
                    <a:pt x="289" y="5947"/>
                  </a:cubicBezTo>
                  <a:lnTo>
                    <a:pt x="37673" y="5947"/>
                  </a:lnTo>
                  <a:cubicBezTo>
                    <a:pt x="37770" y="5947"/>
                    <a:pt x="37834" y="5915"/>
                    <a:pt x="37898" y="5851"/>
                  </a:cubicBezTo>
                  <a:cubicBezTo>
                    <a:pt x="37963" y="5819"/>
                    <a:pt x="37995" y="5722"/>
                    <a:pt x="37995" y="5658"/>
                  </a:cubicBezTo>
                  <a:lnTo>
                    <a:pt x="37995" y="290"/>
                  </a:lnTo>
                  <a:cubicBezTo>
                    <a:pt x="37995" y="226"/>
                    <a:pt x="37963" y="129"/>
                    <a:pt x="37898" y="97"/>
                  </a:cubicBezTo>
                  <a:cubicBezTo>
                    <a:pt x="37834" y="33"/>
                    <a:pt x="37770" y="1"/>
                    <a:pt x="376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62"/>
            <p:cNvSpPr/>
            <p:nvPr/>
          </p:nvSpPr>
          <p:spPr>
            <a:xfrm>
              <a:off x="2141675" y="3577925"/>
              <a:ext cx="3757700" cy="438000"/>
            </a:xfrm>
            <a:custGeom>
              <a:avLst/>
              <a:gdLst/>
              <a:ahLst/>
              <a:cxnLst/>
              <a:rect l="l" t="t" r="r" b="b"/>
              <a:pathLst>
                <a:path w="150308" h="17520" extrusionOk="0">
                  <a:moveTo>
                    <a:pt x="1" y="1"/>
                  </a:moveTo>
                  <a:lnTo>
                    <a:pt x="1" y="12537"/>
                  </a:lnTo>
                  <a:cubicBezTo>
                    <a:pt x="1" y="15301"/>
                    <a:pt x="2219" y="17519"/>
                    <a:pt x="4983" y="17519"/>
                  </a:cubicBezTo>
                  <a:lnTo>
                    <a:pt x="145326" y="17519"/>
                  </a:lnTo>
                  <a:cubicBezTo>
                    <a:pt x="148058" y="17519"/>
                    <a:pt x="150308" y="15301"/>
                    <a:pt x="150308" y="12537"/>
                  </a:cubicBezTo>
                  <a:lnTo>
                    <a:pt x="1503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62"/>
            <p:cNvSpPr/>
            <p:nvPr/>
          </p:nvSpPr>
          <p:spPr>
            <a:xfrm>
              <a:off x="2134450" y="3570700"/>
              <a:ext cx="3772175" cy="452450"/>
            </a:xfrm>
            <a:custGeom>
              <a:avLst/>
              <a:gdLst/>
              <a:ahLst/>
              <a:cxnLst/>
              <a:rect l="l" t="t" r="r" b="b"/>
              <a:pathLst>
                <a:path w="150887" h="18098" extrusionOk="0">
                  <a:moveTo>
                    <a:pt x="150308" y="579"/>
                  </a:moveTo>
                  <a:lnTo>
                    <a:pt x="150308" y="12826"/>
                  </a:lnTo>
                  <a:cubicBezTo>
                    <a:pt x="150308" y="14144"/>
                    <a:pt x="149761" y="15301"/>
                    <a:pt x="148925" y="16137"/>
                  </a:cubicBezTo>
                  <a:cubicBezTo>
                    <a:pt x="148057" y="17005"/>
                    <a:pt x="146900" y="17519"/>
                    <a:pt x="145615" y="17519"/>
                  </a:cubicBezTo>
                  <a:lnTo>
                    <a:pt x="5272" y="17519"/>
                  </a:lnTo>
                  <a:cubicBezTo>
                    <a:pt x="3986" y="17519"/>
                    <a:pt x="2797" y="17005"/>
                    <a:pt x="1961" y="16137"/>
                  </a:cubicBezTo>
                  <a:cubicBezTo>
                    <a:pt x="1093" y="15301"/>
                    <a:pt x="579" y="14144"/>
                    <a:pt x="579" y="12826"/>
                  </a:cubicBezTo>
                  <a:lnTo>
                    <a:pt x="579" y="579"/>
                  </a:lnTo>
                  <a:close/>
                  <a:moveTo>
                    <a:pt x="290" y="0"/>
                  </a:moveTo>
                  <a:cubicBezTo>
                    <a:pt x="193" y="0"/>
                    <a:pt x="129" y="32"/>
                    <a:pt x="65" y="97"/>
                  </a:cubicBezTo>
                  <a:cubicBezTo>
                    <a:pt x="33" y="129"/>
                    <a:pt x="0" y="225"/>
                    <a:pt x="0" y="290"/>
                  </a:cubicBezTo>
                  <a:lnTo>
                    <a:pt x="0" y="12826"/>
                  </a:lnTo>
                  <a:cubicBezTo>
                    <a:pt x="0" y="15751"/>
                    <a:pt x="2347" y="18098"/>
                    <a:pt x="5272" y="18098"/>
                  </a:cubicBezTo>
                  <a:lnTo>
                    <a:pt x="145615" y="18098"/>
                  </a:lnTo>
                  <a:cubicBezTo>
                    <a:pt x="148508" y="18098"/>
                    <a:pt x="150886" y="15751"/>
                    <a:pt x="150886" y="12826"/>
                  </a:cubicBezTo>
                  <a:lnTo>
                    <a:pt x="150886" y="290"/>
                  </a:lnTo>
                  <a:cubicBezTo>
                    <a:pt x="150886" y="225"/>
                    <a:pt x="150854" y="129"/>
                    <a:pt x="150790" y="97"/>
                  </a:cubicBezTo>
                  <a:cubicBezTo>
                    <a:pt x="150725" y="32"/>
                    <a:pt x="150661" y="0"/>
                    <a:pt x="1505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62"/>
            <p:cNvSpPr/>
            <p:nvPr/>
          </p:nvSpPr>
          <p:spPr>
            <a:xfrm>
              <a:off x="2141675" y="1197625"/>
              <a:ext cx="3757700" cy="2818300"/>
            </a:xfrm>
            <a:custGeom>
              <a:avLst/>
              <a:gdLst/>
              <a:ahLst/>
              <a:cxnLst/>
              <a:rect l="l" t="t" r="r" b="b"/>
              <a:pathLst>
                <a:path w="150308" h="112732" extrusionOk="0">
                  <a:moveTo>
                    <a:pt x="142722" y="7008"/>
                  </a:moveTo>
                  <a:lnTo>
                    <a:pt x="142722" y="86662"/>
                  </a:lnTo>
                  <a:lnTo>
                    <a:pt x="7555" y="86662"/>
                  </a:lnTo>
                  <a:lnTo>
                    <a:pt x="7555" y="7008"/>
                  </a:lnTo>
                  <a:close/>
                  <a:moveTo>
                    <a:pt x="4983" y="1"/>
                  </a:moveTo>
                  <a:cubicBezTo>
                    <a:pt x="2219" y="1"/>
                    <a:pt x="1" y="2251"/>
                    <a:pt x="1" y="4983"/>
                  </a:cubicBezTo>
                  <a:lnTo>
                    <a:pt x="1" y="107749"/>
                  </a:lnTo>
                  <a:cubicBezTo>
                    <a:pt x="1" y="110513"/>
                    <a:pt x="2219" y="112731"/>
                    <a:pt x="4983" y="112731"/>
                  </a:cubicBezTo>
                  <a:lnTo>
                    <a:pt x="145326" y="112731"/>
                  </a:lnTo>
                  <a:cubicBezTo>
                    <a:pt x="148058" y="112731"/>
                    <a:pt x="150308" y="110513"/>
                    <a:pt x="150308" y="107749"/>
                  </a:cubicBezTo>
                  <a:lnTo>
                    <a:pt x="150308" y="4983"/>
                  </a:lnTo>
                  <a:cubicBezTo>
                    <a:pt x="150308" y="2251"/>
                    <a:pt x="148058" y="1"/>
                    <a:pt x="145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62"/>
            <p:cNvSpPr/>
            <p:nvPr/>
          </p:nvSpPr>
          <p:spPr>
            <a:xfrm>
              <a:off x="2134450" y="1190400"/>
              <a:ext cx="3772175" cy="2832750"/>
            </a:xfrm>
            <a:custGeom>
              <a:avLst/>
              <a:gdLst/>
              <a:ahLst/>
              <a:cxnLst/>
              <a:rect l="l" t="t" r="r" b="b"/>
              <a:pathLst>
                <a:path w="150887" h="113310" extrusionOk="0">
                  <a:moveTo>
                    <a:pt x="142722" y="7618"/>
                  </a:moveTo>
                  <a:lnTo>
                    <a:pt x="142722" y="86662"/>
                  </a:lnTo>
                  <a:lnTo>
                    <a:pt x="8133" y="86662"/>
                  </a:lnTo>
                  <a:lnTo>
                    <a:pt x="8133" y="7618"/>
                  </a:lnTo>
                  <a:close/>
                  <a:moveTo>
                    <a:pt x="7844" y="7008"/>
                  </a:moveTo>
                  <a:cubicBezTo>
                    <a:pt x="7779" y="7008"/>
                    <a:pt x="7683" y="7040"/>
                    <a:pt x="7651" y="7104"/>
                  </a:cubicBezTo>
                  <a:cubicBezTo>
                    <a:pt x="7587" y="7168"/>
                    <a:pt x="7554" y="7233"/>
                    <a:pt x="7554" y="7297"/>
                  </a:cubicBezTo>
                  <a:lnTo>
                    <a:pt x="7554" y="86951"/>
                  </a:lnTo>
                  <a:cubicBezTo>
                    <a:pt x="7554" y="87015"/>
                    <a:pt x="7587" y="87112"/>
                    <a:pt x="7651" y="87144"/>
                  </a:cubicBezTo>
                  <a:cubicBezTo>
                    <a:pt x="7683" y="87208"/>
                    <a:pt x="7779" y="87240"/>
                    <a:pt x="7844" y="87240"/>
                  </a:cubicBezTo>
                  <a:lnTo>
                    <a:pt x="143011" y="87240"/>
                  </a:lnTo>
                  <a:cubicBezTo>
                    <a:pt x="143107" y="87240"/>
                    <a:pt x="143172" y="87208"/>
                    <a:pt x="143236" y="87144"/>
                  </a:cubicBezTo>
                  <a:cubicBezTo>
                    <a:pt x="143300" y="87112"/>
                    <a:pt x="143332" y="87015"/>
                    <a:pt x="143332" y="86951"/>
                  </a:cubicBezTo>
                  <a:lnTo>
                    <a:pt x="143332" y="7297"/>
                  </a:lnTo>
                  <a:cubicBezTo>
                    <a:pt x="143332" y="7233"/>
                    <a:pt x="143300" y="7168"/>
                    <a:pt x="143236" y="7104"/>
                  </a:cubicBezTo>
                  <a:cubicBezTo>
                    <a:pt x="143172" y="7040"/>
                    <a:pt x="143107" y="7008"/>
                    <a:pt x="143011" y="7008"/>
                  </a:cubicBezTo>
                  <a:close/>
                  <a:moveTo>
                    <a:pt x="145615" y="579"/>
                  </a:moveTo>
                  <a:cubicBezTo>
                    <a:pt x="146900" y="579"/>
                    <a:pt x="148057" y="1125"/>
                    <a:pt x="148925" y="1961"/>
                  </a:cubicBezTo>
                  <a:cubicBezTo>
                    <a:pt x="149761" y="2829"/>
                    <a:pt x="150308" y="3986"/>
                    <a:pt x="150308" y="5272"/>
                  </a:cubicBezTo>
                  <a:lnTo>
                    <a:pt x="150308" y="108038"/>
                  </a:lnTo>
                  <a:cubicBezTo>
                    <a:pt x="150308" y="109356"/>
                    <a:pt x="149761" y="110513"/>
                    <a:pt x="148925" y="111349"/>
                  </a:cubicBezTo>
                  <a:cubicBezTo>
                    <a:pt x="148057" y="112217"/>
                    <a:pt x="146900" y="112731"/>
                    <a:pt x="145615" y="112731"/>
                  </a:cubicBezTo>
                  <a:lnTo>
                    <a:pt x="5272" y="112731"/>
                  </a:lnTo>
                  <a:cubicBezTo>
                    <a:pt x="3986" y="112731"/>
                    <a:pt x="2797" y="112217"/>
                    <a:pt x="1961" y="111349"/>
                  </a:cubicBezTo>
                  <a:cubicBezTo>
                    <a:pt x="1093" y="110513"/>
                    <a:pt x="579" y="109356"/>
                    <a:pt x="579" y="108038"/>
                  </a:cubicBezTo>
                  <a:lnTo>
                    <a:pt x="579" y="5272"/>
                  </a:lnTo>
                  <a:cubicBezTo>
                    <a:pt x="579" y="3986"/>
                    <a:pt x="1093" y="2829"/>
                    <a:pt x="1961" y="1961"/>
                  </a:cubicBezTo>
                  <a:cubicBezTo>
                    <a:pt x="2797" y="1125"/>
                    <a:pt x="3986" y="579"/>
                    <a:pt x="5272" y="579"/>
                  </a:cubicBezTo>
                  <a:close/>
                  <a:moveTo>
                    <a:pt x="5272" y="0"/>
                  </a:moveTo>
                  <a:cubicBezTo>
                    <a:pt x="2347" y="0"/>
                    <a:pt x="0" y="2379"/>
                    <a:pt x="0" y="5272"/>
                  </a:cubicBezTo>
                  <a:lnTo>
                    <a:pt x="0" y="108038"/>
                  </a:lnTo>
                  <a:cubicBezTo>
                    <a:pt x="0" y="110963"/>
                    <a:pt x="2347" y="113310"/>
                    <a:pt x="5272" y="113310"/>
                  </a:cubicBezTo>
                  <a:lnTo>
                    <a:pt x="145615" y="113310"/>
                  </a:lnTo>
                  <a:cubicBezTo>
                    <a:pt x="148508" y="113310"/>
                    <a:pt x="150886" y="110963"/>
                    <a:pt x="150886" y="108038"/>
                  </a:cubicBezTo>
                  <a:lnTo>
                    <a:pt x="150886" y="5272"/>
                  </a:lnTo>
                  <a:cubicBezTo>
                    <a:pt x="150886" y="2379"/>
                    <a:pt x="148508" y="0"/>
                    <a:pt x="145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62"/>
            <p:cNvSpPr/>
            <p:nvPr/>
          </p:nvSpPr>
          <p:spPr>
            <a:xfrm>
              <a:off x="3951400" y="3727400"/>
              <a:ext cx="138250" cy="139050"/>
            </a:xfrm>
            <a:custGeom>
              <a:avLst/>
              <a:gdLst/>
              <a:ahLst/>
              <a:cxnLst/>
              <a:rect l="l" t="t" r="r" b="b"/>
              <a:pathLst>
                <a:path w="5530" h="5562" extrusionOk="0">
                  <a:moveTo>
                    <a:pt x="2765" y="0"/>
                  </a:moveTo>
                  <a:cubicBezTo>
                    <a:pt x="1222" y="0"/>
                    <a:pt x="1" y="1254"/>
                    <a:pt x="1" y="2797"/>
                  </a:cubicBezTo>
                  <a:cubicBezTo>
                    <a:pt x="1" y="4308"/>
                    <a:pt x="1222" y="5561"/>
                    <a:pt x="2765" y="5561"/>
                  </a:cubicBezTo>
                  <a:cubicBezTo>
                    <a:pt x="4276" y="5561"/>
                    <a:pt x="5530" y="4308"/>
                    <a:pt x="5530" y="2797"/>
                  </a:cubicBezTo>
                  <a:cubicBezTo>
                    <a:pt x="5530" y="1254"/>
                    <a:pt x="4276" y="0"/>
                    <a:pt x="27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62"/>
            <p:cNvSpPr/>
            <p:nvPr/>
          </p:nvSpPr>
          <p:spPr>
            <a:xfrm>
              <a:off x="3943375" y="3720175"/>
              <a:ext cx="153525" cy="153500"/>
            </a:xfrm>
            <a:custGeom>
              <a:avLst/>
              <a:gdLst/>
              <a:ahLst/>
              <a:cxnLst/>
              <a:rect l="l" t="t" r="r" b="b"/>
              <a:pathLst>
                <a:path w="6141" h="6140" extrusionOk="0">
                  <a:moveTo>
                    <a:pt x="3086" y="579"/>
                  </a:moveTo>
                  <a:cubicBezTo>
                    <a:pt x="3761" y="579"/>
                    <a:pt x="4372" y="868"/>
                    <a:pt x="4822" y="1318"/>
                  </a:cubicBezTo>
                  <a:cubicBezTo>
                    <a:pt x="5272" y="1768"/>
                    <a:pt x="5561" y="2379"/>
                    <a:pt x="5561" y="3086"/>
                  </a:cubicBezTo>
                  <a:cubicBezTo>
                    <a:pt x="5561" y="3761"/>
                    <a:pt x="5272" y="4372"/>
                    <a:pt x="4822" y="4822"/>
                  </a:cubicBezTo>
                  <a:cubicBezTo>
                    <a:pt x="4372" y="5272"/>
                    <a:pt x="3761" y="5561"/>
                    <a:pt x="3086" y="5561"/>
                  </a:cubicBezTo>
                  <a:cubicBezTo>
                    <a:pt x="2379" y="5561"/>
                    <a:pt x="1768" y="5272"/>
                    <a:pt x="1318" y="4822"/>
                  </a:cubicBezTo>
                  <a:cubicBezTo>
                    <a:pt x="868" y="4372"/>
                    <a:pt x="611" y="3761"/>
                    <a:pt x="611" y="3086"/>
                  </a:cubicBezTo>
                  <a:cubicBezTo>
                    <a:pt x="611" y="2379"/>
                    <a:pt x="868" y="1768"/>
                    <a:pt x="1318" y="1318"/>
                  </a:cubicBezTo>
                  <a:cubicBezTo>
                    <a:pt x="1768" y="868"/>
                    <a:pt x="2379" y="579"/>
                    <a:pt x="3086" y="579"/>
                  </a:cubicBezTo>
                  <a:close/>
                  <a:moveTo>
                    <a:pt x="3086" y="0"/>
                  </a:moveTo>
                  <a:cubicBezTo>
                    <a:pt x="1383" y="0"/>
                    <a:pt x="0" y="1382"/>
                    <a:pt x="0" y="3086"/>
                  </a:cubicBezTo>
                  <a:cubicBezTo>
                    <a:pt x="0" y="4758"/>
                    <a:pt x="1383" y="6140"/>
                    <a:pt x="3086" y="6140"/>
                  </a:cubicBezTo>
                  <a:cubicBezTo>
                    <a:pt x="4758" y="6140"/>
                    <a:pt x="6140" y="4758"/>
                    <a:pt x="6140" y="3086"/>
                  </a:cubicBezTo>
                  <a:cubicBezTo>
                    <a:pt x="6140" y="1382"/>
                    <a:pt x="4758" y="0"/>
                    <a:pt x="3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62"/>
            <p:cNvSpPr/>
            <p:nvPr/>
          </p:nvSpPr>
          <p:spPr>
            <a:xfrm>
              <a:off x="3413000" y="4570400"/>
              <a:ext cx="1215075" cy="57075"/>
            </a:xfrm>
            <a:custGeom>
              <a:avLst/>
              <a:gdLst/>
              <a:ahLst/>
              <a:cxnLst/>
              <a:rect l="l" t="t" r="r" b="b"/>
              <a:pathLst>
                <a:path w="48603" h="2283" extrusionOk="0">
                  <a:moveTo>
                    <a:pt x="0" y="0"/>
                  </a:moveTo>
                  <a:lnTo>
                    <a:pt x="0" y="2282"/>
                  </a:lnTo>
                  <a:lnTo>
                    <a:pt x="48602" y="2282"/>
                  </a:lnTo>
                  <a:lnTo>
                    <a:pt x="486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62"/>
            <p:cNvSpPr/>
            <p:nvPr/>
          </p:nvSpPr>
          <p:spPr>
            <a:xfrm>
              <a:off x="3404950" y="4563150"/>
              <a:ext cx="1230350" cy="71550"/>
            </a:xfrm>
            <a:custGeom>
              <a:avLst/>
              <a:gdLst/>
              <a:ahLst/>
              <a:cxnLst/>
              <a:rect l="l" t="t" r="r" b="b"/>
              <a:pathLst>
                <a:path w="49214" h="2862" extrusionOk="0">
                  <a:moveTo>
                    <a:pt x="48635" y="579"/>
                  </a:moveTo>
                  <a:lnTo>
                    <a:pt x="48635" y="2251"/>
                  </a:lnTo>
                  <a:lnTo>
                    <a:pt x="611" y="2251"/>
                  </a:lnTo>
                  <a:lnTo>
                    <a:pt x="611" y="579"/>
                  </a:lnTo>
                  <a:close/>
                  <a:moveTo>
                    <a:pt x="322" y="1"/>
                  </a:moveTo>
                  <a:cubicBezTo>
                    <a:pt x="226" y="1"/>
                    <a:pt x="161" y="33"/>
                    <a:pt x="97" y="97"/>
                  </a:cubicBezTo>
                  <a:cubicBezTo>
                    <a:pt x="33" y="129"/>
                    <a:pt x="1" y="226"/>
                    <a:pt x="1" y="290"/>
                  </a:cubicBezTo>
                  <a:lnTo>
                    <a:pt x="1" y="2572"/>
                  </a:lnTo>
                  <a:cubicBezTo>
                    <a:pt x="1" y="2637"/>
                    <a:pt x="33" y="2701"/>
                    <a:pt x="97" y="2765"/>
                  </a:cubicBezTo>
                  <a:cubicBezTo>
                    <a:pt x="161" y="2829"/>
                    <a:pt x="226" y="2862"/>
                    <a:pt x="322" y="2862"/>
                  </a:cubicBezTo>
                  <a:lnTo>
                    <a:pt x="48924" y="2862"/>
                  </a:lnTo>
                  <a:cubicBezTo>
                    <a:pt x="49021" y="2862"/>
                    <a:pt x="49085" y="2829"/>
                    <a:pt x="49149" y="2765"/>
                  </a:cubicBezTo>
                  <a:cubicBezTo>
                    <a:pt x="49214" y="2701"/>
                    <a:pt x="49214" y="2637"/>
                    <a:pt x="49214" y="2572"/>
                  </a:cubicBezTo>
                  <a:lnTo>
                    <a:pt x="49214" y="290"/>
                  </a:lnTo>
                  <a:cubicBezTo>
                    <a:pt x="49214" y="226"/>
                    <a:pt x="49214" y="129"/>
                    <a:pt x="49149" y="97"/>
                  </a:cubicBezTo>
                  <a:cubicBezTo>
                    <a:pt x="49085" y="33"/>
                    <a:pt x="49021" y="1"/>
                    <a:pt x="489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62"/>
            <p:cNvSpPr/>
            <p:nvPr/>
          </p:nvSpPr>
          <p:spPr>
            <a:xfrm>
              <a:off x="2180250" y="2902900"/>
              <a:ext cx="162350" cy="178425"/>
            </a:xfrm>
            <a:custGeom>
              <a:avLst/>
              <a:gdLst/>
              <a:ahLst/>
              <a:cxnLst/>
              <a:rect l="l" t="t" r="r" b="b"/>
              <a:pathLst>
                <a:path w="6494" h="7137" extrusionOk="0">
                  <a:moveTo>
                    <a:pt x="2122" y="0"/>
                  </a:moveTo>
                  <a:lnTo>
                    <a:pt x="129" y="1897"/>
                  </a:lnTo>
                  <a:cubicBezTo>
                    <a:pt x="129" y="1897"/>
                    <a:pt x="1" y="3279"/>
                    <a:pt x="1286" y="5047"/>
                  </a:cubicBezTo>
                  <a:cubicBezTo>
                    <a:pt x="2540" y="6815"/>
                    <a:pt x="2797" y="7136"/>
                    <a:pt x="2797" y="7136"/>
                  </a:cubicBezTo>
                  <a:cubicBezTo>
                    <a:pt x="2797" y="7136"/>
                    <a:pt x="3247" y="6236"/>
                    <a:pt x="4244" y="5047"/>
                  </a:cubicBezTo>
                  <a:cubicBezTo>
                    <a:pt x="5272" y="3858"/>
                    <a:pt x="6494" y="2732"/>
                    <a:pt x="6494" y="2732"/>
                  </a:cubicBezTo>
                  <a:cubicBezTo>
                    <a:pt x="5980" y="547"/>
                    <a:pt x="2122" y="0"/>
                    <a:pt x="21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62"/>
            <p:cNvSpPr/>
            <p:nvPr/>
          </p:nvSpPr>
          <p:spPr>
            <a:xfrm>
              <a:off x="2177050" y="2895650"/>
              <a:ext cx="172800" cy="192900"/>
            </a:xfrm>
            <a:custGeom>
              <a:avLst/>
              <a:gdLst/>
              <a:ahLst/>
              <a:cxnLst/>
              <a:rect l="l" t="t" r="r" b="b"/>
              <a:pathLst>
                <a:path w="6912" h="7716" extrusionOk="0">
                  <a:moveTo>
                    <a:pt x="2356" y="566"/>
                  </a:moveTo>
                  <a:cubicBezTo>
                    <a:pt x="2682" y="623"/>
                    <a:pt x="3523" y="792"/>
                    <a:pt x="4340" y="1158"/>
                  </a:cubicBezTo>
                  <a:cubicBezTo>
                    <a:pt x="4790" y="1351"/>
                    <a:pt x="5272" y="1608"/>
                    <a:pt x="5625" y="1930"/>
                  </a:cubicBezTo>
                  <a:cubicBezTo>
                    <a:pt x="5971" y="2218"/>
                    <a:pt x="6214" y="2558"/>
                    <a:pt x="6330" y="2950"/>
                  </a:cubicBezTo>
                  <a:lnTo>
                    <a:pt x="6330" y="2950"/>
                  </a:lnTo>
                  <a:cubicBezTo>
                    <a:pt x="5982" y="3271"/>
                    <a:pt x="5007" y="4192"/>
                    <a:pt x="4179" y="5176"/>
                  </a:cubicBezTo>
                  <a:cubicBezTo>
                    <a:pt x="3544" y="5910"/>
                    <a:pt x="3130" y="6546"/>
                    <a:pt x="2898" y="6933"/>
                  </a:cubicBezTo>
                  <a:lnTo>
                    <a:pt x="2898" y="6933"/>
                  </a:lnTo>
                  <a:cubicBezTo>
                    <a:pt x="2886" y="6916"/>
                    <a:pt x="2874" y="6898"/>
                    <a:pt x="2861" y="6880"/>
                  </a:cubicBezTo>
                  <a:cubicBezTo>
                    <a:pt x="2636" y="6590"/>
                    <a:pt x="2250" y="6076"/>
                    <a:pt x="1607" y="5176"/>
                  </a:cubicBezTo>
                  <a:cubicBezTo>
                    <a:pt x="614" y="3798"/>
                    <a:pt x="515" y="2644"/>
                    <a:pt x="514" y="2318"/>
                  </a:cubicBezTo>
                  <a:lnTo>
                    <a:pt x="514" y="2318"/>
                  </a:lnTo>
                  <a:lnTo>
                    <a:pt x="2356" y="566"/>
                  </a:lnTo>
                  <a:close/>
                  <a:moveTo>
                    <a:pt x="2282" y="1"/>
                  </a:moveTo>
                  <a:cubicBezTo>
                    <a:pt x="2218" y="1"/>
                    <a:pt x="2122" y="33"/>
                    <a:pt x="2057" y="97"/>
                  </a:cubicBezTo>
                  <a:lnTo>
                    <a:pt x="64" y="1994"/>
                  </a:lnTo>
                  <a:cubicBezTo>
                    <a:pt x="32" y="2058"/>
                    <a:pt x="0" y="2090"/>
                    <a:pt x="0" y="2155"/>
                  </a:cubicBezTo>
                  <a:cubicBezTo>
                    <a:pt x="0" y="2187"/>
                    <a:pt x="0" y="2219"/>
                    <a:pt x="0" y="2315"/>
                  </a:cubicBezTo>
                  <a:cubicBezTo>
                    <a:pt x="0" y="2733"/>
                    <a:pt x="97" y="3987"/>
                    <a:pt x="1189" y="5498"/>
                  </a:cubicBezTo>
                  <a:cubicBezTo>
                    <a:pt x="2475" y="7266"/>
                    <a:pt x="2700" y="7587"/>
                    <a:pt x="2700" y="7587"/>
                  </a:cubicBezTo>
                  <a:cubicBezTo>
                    <a:pt x="2765" y="7683"/>
                    <a:pt x="2861" y="7716"/>
                    <a:pt x="2957" y="7716"/>
                  </a:cubicBezTo>
                  <a:cubicBezTo>
                    <a:pt x="3054" y="7683"/>
                    <a:pt x="3118" y="7651"/>
                    <a:pt x="3150" y="7555"/>
                  </a:cubicBezTo>
                  <a:lnTo>
                    <a:pt x="3182" y="7523"/>
                  </a:lnTo>
                  <a:cubicBezTo>
                    <a:pt x="3279" y="7330"/>
                    <a:pt x="3729" y="6526"/>
                    <a:pt x="4597" y="5498"/>
                  </a:cubicBezTo>
                  <a:cubicBezTo>
                    <a:pt x="5079" y="4919"/>
                    <a:pt x="5658" y="4340"/>
                    <a:pt x="6075" y="3922"/>
                  </a:cubicBezTo>
                  <a:cubicBezTo>
                    <a:pt x="6300" y="3730"/>
                    <a:pt x="6493" y="3537"/>
                    <a:pt x="6622" y="3408"/>
                  </a:cubicBezTo>
                  <a:cubicBezTo>
                    <a:pt x="6750" y="3312"/>
                    <a:pt x="6815" y="3247"/>
                    <a:pt x="6815" y="3247"/>
                  </a:cubicBezTo>
                  <a:cubicBezTo>
                    <a:pt x="6879" y="3183"/>
                    <a:pt x="6911" y="3055"/>
                    <a:pt x="6911" y="2958"/>
                  </a:cubicBezTo>
                  <a:cubicBezTo>
                    <a:pt x="6750" y="2347"/>
                    <a:pt x="6365" y="1865"/>
                    <a:pt x="5915" y="1480"/>
                  </a:cubicBezTo>
                  <a:cubicBezTo>
                    <a:pt x="5208" y="901"/>
                    <a:pt x="4307" y="547"/>
                    <a:pt x="3568" y="322"/>
                  </a:cubicBezTo>
                  <a:cubicBezTo>
                    <a:pt x="2861" y="97"/>
                    <a:pt x="2282" y="33"/>
                    <a:pt x="2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62"/>
            <p:cNvSpPr/>
            <p:nvPr/>
          </p:nvSpPr>
          <p:spPr>
            <a:xfrm>
              <a:off x="2210000" y="2764900"/>
              <a:ext cx="282075" cy="242375"/>
            </a:xfrm>
            <a:custGeom>
              <a:avLst/>
              <a:gdLst/>
              <a:ahLst/>
              <a:cxnLst/>
              <a:rect l="l" t="t" r="r" b="b"/>
              <a:pathLst>
                <a:path w="11283" h="9695" extrusionOk="0">
                  <a:moveTo>
                    <a:pt x="5918" y="0"/>
                  </a:moveTo>
                  <a:cubicBezTo>
                    <a:pt x="4911" y="0"/>
                    <a:pt x="3878" y="114"/>
                    <a:pt x="3311" y="506"/>
                  </a:cubicBezTo>
                  <a:cubicBezTo>
                    <a:pt x="1929" y="1438"/>
                    <a:pt x="1382" y="2627"/>
                    <a:pt x="707" y="4588"/>
                  </a:cubicBezTo>
                  <a:cubicBezTo>
                    <a:pt x="0" y="6517"/>
                    <a:pt x="868" y="5584"/>
                    <a:pt x="1639" y="7031"/>
                  </a:cubicBezTo>
                  <a:cubicBezTo>
                    <a:pt x="2411" y="8445"/>
                    <a:pt x="2411" y="8381"/>
                    <a:pt x="3022" y="8477"/>
                  </a:cubicBezTo>
                  <a:cubicBezTo>
                    <a:pt x="3632" y="8574"/>
                    <a:pt x="4018" y="8574"/>
                    <a:pt x="4018" y="8574"/>
                  </a:cubicBezTo>
                  <a:cubicBezTo>
                    <a:pt x="4018" y="8574"/>
                    <a:pt x="5143" y="8960"/>
                    <a:pt x="6525" y="9474"/>
                  </a:cubicBezTo>
                  <a:cubicBezTo>
                    <a:pt x="6960" y="9629"/>
                    <a:pt x="7295" y="9694"/>
                    <a:pt x="7559" y="9694"/>
                  </a:cubicBezTo>
                  <a:cubicBezTo>
                    <a:pt x="8117" y="9694"/>
                    <a:pt x="8365" y="9405"/>
                    <a:pt x="8583" y="9056"/>
                  </a:cubicBezTo>
                  <a:cubicBezTo>
                    <a:pt x="8904" y="8510"/>
                    <a:pt x="9386" y="4588"/>
                    <a:pt x="9386" y="4588"/>
                  </a:cubicBezTo>
                  <a:cubicBezTo>
                    <a:pt x="9386" y="4588"/>
                    <a:pt x="10479" y="4074"/>
                    <a:pt x="10865" y="2949"/>
                  </a:cubicBezTo>
                  <a:cubicBezTo>
                    <a:pt x="11283" y="1824"/>
                    <a:pt x="9740" y="2145"/>
                    <a:pt x="9290" y="1984"/>
                  </a:cubicBezTo>
                  <a:cubicBezTo>
                    <a:pt x="8840" y="1824"/>
                    <a:pt x="8647" y="216"/>
                    <a:pt x="8647" y="216"/>
                  </a:cubicBezTo>
                  <a:cubicBezTo>
                    <a:pt x="8647" y="216"/>
                    <a:pt x="7307" y="0"/>
                    <a:pt x="59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62"/>
            <p:cNvSpPr/>
            <p:nvPr/>
          </p:nvSpPr>
          <p:spPr>
            <a:xfrm>
              <a:off x="2214000" y="2758250"/>
              <a:ext cx="276475" cy="255575"/>
            </a:xfrm>
            <a:custGeom>
              <a:avLst/>
              <a:gdLst/>
              <a:ahLst/>
              <a:cxnLst/>
              <a:rect l="l" t="t" r="r" b="b"/>
              <a:pathLst>
                <a:path w="11059" h="10223" extrusionOk="0">
                  <a:moveTo>
                    <a:pt x="5722" y="547"/>
                  </a:moveTo>
                  <a:cubicBezTo>
                    <a:pt x="6397" y="547"/>
                    <a:pt x="7073" y="611"/>
                    <a:pt x="7587" y="643"/>
                  </a:cubicBezTo>
                  <a:cubicBezTo>
                    <a:pt x="7844" y="675"/>
                    <a:pt x="8069" y="707"/>
                    <a:pt x="8198" y="739"/>
                  </a:cubicBezTo>
                  <a:cubicBezTo>
                    <a:pt x="8218" y="739"/>
                    <a:pt x="8236" y="740"/>
                    <a:pt x="8254" y="741"/>
                  </a:cubicBezTo>
                  <a:lnTo>
                    <a:pt x="8254" y="741"/>
                  </a:lnTo>
                  <a:cubicBezTo>
                    <a:pt x="8277" y="902"/>
                    <a:pt x="8319" y="1132"/>
                    <a:pt x="8390" y="1382"/>
                  </a:cubicBezTo>
                  <a:cubicBezTo>
                    <a:pt x="8423" y="1607"/>
                    <a:pt x="8519" y="1832"/>
                    <a:pt x="8615" y="2025"/>
                  </a:cubicBezTo>
                  <a:cubicBezTo>
                    <a:pt x="8648" y="2122"/>
                    <a:pt x="8712" y="2218"/>
                    <a:pt x="8776" y="2315"/>
                  </a:cubicBezTo>
                  <a:cubicBezTo>
                    <a:pt x="8840" y="2411"/>
                    <a:pt x="8937" y="2475"/>
                    <a:pt x="9033" y="2507"/>
                  </a:cubicBezTo>
                  <a:cubicBezTo>
                    <a:pt x="9194" y="2572"/>
                    <a:pt x="9387" y="2572"/>
                    <a:pt x="9548" y="2572"/>
                  </a:cubicBezTo>
                  <a:cubicBezTo>
                    <a:pt x="9805" y="2604"/>
                    <a:pt x="10094" y="2604"/>
                    <a:pt x="10287" y="2668"/>
                  </a:cubicBezTo>
                  <a:cubicBezTo>
                    <a:pt x="10383" y="2700"/>
                    <a:pt x="10448" y="2732"/>
                    <a:pt x="10480" y="2765"/>
                  </a:cubicBezTo>
                  <a:cubicBezTo>
                    <a:pt x="10512" y="2765"/>
                    <a:pt x="10512" y="2797"/>
                    <a:pt x="10512" y="2861"/>
                  </a:cubicBezTo>
                  <a:cubicBezTo>
                    <a:pt x="10512" y="2925"/>
                    <a:pt x="10512" y="3022"/>
                    <a:pt x="10480" y="3118"/>
                  </a:cubicBezTo>
                  <a:cubicBezTo>
                    <a:pt x="10287" y="3632"/>
                    <a:pt x="9933" y="4018"/>
                    <a:pt x="9644" y="4243"/>
                  </a:cubicBezTo>
                  <a:cubicBezTo>
                    <a:pt x="9516" y="4372"/>
                    <a:pt x="9355" y="4468"/>
                    <a:pt x="9258" y="4533"/>
                  </a:cubicBezTo>
                  <a:cubicBezTo>
                    <a:pt x="9226" y="4565"/>
                    <a:pt x="9194" y="4597"/>
                    <a:pt x="9162" y="4597"/>
                  </a:cubicBezTo>
                  <a:lnTo>
                    <a:pt x="9130" y="4629"/>
                  </a:lnTo>
                  <a:cubicBezTo>
                    <a:pt x="9033" y="4661"/>
                    <a:pt x="8969" y="4725"/>
                    <a:pt x="8969" y="4822"/>
                  </a:cubicBezTo>
                  <a:cubicBezTo>
                    <a:pt x="8969" y="4822"/>
                    <a:pt x="8937" y="5079"/>
                    <a:pt x="8873" y="5433"/>
                  </a:cubicBezTo>
                  <a:cubicBezTo>
                    <a:pt x="8808" y="6011"/>
                    <a:pt x="8680" y="6847"/>
                    <a:pt x="8551" y="7618"/>
                  </a:cubicBezTo>
                  <a:cubicBezTo>
                    <a:pt x="8487" y="8004"/>
                    <a:pt x="8423" y="8358"/>
                    <a:pt x="8358" y="8647"/>
                  </a:cubicBezTo>
                  <a:cubicBezTo>
                    <a:pt x="8326" y="8776"/>
                    <a:pt x="8294" y="8904"/>
                    <a:pt x="8262" y="9001"/>
                  </a:cubicBezTo>
                  <a:cubicBezTo>
                    <a:pt x="8230" y="9097"/>
                    <a:pt x="8198" y="9161"/>
                    <a:pt x="8198" y="9161"/>
                  </a:cubicBezTo>
                  <a:cubicBezTo>
                    <a:pt x="8101" y="9322"/>
                    <a:pt x="8005" y="9451"/>
                    <a:pt x="7876" y="9547"/>
                  </a:cubicBezTo>
                  <a:cubicBezTo>
                    <a:pt x="7780" y="9644"/>
                    <a:pt x="7651" y="9676"/>
                    <a:pt x="7394" y="9676"/>
                  </a:cubicBezTo>
                  <a:cubicBezTo>
                    <a:pt x="7169" y="9676"/>
                    <a:pt x="6880" y="9611"/>
                    <a:pt x="6430" y="9483"/>
                  </a:cubicBezTo>
                  <a:cubicBezTo>
                    <a:pt x="5080" y="9001"/>
                    <a:pt x="3955" y="8583"/>
                    <a:pt x="3955" y="8583"/>
                  </a:cubicBezTo>
                  <a:lnTo>
                    <a:pt x="3858" y="8583"/>
                  </a:lnTo>
                  <a:lnTo>
                    <a:pt x="3794" y="8551"/>
                  </a:lnTo>
                  <a:cubicBezTo>
                    <a:pt x="3665" y="8551"/>
                    <a:pt x="3344" y="8551"/>
                    <a:pt x="2894" y="8486"/>
                  </a:cubicBezTo>
                  <a:cubicBezTo>
                    <a:pt x="2733" y="8454"/>
                    <a:pt x="2637" y="8422"/>
                    <a:pt x="2572" y="8422"/>
                  </a:cubicBezTo>
                  <a:cubicBezTo>
                    <a:pt x="2540" y="8390"/>
                    <a:pt x="2508" y="8390"/>
                    <a:pt x="2476" y="8358"/>
                  </a:cubicBezTo>
                  <a:cubicBezTo>
                    <a:pt x="2412" y="8326"/>
                    <a:pt x="2315" y="8229"/>
                    <a:pt x="2219" y="8036"/>
                  </a:cubicBezTo>
                  <a:cubicBezTo>
                    <a:pt x="2090" y="7843"/>
                    <a:pt x="1929" y="7554"/>
                    <a:pt x="1704" y="7168"/>
                  </a:cubicBezTo>
                  <a:cubicBezTo>
                    <a:pt x="1415" y="6590"/>
                    <a:pt x="1062" y="6333"/>
                    <a:pt x="804" y="6172"/>
                  </a:cubicBezTo>
                  <a:cubicBezTo>
                    <a:pt x="708" y="6108"/>
                    <a:pt x="612" y="6043"/>
                    <a:pt x="612" y="6011"/>
                  </a:cubicBezTo>
                  <a:cubicBezTo>
                    <a:pt x="579" y="5979"/>
                    <a:pt x="547" y="5947"/>
                    <a:pt x="547" y="5850"/>
                  </a:cubicBezTo>
                  <a:cubicBezTo>
                    <a:pt x="547" y="5722"/>
                    <a:pt x="612" y="5400"/>
                    <a:pt x="804" y="4918"/>
                  </a:cubicBezTo>
                  <a:cubicBezTo>
                    <a:pt x="1126" y="3954"/>
                    <a:pt x="1447" y="3182"/>
                    <a:pt x="1833" y="2572"/>
                  </a:cubicBezTo>
                  <a:cubicBezTo>
                    <a:pt x="2187" y="1929"/>
                    <a:pt x="2637" y="1447"/>
                    <a:pt x="3279" y="997"/>
                  </a:cubicBezTo>
                  <a:cubicBezTo>
                    <a:pt x="3505" y="836"/>
                    <a:pt x="3890" y="707"/>
                    <a:pt x="4308" y="643"/>
                  </a:cubicBezTo>
                  <a:cubicBezTo>
                    <a:pt x="4726" y="579"/>
                    <a:pt x="5240" y="547"/>
                    <a:pt x="5722" y="547"/>
                  </a:cubicBezTo>
                  <a:close/>
                  <a:moveTo>
                    <a:pt x="5722" y="0"/>
                  </a:moveTo>
                  <a:cubicBezTo>
                    <a:pt x="5208" y="0"/>
                    <a:pt x="4694" y="32"/>
                    <a:pt x="4212" y="129"/>
                  </a:cubicBezTo>
                  <a:cubicBezTo>
                    <a:pt x="3762" y="193"/>
                    <a:pt x="3312" y="322"/>
                    <a:pt x="2990" y="547"/>
                  </a:cubicBezTo>
                  <a:cubicBezTo>
                    <a:pt x="2283" y="1029"/>
                    <a:pt x="1769" y="1607"/>
                    <a:pt x="1351" y="2282"/>
                  </a:cubicBezTo>
                  <a:cubicBezTo>
                    <a:pt x="933" y="2990"/>
                    <a:pt x="644" y="3793"/>
                    <a:pt x="290" y="4758"/>
                  </a:cubicBezTo>
                  <a:cubicBezTo>
                    <a:pt x="97" y="5272"/>
                    <a:pt x="33" y="5593"/>
                    <a:pt x="33" y="5850"/>
                  </a:cubicBezTo>
                  <a:cubicBezTo>
                    <a:pt x="1" y="6043"/>
                    <a:pt x="65" y="6236"/>
                    <a:pt x="194" y="6365"/>
                  </a:cubicBezTo>
                  <a:cubicBezTo>
                    <a:pt x="354" y="6525"/>
                    <a:pt x="515" y="6622"/>
                    <a:pt x="676" y="6751"/>
                  </a:cubicBezTo>
                  <a:cubicBezTo>
                    <a:pt x="869" y="6879"/>
                    <a:pt x="1029" y="7040"/>
                    <a:pt x="1254" y="7426"/>
                  </a:cubicBezTo>
                  <a:cubicBezTo>
                    <a:pt x="1640" y="8133"/>
                    <a:pt x="1833" y="8486"/>
                    <a:pt x="2058" y="8711"/>
                  </a:cubicBezTo>
                  <a:cubicBezTo>
                    <a:pt x="2154" y="8808"/>
                    <a:pt x="2283" y="8904"/>
                    <a:pt x="2412" y="8936"/>
                  </a:cubicBezTo>
                  <a:cubicBezTo>
                    <a:pt x="2540" y="8968"/>
                    <a:pt x="2669" y="8968"/>
                    <a:pt x="2829" y="9001"/>
                  </a:cubicBezTo>
                  <a:cubicBezTo>
                    <a:pt x="3280" y="9072"/>
                    <a:pt x="3608" y="9090"/>
                    <a:pt x="3762" y="9095"/>
                  </a:cubicBezTo>
                  <a:lnTo>
                    <a:pt x="3762" y="9095"/>
                  </a:lnTo>
                  <a:lnTo>
                    <a:pt x="3762" y="9097"/>
                  </a:lnTo>
                  <a:cubicBezTo>
                    <a:pt x="3762" y="9097"/>
                    <a:pt x="4887" y="9483"/>
                    <a:pt x="6269" y="9965"/>
                  </a:cubicBezTo>
                  <a:cubicBezTo>
                    <a:pt x="6719" y="10126"/>
                    <a:pt x="7105" y="10222"/>
                    <a:pt x="7394" y="10222"/>
                  </a:cubicBezTo>
                  <a:cubicBezTo>
                    <a:pt x="7715" y="10222"/>
                    <a:pt x="8005" y="10126"/>
                    <a:pt x="8198" y="9965"/>
                  </a:cubicBezTo>
                  <a:cubicBezTo>
                    <a:pt x="8390" y="9836"/>
                    <a:pt x="8551" y="9644"/>
                    <a:pt x="8648" y="9451"/>
                  </a:cubicBezTo>
                  <a:cubicBezTo>
                    <a:pt x="8712" y="9322"/>
                    <a:pt x="8744" y="9193"/>
                    <a:pt x="8808" y="9033"/>
                  </a:cubicBezTo>
                  <a:cubicBezTo>
                    <a:pt x="8969" y="8454"/>
                    <a:pt x="9130" y="7426"/>
                    <a:pt x="9258" y="6525"/>
                  </a:cubicBezTo>
                  <a:cubicBezTo>
                    <a:pt x="9378" y="5881"/>
                    <a:pt x="9461" y="5291"/>
                    <a:pt x="9497" y="5029"/>
                  </a:cubicBezTo>
                  <a:lnTo>
                    <a:pt x="9497" y="5029"/>
                  </a:lnTo>
                  <a:cubicBezTo>
                    <a:pt x="9819" y="4837"/>
                    <a:pt x="10604" y="4308"/>
                    <a:pt x="10962" y="3311"/>
                  </a:cubicBezTo>
                  <a:cubicBezTo>
                    <a:pt x="11026" y="3150"/>
                    <a:pt x="11058" y="3022"/>
                    <a:pt x="11058" y="2861"/>
                  </a:cubicBezTo>
                  <a:cubicBezTo>
                    <a:pt x="11058" y="2732"/>
                    <a:pt x="11026" y="2636"/>
                    <a:pt x="10962" y="2507"/>
                  </a:cubicBezTo>
                  <a:cubicBezTo>
                    <a:pt x="10866" y="2315"/>
                    <a:pt x="10673" y="2218"/>
                    <a:pt x="10512" y="2154"/>
                  </a:cubicBezTo>
                  <a:cubicBezTo>
                    <a:pt x="10255" y="2090"/>
                    <a:pt x="9998" y="2057"/>
                    <a:pt x="9741" y="2057"/>
                  </a:cubicBezTo>
                  <a:lnTo>
                    <a:pt x="9419" y="2057"/>
                  </a:lnTo>
                  <a:cubicBezTo>
                    <a:pt x="9323" y="2025"/>
                    <a:pt x="9258" y="2025"/>
                    <a:pt x="9226" y="2025"/>
                  </a:cubicBezTo>
                  <a:cubicBezTo>
                    <a:pt x="9226" y="2025"/>
                    <a:pt x="9130" y="1929"/>
                    <a:pt x="9065" y="1768"/>
                  </a:cubicBezTo>
                  <a:cubicBezTo>
                    <a:pt x="8969" y="1543"/>
                    <a:pt x="8873" y="1190"/>
                    <a:pt x="8840" y="932"/>
                  </a:cubicBezTo>
                  <a:cubicBezTo>
                    <a:pt x="8808" y="804"/>
                    <a:pt x="8776" y="675"/>
                    <a:pt x="8776" y="611"/>
                  </a:cubicBezTo>
                  <a:cubicBezTo>
                    <a:pt x="8744" y="514"/>
                    <a:pt x="8744" y="450"/>
                    <a:pt x="8744" y="450"/>
                  </a:cubicBezTo>
                  <a:cubicBezTo>
                    <a:pt x="8744" y="354"/>
                    <a:pt x="8648" y="257"/>
                    <a:pt x="8519" y="225"/>
                  </a:cubicBezTo>
                  <a:cubicBezTo>
                    <a:pt x="8519" y="225"/>
                    <a:pt x="7137" y="0"/>
                    <a:pt x="57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62"/>
            <p:cNvSpPr/>
            <p:nvPr/>
          </p:nvSpPr>
          <p:spPr>
            <a:xfrm>
              <a:off x="2414900" y="2812075"/>
              <a:ext cx="12900" cy="42625"/>
            </a:xfrm>
            <a:custGeom>
              <a:avLst/>
              <a:gdLst/>
              <a:ahLst/>
              <a:cxnLst/>
              <a:rect l="l" t="t" r="r" b="b"/>
              <a:pathLst>
                <a:path w="516" h="1705" extrusionOk="0">
                  <a:moveTo>
                    <a:pt x="194" y="1"/>
                  </a:moveTo>
                  <a:cubicBezTo>
                    <a:pt x="65" y="33"/>
                    <a:pt x="1" y="419"/>
                    <a:pt x="33" y="869"/>
                  </a:cubicBezTo>
                  <a:cubicBezTo>
                    <a:pt x="65" y="1351"/>
                    <a:pt x="194" y="1704"/>
                    <a:pt x="322" y="1704"/>
                  </a:cubicBezTo>
                  <a:cubicBezTo>
                    <a:pt x="451" y="1672"/>
                    <a:pt x="515" y="1287"/>
                    <a:pt x="483" y="837"/>
                  </a:cubicBezTo>
                  <a:cubicBezTo>
                    <a:pt x="451" y="387"/>
                    <a:pt x="322" y="1"/>
                    <a:pt x="1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62"/>
            <p:cNvSpPr/>
            <p:nvPr/>
          </p:nvSpPr>
          <p:spPr>
            <a:xfrm>
              <a:off x="2047650" y="2005300"/>
              <a:ext cx="213800" cy="665375"/>
            </a:xfrm>
            <a:custGeom>
              <a:avLst/>
              <a:gdLst/>
              <a:ahLst/>
              <a:cxnLst/>
              <a:rect l="l" t="t" r="r" b="b"/>
              <a:pathLst>
                <a:path w="8552" h="26615" extrusionOk="0">
                  <a:moveTo>
                    <a:pt x="3933" y="1"/>
                  </a:moveTo>
                  <a:cubicBezTo>
                    <a:pt x="3662" y="1"/>
                    <a:pt x="3472" y="320"/>
                    <a:pt x="3472" y="320"/>
                  </a:cubicBezTo>
                  <a:lnTo>
                    <a:pt x="3858" y="2795"/>
                  </a:lnTo>
                  <a:cubicBezTo>
                    <a:pt x="3858" y="2795"/>
                    <a:pt x="2733" y="417"/>
                    <a:pt x="2315" y="159"/>
                  </a:cubicBezTo>
                  <a:cubicBezTo>
                    <a:pt x="2178" y="85"/>
                    <a:pt x="2061" y="55"/>
                    <a:pt x="1960" y="55"/>
                  </a:cubicBezTo>
                  <a:cubicBezTo>
                    <a:pt x="1541" y="55"/>
                    <a:pt x="1415" y="577"/>
                    <a:pt x="1415" y="577"/>
                  </a:cubicBezTo>
                  <a:lnTo>
                    <a:pt x="2830" y="3824"/>
                  </a:lnTo>
                  <a:cubicBezTo>
                    <a:pt x="2830" y="3824"/>
                    <a:pt x="1640" y="1574"/>
                    <a:pt x="1126" y="1445"/>
                  </a:cubicBezTo>
                  <a:cubicBezTo>
                    <a:pt x="1081" y="1434"/>
                    <a:pt x="1041" y="1429"/>
                    <a:pt x="1004" y="1429"/>
                  </a:cubicBezTo>
                  <a:cubicBezTo>
                    <a:pt x="617" y="1429"/>
                    <a:pt x="644" y="1992"/>
                    <a:pt x="644" y="1992"/>
                  </a:cubicBezTo>
                  <a:lnTo>
                    <a:pt x="2058" y="4853"/>
                  </a:lnTo>
                  <a:cubicBezTo>
                    <a:pt x="2058" y="4853"/>
                    <a:pt x="1544" y="4081"/>
                    <a:pt x="1029" y="3695"/>
                  </a:cubicBezTo>
                  <a:cubicBezTo>
                    <a:pt x="893" y="3593"/>
                    <a:pt x="777" y="3552"/>
                    <a:pt x="684" y="3552"/>
                  </a:cubicBezTo>
                  <a:cubicBezTo>
                    <a:pt x="427" y="3552"/>
                    <a:pt x="350" y="3869"/>
                    <a:pt x="515" y="4081"/>
                  </a:cubicBezTo>
                  <a:cubicBezTo>
                    <a:pt x="708" y="4338"/>
                    <a:pt x="3215" y="7971"/>
                    <a:pt x="3215" y="7971"/>
                  </a:cubicBezTo>
                  <a:cubicBezTo>
                    <a:pt x="3215" y="7971"/>
                    <a:pt x="1" y="18450"/>
                    <a:pt x="1" y="20153"/>
                  </a:cubicBezTo>
                  <a:cubicBezTo>
                    <a:pt x="1" y="21825"/>
                    <a:pt x="901" y="26614"/>
                    <a:pt x="901" y="26614"/>
                  </a:cubicBezTo>
                  <a:lnTo>
                    <a:pt x="5433" y="26100"/>
                  </a:lnTo>
                  <a:lnTo>
                    <a:pt x="4790" y="20411"/>
                  </a:lnTo>
                  <a:lnTo>
                    <a:pt x="5433" y="7971"/>
                  </a:lnTo>
                  <a:cubicBezTo>
                    <a:pt x="5433" y="7971"/>
                    <a:pt x="6333" y="6653"/>
                    <a:pt x="6719" y="6267"/>
                  </a:cubicBezTo>
                  <a:cubicBezTo>
                    <a:pt x="6976" y="6010"/>
                    <a:pt x="7812" y="5303"/>
                    <a:pt x="8294" y="4917"/>
                  </a:cubicBezTo>
                  <a:cubicBezTo>
                    <a:pt x="8519" y="4724"/>
                    <a:pt x="8551" y="4403"/>
                    <a:pt x="8423" y="4178"/>
                  </a:cubicBezTo>
                  <a:cubicBezTo>
                    <a:pt x="8309" y="3973"/>
                    <a:pt x="8114" y="3865"/>
                    <a:pt x="7908" y="3865"/>
                  </a:cubicBezTo>
                  <a:cubicBezTo>
                    <a:pt x="7823" y="3865"/>
                    <a:pt x="7736" y="3883"/>
                    <a:pt x="7651" y="3920"/>
                  </a:cubicBezTo>
                  <a:lnTo>
                    <a:pt x="5819" y="4853"/>
                  </a:lnTo>
                  <a:cubicBezTo>
                    <a:pt x="5819" y="4853"/>
                    <a:pt x="4758" y="1092"/>
                    <a:pt x="4533" y="577"/>
                  </a:cubicBezTo>
                  <a:cubicBezTo>
                    <a:pt x="4318" y="135"/>
                    <a:pt x="4108" y="1"/>
                    <a:pt x="39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62"/>
            <p:cNvSpPr/>
            <p:nvPr/>
          </p:nvSpPr>
          <p:spPr>
            <a:xfrm>
              <a:off x="2047650" y="2204550"/>
              <a:ext cx="80400" cy="466125"/>
            </a:xfrm>
            <a:custGeom>
              <a:avLst/>
              <a:gdLst/>
              <a:ahLst/>
              <a:cxnLst/>
              <a:rect l="l" t="t" r="r" b="b"/>
              <a:pathLst>
                <a:path w="3216" h="18645" extrusionOk="0">
                  <a:moveTo>
                    <a:pt x="3215" y="1"/>
                  </a:moveTo>
                  <a:cubicBezTo>
                    <a:pt x="3215" y="1"/>
                    <a:pt x="1" y="10480"/>
                    <a:pt x="1" y="12183"/>
                  </a:cubicBezTo>
                  <a:cubicBezTo>
                    <a:pt x="1" y="13855"/>
                    <a:pt x="901" y="18644"/>
                    <a:pt x="901" y="18644"/>
                  </a:cubicBezTo>
                  <a:lnTo>
                    <a:pt x="2090" y="18516"/>
                  </a:lnTo>
                  <a:cubicBezTo>
                    <a:pt x="2090" y="17134"/>
                    <a:pt x="2058" y="15848"/>
                    <a:pt x="2026" y="14948"/>
                  </a:cubicBezTo>
                  <a:cubicBezTo>
                    <a:pt x="1865" y="11541"/>
                    <a:pt x="3215" y="1"/>
                    <a:pt x="32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62"/>
            <p:cNvSpPr/>
            <p:nvPr/>
          </p:nvSpPr>
          <p:spPr>
            <a:xfrm>
              <a:off x="2054100" y="2240725"/>
              <a:ext cx="69925" cy="289325"/>
            </a:xfrm>
            <a:custGeom>
              <a:avLst/>
              <a:gdLst/>
              <a:ahLst/>
              <a:cxnLst/>
              <a:rect l="l" t="t" r="r" b="b"/>
              <a:pathLst>
                <a:path w="2797" h="11573" extrusionOk="0">
                  <a:moveTo>
                    <a:pt x="2797" y="0"/>
                  </a:moveTo>
                  <a:lnTo>
                    <a:pt x="2797" y="0"/>
                  </a:lnTo>
                  <a:cubicBezTo>
                    <a:pt x="2572" y="804"/>
                    <a:pt x="2250" y="1864"/>
                    <a:pt x="1897" y="3022"/>
                  </a:cubicBezTo>
                  <a:cubicBezTo>
                    <a:pt x="1222" y="5433"/>
                    <a:pt x="450" y="8229"/>
                    <a:pt x="129" y="9772"/>
                  </a:cubicBezTo>
                  <a:cubicBezTo>
                    <a:pt x="32" y="10222"/>
                    <a:pt x="0" y="10543"/>
                    <a:pt x="0" y="10736"/>
                  </a:cubicBezTo>
                  <a:cubicBezTo>
                    <a:pt x="0" y="10961"/>
                    <a:pt x="0" y="11219"/>
                    <a:pt x="32" y="11572"/>
                  </a:cubicBezTo>
                  <a:cubicBezTo>
                    <a:pt x="257" y="11508"/>
                    <a:pt x="482" y="11476"/>
                    <a:pt x="739" y="11444"/>
                  </a:cubicBezTo>
                  <a:cubicBezTo>
                    <a:pt x="804" y="11411"/>
                    <a:pt x="868" y="11379"/>
                    <a:pt x="964" y="11347"/>
                  </a:cubicBezTo>
                  <a:cubicBezTo>
                    <a:pt x="1222" y="11283"/>
                    <a:pt x="1511" y="11186"/>
                    <a:pt x="1800" y="11154"/>
                  </a:cubicBezTo>
                  <a:cubicBezTo>
                    <a:pt x="1961" y="7747"/>
                    <a:pt x="2507" y="2540"/>
                    <a:pt x="27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62"/>
            <p:cNvSpPr/>
            <p:nvPr/>
          </p:nvSpPr>
          <p:spPr>
            <a:xfrm>
              <a:off x="2040425" y="1998825"/>
              <a:ext cx="226650" cy="679075"/>
            </a:xfrm>
            <a:custGeom>
              <a:avLst/>
              <a:gdLst/>
              <a:ahLst/>
              <a:cxnLst/>
              <a:rect l="l" t="t" r="r" b="b"/>
              <a:pathLst>
                <a:path w="9066" h="27163" extrusionOk="0">
                  <a:moveTo>
                    <a:pt x="4211" y="515"/>
                  </a:moveTo>
                  <a:cubicBezTo>
                    <a:pt x="4244" y="515"/>
                    <a:pt x="4276" y="515"/>
                    <a:pt x="4340" y="579"/>
                  </a:cubicBezTo>
                  <a:cubicBezTo>
                    <a:pt x="4372" y="643"/>
                    <a:pt x="4469" y="740"/>
                    <a:pt x="4565" y="965"/>
                  </a:cubicBezTo>
                  <a:cubicBezTo>
                    <a:pt x="4597" y="997"/>
                    <a:pt x="4629" y="1094"/>
                    <a:pt x="4694" y="1254"/>
                  </a:cubicBezTo>
                  <a:cubicBezTo>
                    <a:pt x="4854" y="1769"/>
                    <a:pt x="5144" y="2765"/>
                    <a:pt x="5401" y="3601"/>
                  </a:cubicBezTo>
                  <a:cubicBezTo>
                    <a:pt x="5658" y="4469"/>
                    <a:pt x="5851" y="5176"/>
                    <a:pt x="5851" y="5176"/>
                  </a:cubicBezTo>
                  <a:cubicBezTo>
                    <a:pt x="5883" y="5272"/>
                    <a:pt x="5915" y="5337"/>
                    <a:pt x="6012" y="5369"/>
                  </a:cubicBezTo>
                  <a:cubicBezTo>
                    <a:pt x="6038" y="5382"/>
                    <a:pt x="6065" y="5390"/>
                    <a:pt x="6094" y="5390"/>
                  </a:cubicBezTo>
                  <a:cubicBezTo>
                    <a:pt x="6135" y="5390"/>
                    <a:pt x="6180" y="5374"/>
                    <a:pt x="6237" y="5337"/>
                  </a:cubicBezTo>
                  <a:lnTo>
                    <a:pt x="8069" y="4437"/>
                  </a:lnTo>
                  <a:lnTo>
                    <a:pt x="8197" y="4404"/>
                  </a:lnTo>
                  <a:cubicBezTo>
                    <a:pt x="8326" y="4404"/>
                    <a:pt x="8422" y="4469"/>
                    <a:pt x="8487" y="4565"/>
                  </a:cubicBezTo>
                  <a:cubicBezTo>
                    <a:pt x="8519" y="4597"/>
                    <a:pt x="8519" y="4662"/>
                    <a:pt x="8519" y="4726"/>
                  </a:cubicBezTo>
                  <a:cubicBezTo>
                    <a:pt x="8519" y="4822"/>
                    <a:pt x="8487" y="4887"/>
                    <a:pt x="8422" y="4951"/>
                  </a:cubicBezTo>
                  <a:cubicBezTo>
                    <a:pt x="8165" y="5176"/>
                    <a:pt x="7844" y="5433"/>
                    <a:pt x="7555" y="5690"/>
                  </a:cubicBezTo>
                  <a:cubicBezTo>
                    <a:pt x="7233" y="5947"/>
                    <a:pt x="6976" y="6204"/>
                    <a:pt x="6815" y="6333"/>
                  </a:cubicBezTo>
                  <a:cubicBezTo>
                    <a:pt x="6590" y="6558"/>
                    <a:pt x="6269" y="6976"/>
                    <a:pt x="6012" y="7362"/>
                  </a:cubicBezTo>
                  <a:cubicBezTo>
                    <a:pt x="5722" y="7747"/>
                    <a:pt x="5497" y="8069"/>
                    <a:pt x="5497" y="8069"/>
                  </a:cubicBezTo>
                  <a:cubicBezTo>
                    <a:pt x="5465" y="8101"/>
                    <a:pt x="5465" y="8165"/>
                    <a:pt x="5465" y="8197"/>
                  </a:cubicBezTo>
                  <a:lnTo>
                    <a:pt x="4790" y="20670"/>
                  </a:lnTo>
                  <a:lnTo>
                    <a:pt x="4790" y="20702"/>
                  </a:lnTo>
                  <a:lnTo>
                    <a:pt x="5433" y="26134"/>
                  </a:lnTo>
                  <a:lnTo>
                    <a:pt x="1401" y="26589"/>
                  </a:lnTo>
                  <a:lnTo>
                    <a:pt x="1401" y="26589"/>
                  </a:lnTo>
                  <a:cubicBezTo>
                    <a:pt x="1377" y="26455"/>
                    <a:pt x="1348" y="26276"/>
                    <a:pt x="1318" y="26070"/>
                  </a:cubicBezTo>
                  <a:cubicBezTo>
                    <a:pt x="1190" y="25363"/>
                    <a:pt x="997" y="24238"/>
                    <a:pt x="836" y="23145"/>
                  </a:cubicBezTo>
                  <a:cubicBezTo>
                    <a:pt x="676" y="22084"/>
                    <a:pt x="547" y="20991"/>
                    <a:pt x="547" y="20412"/>
                  </a:cubicBezTo>
                  <a:cubicBezTo>
                    <a:pt x="547" y="20219"/>
                    <a:pt x="579" y="19898"/>
                    <a:pt x="676" y="19448"/>
                  </a:cubicBezTo>
                  <a:cubicBezTo>
                    <a:pt x="997" y="17905"/>
                    <a:pt x="1769" y="15109"/>
                    <a:pt x="2444" y="12698"/>
                  </a:cubicBezTo>
                  <a:cubicBezTo>
                    <a:pt x="2797" y="11508"/>
                    <a:pt x="3119" y="10415"/>
                    <a:pt x="3376" y="9612"/>
                  </a:cubicBezTo>
                  <a:cubicBezTo>
                    <a:pt x="3601" y="8808"/>
                    <a:pt x="3761" y="8294"/>
                    <a:pt x="3761" y="8294"/>
                  </a:cubicBezTo>
                  <a:cubicBezTo>
                    <a:pt x="3794" y="8230"/>
                    <a:pt x="3794" y="8133"/>
                    <a:pt x="3729" y="8069"/>
                  </a:cubicBezTo>
                  <a:cubicBezTo>
                    <a:pt x="3729" y="8069"/>
                    <a:pt x="3119" y="7169"/>
                    <a:pt x="2444" y="6237"/>
                  </a:cubicBezTo>
                  <a:cubicBezTo>
                    <a:pt x="2122" y="5754"/>
                    <a:pt x="1801" y="5272"/>
                    <a:pt x="1511" y="4887"/>
                  </a:cubicBezTo>
                  <a:cubicBezTo>
                    <a:pt x="1383" y="4726"/>
                    <a:pt x="1286" y="4533"/>
                    <a:pt x="1190" y="4437"/>
                  </a:cubicBezTo>
                  <a:cubicBezTo>
                    <a:pt x="1093" y="4308"/>
                    <a:pt x="1029" y="4212"/>
                    <a:pt x="997" y="4179"/>
                  </a:cubicBezTo>
                  <a:lnTo>
                    <a:pt x="965" y="4083"/>
                  </a:lnTo>
                  <a:cubicBezTo>
                    <a:pt x="997" y="4083"/>
                    <a:pt x="1061" y="4083"/>
                    <a:pt x="1158" y="4147"/>
                  </a:cubicBezTo>
                  <a:cubicBezTo>
                    <a:pt x="1383" y="4340"/>
                    <a:pt x="1640" y="4597"/>
                    <a:pt x="1801" y="4854"/>
                  </a:cubicBezTo>
                  <a:cubicBezTo>
                    <a:pt x="1897" y="4951"/>
                    <a:pt x="1994" y="5079"/>
                    <a:pt x="2026" y="5144"/>
                  </a:cubicBezTo>
                  <a:lnTo>
                    <a:pt x="2090" y="5240"/>
                  </a:lnTo>
                  <a:lnTo>
                    <a:pt x="2122" y="5272"/>
                  </a:lnTo>
                  <a:cubicBezTo>
                    <a:pt x="2184" y="5335"/>
                    <a:pt x="2260" y="5370"/>
                    <a:pt x="2340" y="5370"/>
                  </a:cubicBezTo>
                  <a:cubicBezTo>
                    <a:pt x="2385" y="5370"/>
                    <a:pt x="2430" y="5359"/>
                    <a:pt x="2476" y="5337"/>
                  </a:cubicBezTo>
                  <a:cubicBezTo>
                    <a:pt x="2604" y="5272"/>
                    <a:pt x="2636" y="5112"/>
                    <a:pt x="2572" y="4983"/>
                  </a:cubicBezTo>
                  <a:lnTo>
                    <a:pt x="2560" y="4959"/>
                  </a:lnTo>
                  <a:lnTo>
                    <a:pt x="2560" y="4959"/>
                  </a:lnTo>
                  <a:lnTo>
                    <a:pt x="2572" y="4951"/>
                  </a:lnTo>
                  <a:cubicBezTo>
                    <a:pt x="2572" y="4951"/>
                    <a:pt x="2553" y="4922"/>
                    <a:pt x="2517" y="4873"/>
                  </a:cubicBezTo>
                  <a:lnTo>
                    <a:pt x="2517" y="4873"/>
                  </a:lnTo>
                  <a:lnTo>
                    <a:pt x="1190" y="2219"/>
                  </a:lnTo>
                  <a:lnTo>
                    <a:pt x="1190" y="2219"/>
                  </a:lnTo>
                  <a:cubicBezTo>
                    <a:pt x="1191" y="2167"/>
                    <a:pt x="1197" y="2076"/>
                    <a:pt x="1222" y="2026"/>
                  </a:cubicBezTo>
                  <a:lnTo>
                    <a:pt x="1254" y="1961"/>
                  </a:lnTo>
                  <a:lnTo>
                    <a:pt x="1351" y="1961"/>
                  </a:lnTo>
                  <a:cubicBezTo>
                    <a:pt x="1351" y="1961"/>
                    <a:pt x="1415" y="1994"/>
                    <a:pt x="1479" y="2058"/>
                  </a:cubicBezTo>
                  <a:cubicBezTo>
                    <a:pt x="1736" y="2283"/>
                    <a:pt x="2090" y="2829"/>
                    <a:pt x="2379" y="3311"/>
                  </a:cubicBezTo>
                  <a:cubicBezTo>
                    <a:pt x="2540" y="3536"/>
                    <a:pt x="2669" y="3762"/>
                    <a:pt x="2733" y="3922"/>
                  </a:cubicBezTo>
                  <a:cubicBezTo>
                    <a:pt x="2829" y="4083"/>
                    <a:pt x="2894" y="4212"/>
                    <a:pt x="2894" y="4212"/>
                  </a:cubicBezTo>
                  <a:cubicBezTo>
                    <a:pt x="2936" y="4297"/>
                    <a:pt x="3022" y="4340"/>
                    <a:pt x="3113" y="4340"/>
                  </a:cubicBezTo>
                  <a:cubicBezTo>
                    <a:pt x="3158" y="4340"/>
                    <a:pt x="3204" y="4329"/>
                    <a:pt x="3247" y="4308"/>
                  </a:cubicBezTo>
                  <a:cubicBezTo>
                    <a:pt x="3376" y="4244"/>
                    <a:pt x="3440" y="4083"/>
                    <a:pt x="3376" y="3954"/>
                  </a:cubicBezTo>
                  <a:lnTo>
                    <a:pt x="1993" y="811"/>
                  </a:lnTo>
                  <a:lnTo>
                    <a:pt x="1993" y="811"/>
                  </a:lnTo>
                  <a:cubicBezTo>
                    <a:pt x="2008" y="775"/>
                    <a:pt x="2030" y="735"/>
                    <a:pt x="2058" y="708"/>
                  </a:cubicBezTo>
                  <a:lnTo>
                    <a:pt x="2122" y="611"/>
                  </a:lnTo>
                  <a:lnTo>
                    <a:pt x="2251" y="579"/>
                  </a:lnTo>
                  <a:cubicBezTo>
                    <a:pt x="2283" y="579"/>
                    <a:pt x="2347" y="611"/>
                    <a:pt x="2476" y="676"/>
                  </a:cubicBezTo>
                  <a:cubicBezTo>
                    <a:pt x="2476" y="676"/>
                    <a:pt x="2540" y="740"/>
                    <a:pt x="2604" y="804"/>
                  </a:cubicBezTo>
                  <a:cubicBezTo>
                    <a:pt x="2829" y="1094"/>
                    <a:pt x="3151" y="1704"/>
                    <a:pt x="3440" y="2186"/>
                  </a:cubicBezTo>
                  <a:cubicBezTo>
                    <a:pt x="3569" y="2476"/>
                    <a:pt x="3697" y="2701"/>
                    <a:pt x="3794" y="2861"/>
                  </a:cubicBezTo>
                  <a:cubicBezTo>
                    <a:pt x="3858" y="3054"/>
                    <a:pt x="3922" y="3151"/>
                    <a:pt x="3922" y="3151"/>
                  </a:cubicBezTo>
                  <a:cubicBezTo>
                    <a:pt x="3969" y="3245"/>
                    <a:pt x="4051" y="3305"/>
                    <a:pt x="4142" y="3305"/>
                  </a:cubicBezTo>
                  <a:cubicBezTo>
                    <a:pt x="4175" y="3305"/>
                    <a:pt x="4209" y="3297"/>
                    <a:pt x="4244" y="3279"/>
                  </a:cubicBezTo>
                  <a:cubicBezTo>
                    <a:pt x="4372" y="3247"/>
                    <a:pt x="4437" y="3119"/>
                    <a:pt x="4437" y="2990"/>
                  </a:cubicBezTo>
                  <a:lnTo>
                    <a:pt x="4064" y="633"/>
                  </a:lnTo>
                  <a:lnTo>
                    <a:pt x="4064" y="633"/>
                  </a:lnTo>
                  <a:cubicBezTo>
                    <a:pt x="4070" y="625"/>
                    <a:pt x="4077" y="618"/>
                    <a:pt x="4083" y="611"/>
                  </a:cubicBezTo>
                  <a:cubicBezTo>
                    <a:pt x="4147" y="547"/>
                    <a:pt x="4211" y="515"/>
                    <a:pt x="4211" y="515"/>
                  </a:cubicBezTo>
                  <a:close/>
                  <a:moveTo>
                    <a:pt x="4211" y="1"/>
                  </a:moveTo>
                  <a:cubicBezTo>
                    <a:pt x="3986" y="1"/>
                    <a:pt x="3826" y="129"/>
                    <a:pt x="3697" y="226"/>
                  </a:cubicBezTo>
                  <a:cubicBezTo>
                    <a:pt x="3601" y="322"/>
                    <a:pt x="3536" y="418"/>
                    <a:pt x="3536" y="451"/>
                  </a:cubicBezTo>
                  <a:cubicBezTo>
                    <a:pt x="3504" y="483"/>
                    <a:pt x="3504" y="547"/>
                    <a:pt x="3504" y="611"/>
                  </a:cubicBezTo>
                  <a:lnTo>
                    <a:pt x="3638" y="1468"/>
                  </a:lnTo>
                  <a:lnTo>
                    <a:pt x="3638" y="1468"/>
                  </a:lnTo>
                  <a:cubicBezTo>
                    <a:pt x="3508" y="1228"/>
                    <a:pt x="3368" y="998"/>
                    <a:pt x="3247" y="804"/>
                  </a:cubicBezTo>
                  <a:cubicBezTo>
                    <a:pt x="3151" y="643"/>
                    <a:pt x="3086" y="547"/>
                    <a:pt x="2990" y="451"/>
                  </a:cubicBezTo>
                  <a:cubicBezTo>
                    <a:pt x="2926" y="354"/>
                    <a:pt x="2829" y="258"/>
                    <a:pt x="2733" y="193"/>
                  </a:cubicBezTo>
                  <a:cubicBezTo>
                    <a:pt x="2572" y="97"/>
                    <a:pt x="2411" y="65"/>
                    <a:pt x="2251" y="65"/>
                  </a:cubicBezTo>
                  <a:cubicBezTo>
                    <a:pt x="2090" y="65"/>
                    <a:pt x="1929" y="97"/>
                    <a:pt x="1833" y="193"/>
                  </a:cubicBezTo>
                  <a:cubicBezTo>
                    <a:pt x="1672" y="290"/>
                    <a:pt x="1576" y="451"/>
                    <a:pt x="1511" y="547"/>
                  </a:cubicBezTo>
                  <a:cubicBezTo>
                    <a:pt x="1479" y="676"/>
                    <a:pt x="1447" y="772"/>
                    <a:pt x="1447" y="772"/>
                  </a:cubicBezTo>
                  <a:cubicBezTo>
                    <a:pt x="1415" y="836"/>
                    <a:pt x="1447" y="901"/>
                    <a:pt x="1447" y="933"/>
                  </a:cubicBezTo>
                  <a:lnTo>
                    <a:pt x="1729" y="1565"/>
                  </a:lnTo>
                  <a:lnTo>
                    <a:pt x="1729" y="1565"/>
                  </a:lnTo>
                  <a:cubicBezTo>
                    <a:pt x="1646" y="1509"/>
                    <a:pt x="1571" y="1470"/>
                    <a:pt x="1479" y="1447"/>
                  </a:cubicBezTo>
                  <a:cubicBezTo>
                    <a:pt x="1415" y="1415"/>
                    <a:pt x="1351" y="1415"/>
                    <a:pt x="1286" y="1415"/>
                  </a:cubicBezTo>
                  <a:cubicBezTo>
                    <a:pt x="1158" y="1415"/>
                    <a:pt x="997" y="1479"/>
                    <a:pt x="901" y="1544"/>
                  </a:cubicBezTo>
                  <a:cubicBezTo>
                    <a:pt x="772" y="1704"/>
                    <a:pt x="708" y="1833"/>
                    <a:pt x="676" y="1961"/>
                  </a:cubicBezTo>
                  <a:cubicBezTo>
                    <a:pt x="643" y="2090"/>
                    <a:pt x="643" y="2219"/>
                    <a:pt x="643" y="2251"/>
                  </a:cubicBezTo>
                  <a:lnTo>
                    <a:pt x="643" y="2283"/>
                  </a:lnTo>
                  <a:lnTo>
                    <a:pt x="676" y="2379"/>
                  </a:lnTo>
                  <a:lnTo>
                    <a:pt x="1299" y="3613"/>
                  </a:lnTo>
                  <a:lnTo>
                    <a:pt x="1299" y="3613"/>
                  </a:lnTo>
                  <a:cubicBezTo>
                    <a:pt x="1195" y="3562"/>
                    <a:pt x="1087" y="3536"/>
                    <a:pt x="965" y="3536"/>
                  </a:cubicBezTo>
                  <a:cubicBezTo>
                    <a:pt x="804" y="3536"/>
                    <a:pt x="643" y="3601"/>
                    <a:pt x="579" y="3729"/>
                  </a:cubicBezTo>
                  <a:cubicBezTo>
                    <a:pt x="483" y="3826"/>
                    <a:pt x="451" y="3954"/>
                    <a:pt x="451" y="4083"/>
                  </a:cubicBezTo>
                  <a:cubicBezTo>
                    <a:pt x="451" y="4244"/>
                    <a:pt x="483" y="4372"/>
                    <a:pt x="579" y="4501"/>
                  </a:cubicBezTo>
                  <a:cubicBezTo>
                    <a:pt x="611" y="4533"/>
                    <a:pt x="676" y="4597"/>
                    <a:pt x="740" y="4726"/>
                  </a:cubicBezTo>
                  <a:cubicBezTo>
                    <a:pt x="1061" y="5176"/>
                    <a:pt x="1704" y="6076"/>
                    <a:pt x="2251" y="6880"/>
                  </a:cubicBezTo>
                  <a:cubicBezTo>
                    <a:pt x="2694" y="7496"/>
                    <a:pt x="3063" y="8037"/>
                    <a:pt x="3210" y="8255"/>
                  </a:cubicBezTo>
                  <a:lnTo>
                    <a:pt x="3210" y="8255"/>
                  </a:lnTo>
                  <a:cubicBezTo>
                    <a:pt x="3044" y="8804"/>
                    <a:pt x="2342" y="11127"/>
                    <a:pt x="1640" y="13598"/>
                  </a:cubicBezTo>
                  <a:cubicBezTo>
                    <a:pt x="1222" y="15012"/>
                    <a:pt x="836" y="16491"/>
                    <a:pt x="515" y="17712"/>
                  </a:cubicBezTo>
                  <a:cubicBezTo>
                    <a:pt x="354" y="18323"/>
                    <a:pt x="226" y="18902"/>
                    <a:pt x="161" y="19352"/>
                  </a:cubicBezTo>
                  <a:cubicBezTo>
                    <a:pt x="65" y="19802"/>
                    <a:pt x="1" y="20155"/>
                    <a:pt x="1" y="20412"/>
                  </a:cubicBezTo>
                  <a:cubicBezTo>
                    <a:pt x="1" y="21280"/>
                    <a:pt x="226" y="22887"/>
                    <a:pt x="451" y="24302"/>
                  </a:cubicBezTo>
                  <a:cubicBezTo>
                    <a:pt x="676" y="25716"/>
                    <a:pt x="933" y="26938"/>
                    <a:pt x="933" y="26938"/>
                  </a:cubicBezTo>
                  <a:cubicBezTo>
                    <a:pt x="933" y="27066"/>
                    <a:pt x="1061" y="27163"/>
                    <a:pt x="1222" y="27163"/>
                  </a:cubicBezTo>
                  <a:lnTo>
                    <a:pt x="5754" y="26616"/>
                  </a:lnTo>
                  <a:cubicBezTo>
                    <a:pt x="5819" y="26616"/>
                    <a:pt x="5883" y="26584"/>
                    <a:pt x="5915" y="26520"/>
                  </a:cubicBezTo>
                  <a:cubicBezTo>
                    <a:pt x="5979" y="26488"/>
                    <a:pt x="5979" y="26391"/>
                    <a:pt x="5979" y="26327"/>
                  </a:cubicBezTo>
                  <a:lnTo>
                    <a:pt x="5337" y="20670"/>
                  </a:lnTo>
                  <a:lnTo>
                    <a:pt x="5973" y="8353"/>
                  </a:lnTo>
                  <a:lnTo>
                    <a:pt x="5973" y="8353"/>
                  </a:lnTo>
                  <a:cubicBezTo>
                    <a:pt x="6039" y="8258"/>
                    <a:pt x="6224" y="7991"/>
                    <a:pt x="6429" y="7683"/>
                  </a:cubicBezTo>
                  <a:cubicBezTo>
                    <a:pt x="6719" y="7330"/>
                    <a:pt x="7040" y="6880"/>
                    <a:pt x="7201" y="6719"/>
                  </a:cubicBezTo>
                  <a:cubicBezTo>
                    <a:pt x="7329" y="6590"/>
                    <a:pt x="7587" y="6365"/>
                    <a:pt x="7876" y="6108"/>
                  </a:cubicBezTo>
                  <a:cubicBezTo>
                    <a:pt x="8197" y="5851"/>
                    <a:pt x="8519" y="5562"/>
                    <a:pt x="8744" y="5369"/>
                  </a:cubicBezTo>
                  <a:cubicBezTo>
                    <a:pt x="8969" y="5208"/>
                    <a:pt x="9065" y="4951"/>
                    <a:pt x="9065" y="4726"/>
                  </a:cubicBezTo>
                  <a:cubicBezTo>
                    <a:pt x="9065" y="4565"/>
                    <a:pt x="9033" y="4437"/>
                    <a:pt x="8937" y="4308"/>
                  </a:cubicBezTo>
                  <a:cubicBezTo>
                    <a:pt x="8776" y="4019"/>
                    <a:pt x="8487" y="3858"/>
                    <a:pt x="8197" y="3858"/>
                  </a:cubicBezTo>
                  <a:cubicBezTo>
                    <a:pt x="8069" y="3858"/>
                    <a:pt x="7940" y="3890"/>
                    <a:pt x="7812" y="3954"/>
                  </a:cubicBezTo>
                  <a:lnTo>
                    <a:pt x="6279" y="4734"/>
                  </a:lnTo>
                  <a:lnTo>
                    <a:pt x="6279" y="4734"/>
                  </a:lnTo>
                  <a:cubicBezTo>
                    <a:pt x="6179" y="4376"/>
                    <a:pt x="6006" y="3751"/>
                    <a:pt x="5819" y="3086"/>
                  </a:cubicBezTo>
                  <a:cubicBezTo>
                    <a:pt x="5658" y="2604"/>
                    <a:pt x="5497" y="2058"/>
                    <a:pt x="5369" y="1640"/>
                  </a:cubicBezTo>
                  <a:cubicBezTo>
                    <a:pt x="5304" y="1415"/>
                    <a:pt x="5240" y="1254"/>
                    <a:pt x="5176" y="1094"/>
                  </a:cubicBezTo>
                  <a:cubicBezTo>
                    <a:pt x="5144" y="933"/>
                    <a:pt x="5079" y="804"/>
                    <a:pt x="5047" y="708"/>
                  </a:cubicBezTo>
                  <a:cubicBezTo>
                    <a:pt x="4951" y="483"/>
                    <a:pt x="4822" y="322"/>
                    <a:pt x="4694" y="193"/>
                  </a:cubicBezTo>
                  <a:cubicBezTo>
                    <a:pt x="4533" y="65"/>
                    <a:pt x="4372" y="1"/>
                    <a:pt x="42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62"/>
            <p:cNvSpPr/>
            <p:nvPr/>
          </p:nvSpPr>
          <p:spPr>
            <a:xfrm>
              <a:off x="2352225" y="3549925"/>
              <a:ext cx="682300" cy="202825"/>
            </a:xfrm>
            <a:custGeom>
              <a:avLst/>
              <a:gdLst/>
              <a:ahLst/>
              <a:cxnLst/>
              <a:rect l="l" t="t" r="r" b="b"/>
              <a:pathLst>
                <a:path w="27292" h="8113" extrusionOk="0">
                  <a:moveTo>
                    <a:pt x="22580" y="1"/>
                  </a:moveTo>
                  <a:cubicBezTo>
                    <a:pt x="22419" y="1"/>
                    <a:pt x="22266" y="71"/>
                    <a:pt x="22148" y="188"/>
                  </a:cubicBezTo>
                  <a:cubicBezTo>
                    <a:pt x="21698" y="638"/>
                    <a:pt x="20959" y="1410"/>
                    <a:pt x="20669" y="1667"/>
                  </a:cubicBezTo>
                  <a:cubicBezTo>
                    <a:pt x="20252" y="2021"/>
                    <a:pt x="18901" y="2856"/>
                    <a:pt x="18901" y="2856"/>
                  </a:cubicBezTo>
                  <a:lnTo>
                    <a:pt x="3536" y="2278"/>
                  </a:lnTo>
                  <a:lnTo>
                    <a:pt x="804" y="1667"/>
                  </a:lnTo>
                  <a:lnTo>
                    <a:pt x="1" y="6167"/>
                  </a:lnTo>
                  <a:cubicBezTo>
                    <a:pt x="1" y="6167"/>
                    <a:pt x="1061" y="7421"/>
                    <a:pt x="2733" y="7549"/>
                  </a:cubicBezTo>
                  <a:cubicBezTo>
                    <a:pt x="2763" y="7551"/>
                    <a:pt x="2798" y="7552"/>
                    <a:pt x="2836" y="7552"/>
                  </a:cubicBezTo>
                  <a:cubicBezTo>
                    <a:pt x="4921" y="7552"/>
                    <a:pt x="18741" y="5042"/>
                    <a:pt x="18741" y="5042"/>
                  </a:cubicBezTo>
                  <a:cubicBezTo>
                    <a:pt x="18741" y="5042"/>
                    <a:pt x="22212" y="7774"/>
                    <a:pt x="22470" y="7999"/>
                  </a:cubicBezTo>
                  <a:cubicBezTo>
                    <a:pt x="22545" y="8075"/>
                    <a:pt x="22644" y="8112"/>
                    <a:pt x="22735" y="8112"/>
                  </a:cubicBezTo>
                  <a:cubicBezTo>
                    <a:pt x="22955" y="8112"/>
                    <a:pt x="23137" y="7903"/>
                    <a:pt x="22887" y="7517"/>
                  </a:cubicBezTo>
                  <a:cubicBezTo>
                    <a:pt x="22534" y="6971"/>
                    <a:pt x="21795" y="6425"/>
                    <a:pt x="21794" y="6424"/>
                  </a:cubicBezTo>
                  <a:lnTo>
                    <a:pt x="21794" y="6424"/>
                  </a:lnTo>
                  <a:lnTo>
                    <a:pt x="24527" y="8032"/>
                  </a:lnTo>
                  <a:cubicBezTo>
                    <a:pt x="24527" y="8032"/>
                    <a:pt x="24552" y="8034"/>
                    <a:pt x="24593" y="8034"/>
                  </a:cubicBezTo>
                  <a:cubicBezTo>
                    <a:pt x="24767" y="8034"/>
                    <a:pt x="25216" y="7992"/>
                    <a:pt x="25138" y="7549"/>
                  </a:cubicBezTo>
                  <a:cubicBezTo>
                    <a:pt x="25041" y="7035"/>
                    <a:pt x="22856" y="5717"/>
                    <a:pt x="22855" y="5717"/>
                  </a:cubicBezTo>
                  <a:lnTo>
                    <a:pt x="22855" y="5717"/>
                  </a:lnTo>
                  <a:lnTo>
                    <a:pt x="26005" y="7324"/>
                  </a:lnTo>
                  <a:cubicBezTo>
                    <a:pt x="26005" y="7324"/>
                    <a:pt x="26809" y="7196"/>
                    <a:pt x="26455" y="6457"/>
                  </a:cubicBezTo>
                  <a:cubicBezTo>
                    <a:pt x="26263" y="6039"/>
                    <a:pt x="23980" y="4721"/>
                    <a:pt x="23980" y="4721"/>
                  </a:cubicBezTo>
                  <a:lnTo>
                    <a:pt x="23980" y="4721"/>
                  </a:lnTo>
                  <a:lnTo>
                    <a:pt x="26391" y="5267"/>
                  </a:lnTo>
                  <a:cubicBezTo>
                    <a:pt x="26391" y="5267"/>
                    <a:pt x="27291" y="4817"/>
                    <a:pt x="26198" y="4239"/>
                  </a:cubicBezTo>
                  <a:cubicBezTo>
                    <a:pt x="25716" y="3949"/>
                    <a:pt x="22019" y="2663"/>
                    <a:pt x="22019" y="2663"/>
                  </a:cubicBezTo>
                  <a:lnTo>
                    <a:pt x="23048" y="896"/>
                  </a:lnTo>
                  <a:cubicBezTo>
                    <a:pt x="23209" y="606"/>
                    <a:pt x="23145" y="285"/>
                    <a:pt x="22887" y="92"/>
                  </a:cubicBezTo>
                  <a:cubicBezTo>
                    <a:pt x="22787" y="29"/>
                    <a:pt x="22682" y="1"/>
                    <a:pt x="2258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62"/>
            <p:cNvSpPr/>
            <p:nvPr/>
          </p:nvSpPr>
          <p:spPr>
            <a:xfrm>
              <a:off x="2345000" y="3543375"/>
              <a:ext cx="682275" cy="216200"/>
            </a:xfrm>
            <a:custGeom>
              <a:avLst/>
              <a:gdLst/>
              <a:ahLst/>
              <a:cxnLst/>
              <a:rect l="l" t="t" r="r" b="b"/>
              <a:pathLst>
                <a:path w="27291" h="8648" extrusionOk="0">
                  <a:moveTo>
                    <a:pt x="22855" y="547"/>
                  </a:moveTo>
                  <a:cubicBezTo>
                    <a:pt x="22919" y="547"/>
                    <a:pt x="22951" y="547"/>
                    <a:pt x="23016" y="579"/>
                  </a:cubicBezTo>
                  <a:cubicBezTo>
                    <a:pt x="23112" y="643"/>
                    <a:pt x="23176" y="740"/>
                    <a:pt x="23176" y="868"/>
                  </a:cubicBezTo>
                  <a:cubicBezTo>
                    <a:pt x="23176" y="900"/>
                    <a:pt x="23144" y="965"/>
                    <a:pt x="23112" y="1029"/>
                  </a:cubicBezTo>
                  <a:lnTo>
                    <a:pt x="22083" y="2797"/>
                  </a:lnTo>
                  <a:cubicBezTo>
                    <a:pt x="22051" y="2861"/>
                    <a:pt x="22051" y="2925"/>
                    <a:pt x="22051" y="3022"/>
                  </a:cubicBezTo>
                  <a:cubicBezTo>
                    <a:pt x="22083" y="3086"/>
                    <a:pt x="22148" y="3151"/>
                    <a:pt x="22212" y="3183"/>
                  </a:cubicBezTo>
                  <a:cubicBezTo>
                    <a:pt x="22244" y="3183"/>
                    <a:pt x="23144" y="3504"/>
                    <a:pt x="24141" y="3858"/>
                  </a:cubicBezTo>
                  <a:cubicBezTo>
                    <a:pt x="24623" y="4018"/>
                    <a:pt x="25137" y="4211"/>
                    <a:pt x="25523" y="4372"/>
                  </a:cubicBezTo>
                  <a:cubicBezTo>
                    <a:pt x="25748" y="4468"/>
                    <a:pt x="25941" y="4533"/>
                    <a:pt x="26069" y="4597"/>
                  </a:cubicBezTo>
                  <a:cubicBezTo>
                    <a:pt x="26230" y="4661"/>
                    <a:pt x="26327" y="4693"/>
                    <a:pt x="26359" y="4726"/>
                  </a:cubicBezTo>
                  <a:cubicBezTo>
                    <a:pt x="26552" y="4822"/>
                    <a:pt x="26648" y="4918"/>
                    <a:pt x="26712" y="4983"/>
                  </a:cubicBezTo>
                  <a:cubicBezTo>
                    <a:pt x="26777" y="5047"/>
                    <a:pt x="26777" y="5079"/>
                    <a:pt x="26777" y="5079"/>
                  </a:cubicBezTo>
                  <a:lnTo>
                    <a:pt x="26744" y="5143"/>
                  </a:lnTo>
                  <a:lnTo>
                    <a:pt x="26662" y="5253"/>
                  </a:lnTo>
                  <a:lnTo>
                    <a:pt x="26662" y="5253"/>
                  </a:lnTo>
                  <a:lnTo>
                    <a:pt x="24334" y="4726"/>
                  </a:lnTo>
                  <a:cubicBezTo>
                    <a:pt x="24316" y="4721"/>
                    <a:pt x="24299" y="4719"/>
                    <a:pt x="24281" y="4719"/>
                  </a:cubicBezTo>
                  <a:cubicBezTo>
                    <a:pt x="24164" y="4719"/>
                    <a:pt x="24040" y="4803"/>
                    <a:pt x="24012" y="4886"/>
                  </a:cubicBezTo>
                  <a:cubicBezTo>
                    <a:pt x="23948" y="5015"/>
                    <a:pt x="24012" y="5176"/>
                    <a:pt x="24141" y="5240"/>
                  </a:cubicBezTo>
                  <a:cubicBezTo>
                    <a:pt x="24141" y="5240"/>
                    <a:pt x="24269" y="5304"/>
                    <a:pt x="24494" y="5433"/>
                  </a:cubicBezTo>
                  <a:cubicBezTo>
                    <a:pt x="24816" y="5626"/>
                    <a:pt x="25298" y="5915"/>
                    <a:pt x="25716" y="6204"/>
                  </a:cubicBezTo>
                  <a:cubicBezTo>
                    <a:pt x="25941" y="6365"/>
                    <a:pt x="26134" y="6494"/>
                    <a:pt x="26294" y="6622"/>
                  </a:cubicBezTo>
                  <a:cubicBezTo>
                    <a:pt x="26359" y="6686"/>
                    <a:pt x="26423" y="6719"/>
                    <a:pt x="26455" y="6783"/>
                  </a:cubicBezTo>
                  <a:lnTo>
                    <a:pt x="26519" y="6815"/>
                  </a:lnTo>
                  <a:lnTo>
                    <a:pt x="26519" y="6847"/>
                  </a:lnTo>
                  <a:cubicBezTo>
                    <a:pt x="26552" y="6944"/>
                    <a:pt x="26584" y="7008"/>
                    <a:pt x="26584" y="7072"/>
                  </a:cubicBezTo>
                  <a:cubicBezTo>
                    <a:pt x="26584" y="7104"/>
                    <a:pt x="26552" y="7136"/>
                    <a:pt x="26552" y="7169"/>
                  </a:cubicBezTo>
                  <a:cubicBezTo>
                    <a:pt x="26519" y="7233"/>
                    <a:pt x="26455" y="7265"/>
                    <a:pt x="26359" y="7297"/>
                  </a:cubicBezTo>
                  <a:lnTo>
                    <a:pt x="26328" y="7312"/>
                  </a:lnTo>
                  <a:lnTo>
                    <a:pt x="26328" y="7312"/>
                  </a:lnTo>
                  <a:lnTo>
                    <a:pt x="23363" y="5769"/>
                  </a:lnTo>
                  <a:lnTo>
                    <a:pt x="23363" y="5769"/>
                  </a:lnTo>
                  <a:cubicBezTo>
                    <a:pt x="23326" y="5743"/>
                    <a:pt x="23305" y="5727"/>
                    <a:pt x="23305" y="5722"/>
                  </a:cubicBezTo>
                  <a:lnTo>
                    <a:pt x="23297" y="5735"/>
                  </a:lnTo>
                  <a:lnTo>
                    <a:pt x="23297" y="5735"/>
                  </a:lnTo>
                  <a:lnTo>
                    <a:pt x="23273" y="5722"/>
                  </a:lnTo>
                  <a:cubicBezTo>
                    <a:pt x="23237" y="5704"/>
                    <a:pt x="23199" y="5696"/>
                    <a:pt x="23160" y="5696"/>
                  </a:cubicBezTo>
                  <a:cubicBezTo>
                    <a:pt x="23062" y="5696"/>
                    <a:pt x="22966" y="5749"/>
                    <a:pt x="22919" y="5818"/>
                  </a:cubicBezTo>
                  <a:cubicBezTo>
                    <a:pt x="22855" y="5947"/>
                    <a:pt x="22887" y="6108"/>
                    <a:pt x="23016" y="6204"/>
                  </a:cubicBezTo>
                  <a:cubicBezTo>
                    <a:pt x="23016" y="6204"/>
                    <a:pt x="23144" y="6269"/>
                    <a:pt x="23337" y="6397"/>
                  </a:cubicBezTo>
                  <a:cubicBezTo>
                    <a:pt x="23659" y="6590"/>
                    <a:pt x="24109" y="6911"/>
                    <a:pt x="24494" y="7201"/>
                  </a:cubicBezTo>
                  <a:cubicBezTo>
                    <a:pt x="24687" y="7361"/>
                    <a:pt x="24848" y="7522"/>
                    <a:pt x="24976" y="7651"/>
                  </a:cubicBezTo>
                  <a:cubicBezTo>
                    <a:pt x="25041" y="7715"/>
                    <a:pt x="25105" y="7747"/>
                    <a:pt x="25137" y="7811"/>
                  </a:cubicBezTo>
                  <a:lnTo>
                    <a:pt x="25169" y="7844"/>
                  </a:lnTo>
                  <a:lnTo>
                    <a:pt x="25169" y="7876"/>
                  </a:lnTo>
                  <a:lnTo>
                    <a:pt x="25169" y="7908"/>
                  </a:lnTo>
                  <a:lnTo>
                    <a:pt x="25169" y="7940"/>
                  </a:lnTo>
                  <a:cubicBezTo>
                    <a:pt x="25169" y="7972"/>
                    <a:pt x="25137" y="7972"/>
                    <a:pt x="25073" y="8004"/>
                  </a:cubicBezTo>
                  <a:lnTo>
                    <a:pt x="24921" y="8004"/>
                  </a:lnTo>
                  <a:lnTo>
                    <a:pt x="22212" y="6429"/>
                  </a:lnTo>
                  <a:cubicBezTo>
                    <a:pt x="22169" y="6408"/>
                    <a:pt x="22123" y="6397"/>
                    <a:pt x="22078" y="6397"/>
                  </a:cubicBezTo>
                  <a:cubicBezTo>
                    <a:pt x="21987" y="6397"/>
                    <a:pt x="21901" y="6440"/>
                    <a:pt x="21858" y="6526"/>
                  </a:cubicBezTo>
                  <a:cubicBezTo>
                    <a:pt x="21762" y="6654"/>
                    <a:pt x="21794" y="6815"/>
                    <a:pt x="21923" y="6879"/>
                  </a:cubicBezTo>
                  <a:lnTo>
                    <a:pt x="21955" y="6911"/>
                  </a:lnTo>
                  <a:lnTo>
                    <a:pt x="21955" y="6911"/>
                  </a:lnTo>
                  <a:lnTo>
                    <a:pt x="21955" y="6911"/>
                  </a:lnTo>
                  <a:cubicBezTo>
                    <a:pt x="22083" y="7008"/>
                    <a:pt x="22662" y="7522"/>
                    <a:pt x="22951" y="7940"/>
                  </a:cubicBezTo>
                  <a:cubicBezTo>
                    <a:pt x="23016" y="8036"/>
                    <a:pt x="23016" y="8101"/>
                    <a:pt x="23016" y="8101"/>
                  </a:cubicBezTo>
                  <a:lnTo>
                    <a:pt x="22919" y="8069"/>
                  </a:lnTo>
                  <a:cubicBezTo>
                    <a:pt x="22887" y="8036"/>
                    <a:pt x="22823" y="7972"/>
                    <a:pt x="22694" y="7876"/>
                  </a:cubicBezTo>
                  <a:cubicBezTo>
                    <a:pt x="21858" y="7201"/>
                    <a:pt x="19223" y="5111"/>
                    <a:pt x="19223" y="5111"/>
                  </a:cubicBezTo>
                  <a:cubicBezTo>
                    <a:pt x="19158" y="5047"/>
                    <a:pt x="19062" y="5047"/>
                    <a:pt x="18998" y="5047"/>
                  </a:cubicBezTo>
                  <a:cubicBezTo>
                    <a:pt x="18998" y="5047"/>
                    <a:pt x="18130" y="5208"/>
                    <a:pt x="16812" y="5433"/>
                  </a:cubicBezTo>
                  <a:cubicBezTo>
                    <a:pt x="14819" y="5786"/>
                    <a:pt x="11797" y="6301"/>
                    <a:pt x="9065" y="6751"/>
                  </a:cubicBezTo>
                  <a:cubicBezTo>
                    <a:pt x="7715" y="6976"/>
                    <a:pt x="6429" y="7169"/>
                    <a:pt x="5368" y="7297"/>
                  </a:cubicBezTo>
                  <a:cubicBezTo>
                    <a:pt x="4340" y="7458"/>
                    <a:pt x="3504" y="7554"/>
                    <a:pt x="3150" y="7554"/>
                  </a:cubicBezTo>
                  <a:lnTo>
                    <a:pt x="3054" y="7522"/>
                  </a:lnTo>
                  <a:cubicBezTo>
                    <a:pt x="2250" y="7490"/>
                    <a:pt x="1608" y="7169"/>
                    <a:pt x="1157" y="6847"/>
                  </a:cubicBezTo>
                  <a:cubicBezTo>
                    <a:pt x="932" y="6719"/>
                    <a:pt x="772" y="6558"/>
                    <a:pt x="643" y="6429"/>
                  </a:cubicBezTo>
                  <a:cubicBezTo>
                    <a:pt x="612" y="6414"/>
                    <a:pt x="588" y="6391"/>
                    <a:pt x="569" y="6367"/>
                  </a:cubicBezTo>
                  <a:lnTo>
                    <a:pt x="569" y="6367"/>
                  </a:lnTo>
                  <a:lnTo>
                    <a:pt x="1286" y="2250"/>
                  </a:lnTo>
                  <a:lnTo>
                    <a:pt x="3793" y="2829"/>
                  </a:lnTo>
                  <a:lnTo>
                    <a:pt x="3825" y="2829"/>
                  </a:lnTo>
                  <a:lnTo>
                    <a:pt x="19190" y="3376"/>
                  </a:lnTo>
                  <a:cubicBezTo>
                    <a:pt x="19223" y="3376"/>
                    <a:pt x="19287" y="3376"/>
                    <a:pt x="19319" y="3343"/>
                  </a:cubicBezTo>
                  <a:cubicBezTo>
                    <a:pt x="19319" y="3343"/>
                    <a:pt x="19673" y="3118"/>
                    <a:pt x="20058" y="2893"/>
                  </a:cubicBezTo>
                  <a:cubicBezTo>
                    <a:pt x="20444" y="2636"/>
                    <a:pt x="20894" y="2347"/>
                    <a:pt x="21119" y="2122"/>
                  </a:cubicBezTo>
                  <a:cubicBezTo>
                    <a:pt x="21280" y="1993"/>
                    <a:pt x="21537" y="1736"/>
                    <a:pt x="21826" y="1447"/>
                  </a:cubicBezTo>
                  <a:cubicBezTo>
                    <a:pt x="22083" y="1158"/>
                    <a:pt x="22405" y="868"/>
                    <a:pt x="22630" y="643"/>
                  </a:cubicBezTo>
                  <a:cubicBezTo>
                    <a:pt x="22662" y="579"/>
                    <a:pt x="22759" y="547"/>
                    <a:pt x="22855" y="547"/>
                  </a:cubicBezTo>
                  <a:close/>
                  <a:moveTo>
                    <a:pt x="22855" y="0"/>
                  </a:moveTo>
                  <a:cubicBezTo>
                    <a:pt x="22630" y="0"/>
                    <a:pt x="22405" y="97"/>
                    <a:pt x="22212" y="257"/>
                  </a:cubicBezTo>
                  <a:cubicBezTo>
                    <a:pt x="22019" y="483"/>
                    <a:pt x="21698" y="804"/>
                    <a:pt x="21441" y="1093"/>
                  </a:cubicBezTo>
                  <a:cubicBezTo>
                    <a:pt x="21151" y="1350"/>
                    <a:pt x="20894" y="1608"/>
                    <a:pt x="20766" y="1736"/>
                  </a:cubicBezTo>
                  <a:cubicBezTo>
                    <a:pt x="20605" y="1897"/>
                    <a:pt x="20155" y="2186"/>
                    <a:pt x="19769" y="2443"/>
                  </a:cubicBezTo>
                  <a:cubicBezTo>
                    <a:pt x="19511" y="2594"/>
                    <a:pt x="19281" y="2745"/>
                    <a:pt x="19158" y="2828"/>
                  </a:cubicBezTo>
                  <a:lnTo>
                    <a:pt x="19158" y="2828"/>
                  </a:lnTo>
                  <a:lnTo>
                    <a:pt x="3858" y="2283"/>
                  </a:lnTo>
                  <a:lnTo>
                    <a:pt x="1157" y="1672"/>
                  </a:lnTo>
                  <a:cubicBezTo>
                    <a:pt x="1061" y="1672"/>
                    <a:pt x="997" y="1672"/>
                    <a:pt x="932" y="1704"/>
                  </a:cubicBezTo>
                  <a:cubicBezTo>
                    <a:pt x="868" y="1768"/>
                    <a:pt x="836" y="1833"/>
                    <a:pt x="836" y="1897"/>
                  </a:cubicBezTo>
                  <a:lnTo>
                    <a:pt x="0" y="6397"/>
                  </a:lnTo>
                  <a:cubicBezTo>
                    <a:pt x="0" y="6461"/>
                    <a:pt x="32" y="6558"/>
                    <a:pt x="65" y="6622"/>
                  </a:cubicBezTo>
                  <a:cubicBezTo>
                    <a:pt x="97" y="6622"/>
                    <a:pt x="354" y="6944"/>
                    <a:pt x="868" y="7297"/>
                  </a:cubicBezTo>
                  <a:cubicBezTo>
                    <a:pt x="1383" y="7651"/>
                    <a:pt x="2090" y="8004"/>
                    <a:pt x="3022" y="8069"/>
                  </a:cubicBezTo>
                  <a:lnTo>
                    <a:pt x="3150" y="8069"/>
                  </a:lnTo>
                  <a:cubicBezTo>
                    <a:pt x="3729" y="8069"/>
                    <a:pt x="4983" y="7908"/>
                    <a:pt x="6558" y="7683"/>
                  </a:cubicBezTo>
                  <a:cubicBezTo>
                    <a:pt x="10956" y="7033"/>
                    <a:pt x="17850" y="5787"/>
                    <a:pt x="18945" y="5588"/>
                  </a:cubicBezTo>
                  <a:lnTo>
                    <a:pt x="18945" y="5588"/>
                  </a:lnTo>
                  <a:cubicBezTo>
                    <a:pt x="19176" y="5768"/>
                    <a:pt x="19895" y="6329"/>
                    <a:pt x="20637" y="6911"/>
                  </a:cubicBezTo>
                  <a:cubicBezTo>
                    <a:pt x="21087" y="7265"/>
                    <a:pt x="21537" y="7651"/>
                    <a:pt x="21891" y="7908"/>
                  </a:cubicBezTo>
                  <a:cubicBezTo>
                    <a:pt x="22083" y="8069"/>
                    <a:pt x="22244" y="8197"/>
                    <a:pt x="22341" y="8294"/>
                  </a:cubicBezTo>
                  <a:cubicBezTo>
                    <a:pt x="22469" y="8390"/>
                    <a:pt x="22534" y="8454"/>
                    <a:pt x="22566" y="8486"/>
                  </a:cubicBezTo>
                  <a:cubicBezTo>
                    <a:pt x="22694" y="8583"/>
                    <a:pt x="22855" y="8647"/>
                    <a:pt x="23016" y="8647"/>
                  </a:cubicBezTo>
                  <a:cubicBezTo>
                    <a:pt x="23144" y="8647"/>
                    <a:pt x="23273" y="8615"/>
                    <a:pt x="23369" y="8519"/>
                  </a:cubicBezTo>
                  <a:cubicBezTo>
                    <a:pt x="23498" y="8422"/>
                    <a:pt x="23562" y="8261"/>
                    <a:pt x="23562" y="8101"/>
                  </a:cubicBezTo>
                  <a:cubicBezTo>
                    <a:pt x="23562" y="7998"/>
                    <a:pt x="23536" y="7909"/>
                    <a:pt x="23492" y="7816"/>
                  </a:cubicBezTo>
                  <a:lnTo>
                    <a:pt x="23492" y="7816"/>
                  </a:lnTo>
                  <a:lnTo>
                    <a:pt x="24687" y="8519"/>
                  </a:lnTo>
                  <a:lnTo>
                    <a:pt x="24816" y="8551"/>
                  </a:lnTo>
                  <a:lnTo>
                    <a:pt x="24912" y="8551"/>
                  </a:lnTo>
                  <a:cubicBezTo>
                    <a:pt x="25009" y="8551"/>
                    <a:pt x="25169" y="8551"/>
                    <a:pt x="25330" y="8454"/>
                  </a:cubicBezTo>
                  <a:cubicBezTo>
                    <a:pt x="25427" y="8422"/>
                    <a:pt x="25523" y="8358"/>
                    <a:pt x="25587" y="8261"/>
                  </a:cubicBezTo>
                  <a:cubicBezTo>
                    <a:pt x="25652" y="8165"/>
                    <a:pt x="25716" y="8036"/>
                    <a:pt x="25684" y="7908"/>
                  </a:cubicBezTo>
                  <a:cubicBezTo>
                    <a:pt x="25684" y="7876"/>
                    <a:pt x="25684" y="7811"/>
                    <a:pt x="25684" y="7779"/>
                  </a:cubicBezTo>
                  <a:cubicBezTo>
                    <a:pt x="25664" y="7683"/>
                    <a:pt x="25633" y="7609"/>
                    <a:pt x="25598" y="7545"/>
                  </a:cubicBezTo>
                  <a:lnTo>
                    <a:pt x="25598" y="7545"/>
                  </a:lnTo>
                  <a:lnTo>
                    <a:pt x="26166" y="7844"/>
                  </a:lnTo>
                  <a:cubicBezTo>
                    <a:pt x="26198" y="7860"/>
                    <a:pt x="26230" y="7868"/>
                    <a:pt x="26262" y="7868"/>
                  </a:cubicBezTo>
                  <a:cubicBezTo>
                    <a:pt x="26294" y="7868"/>
                    <a:pt x="26327" y="7860"/>
                    <a:pt x="26359" y="7844"/>
                  </a:cubicBezTo>
                  <a:cubicBezTo>
                    <a:pt x="26359" y="7844"/>
                    <a:pt x="26519" y="7844"/>
                    <a:pt x="26712" y="7715"/>
                  </a:cubicBezTo>
                  <a:cubicBezTo>
                    <a:pt x="26809" y="7683"/>
                    <a:pt x="26905" y="7586"/>
                    <a:pt x="26969" y="7490"/>
                  </a:cubicBezTo>
                  <a:cubicBezTo>
                    <a:pt x="27066" y="7361"/>
                    <a:pt x="27130" y="7233"/>
                    <a:pt x="27098" y="7072"/>
                  </a:cubicBezTo>
                  <a:cubicBezTo>
                    <a:pt x="27098" y="6911"/>
                    <a:pt x="27066" y="6751"/>
                    <a:pt x="27002" y="6622"/>
                  </a:cubicBezTo>
                  <a:cubicBezTo>
                    <a:pt x="26937" y="6494"/>
                    <a:pt x="26873" y="6429"/>
                    <a:pt x="26777" y="6333"/>
                  </a:cubicBezTo>
                  <a:cubicBezTo>
                    <a:pt x="26550" y="6129"/>
                    <a:pt x="26197" y="5878"/>
                    <a:pt x="25829" y="5635"/>
                  </a:cubicBezTo>
                  <a:lnTo>
                    <a:pt x="25829" y="5635"/>
                  </a:lnTo>
                  <a:lnTo>
                    <a:pt x="26648" y="5818"/>
                  </a:lnTo>
                  <a:cubicBezTo>
                    <a:pt x="26680" y="5818"/>
                    <a:pt x="26744" y="5818"/>
                    <a:pt x="26809" y="5786"/>
                  </a:cubicBezTo>
                  <a:cubicBezTo>
                    <a:pt x="26841" y="5786"/>
                    <a:pt x="26937" y="5722"/>
                    <a:pt x="27034" y="5626"/>
                  </a:cubicBezTo>
                  <a:cubicBezTo>
                    <a:pt x="27098" y="5561"/>
                    <a:pt x="27162" y="5497"/>
                    <a:pt x="27227" y="5401"/>
                  </a:cubicBezTo>
                  <a:cubicBezTo>
                    <a:pt x="27259" y="5336"/>
                    <a:pt x="27291" y="5208"/>
                    <a:pt x="27291" y="5079"/>
                  </a:cubicBezTo>
                  <a:cubicBezTo>
                    <a:pt x="27291" y="4951"/>
                    <a:pt x="27227" y="4790"/>
                    <a:pt x="27130" y="4629"/>
                  </a:cubicBezTo>
                  <a:cubicBezTo>
                    <a:pt x="27002" y="4501"/>
                    <a:pt x="26841" y="4372"/>
                    <a:pt x="26616" y="4243"/>
                  </a:cubicBezTo>
                  <a:cubicBezTo>
                    <a:pt x="26552" y="4211"/>
                    <a:pt x="26423" y="4147"/>
                    <a:pt x="26262" y="4083"/>
                  </a:cubicBezTo>
                  <a:cubicBezTo>
                    <a:pt x="25413" y="3748"/>
                    <a:pt x="23449" y="3042"/>
                    <a:pt x="22701" y="2774"/>
                  </a:cubicBezTo>
                  <a:lnTo>
                    <a:pt x="22701" y="2774"/>
                  </a:lnTo>
                  <a:lnTo>
                    <a:pt x="23594" y="1286"/>
                  </a:lnTo>
                  <a:cubicBezTo>
                    <a:pt x="23659" y="1158"/>
                    <a:pt x="23691" y="997"/>
                    <a:pt x="23691" y="868"/>
                  </a:cubicBezTo>
                  <a:cubicBezTo>
                    <a:pt x="23691" y="579"/>
                    <a:pt x="23562" y="290"/>
                    <a:pt x="23305" y="129"/>
                  </a:cubicBezTo>
                  <a:cubicBezTo>
                    <a:pt x="23176" y="32"/>
                    <a:pt x="23016" y="0"/>
                    <a:pt x="228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62"/>
            <p:cNvSpPr/>
            <p:nvPr/>
          </p:nvSpPr>
          <p:spPr>
            <a:xfrm>
              <a:off x="1661925" y="2524225"/>
              <a:ext cx="708000" cy="1228100"/>
            </a:xfrm>
            <a:custGeom>
              <a:avLst/>
              <a:gdLst/>
              <a:ahLst/>
              <a:cxnLst/>
              <a:rect l="l" t="t" r="r" b="b"/>
              <a:pathLst>
                <a:path w="28320" h="49124" extrusionOk="0">
                  <a:moveTo>
                    <a:pt x="18530" y="1"/>
                  </a:moveTo>
                  <a:cubicBezTo>
                    <a:pt x="17262" y="1"/>
                    <a:pt x="15934" y="417"/>
                    <a:pt x="15751" y="939"/>
                  </a:cubicBezTo>
                  <a:cubicBezTo>
                    <a:pt x="15526" y="1550"/>
                    <a:pt x="15108" y="3447"/>
                    <a:pt x="15366" y="7722"/>
                  </a:cubicBezTo>
                  <a:cubicBezTo>
                    <a:pt x="15623" y="11965"/>
                    <a:pt x="15591" y="17429"/>
                    <a:pt x="15591" y="17429"/>
                  </a:cubicBezTo>
                  <a:cubicBezTo>
                    <a:pt x="15591" y="17429"/>
                    <a:pt x="13598" y="21737"/>
                    <a:pt x="12923" y="23280"/>
                  </a:cubicBezTo>
                  <a:cubicBezTo>
                    <a:pt x="12248" y="24823"/>
                    <a:pt x="1" y="43499"/>
                    <a:pt x="1" y="43499"/>
                  </a:cubicBezTo>
                  <a:lnTo>
                    <a:pt x="10158" y="49124"/>
                  </a:lnTo>
                  <a:cubicBezTo>
                    <a:pt x="10158" y="49124"/>
                    <a:pt x="13694" y="45620"/>
                    <a:pt x="15366" y="44206"/>
                  </a:cubicBezTo>
                  <a:cubicBezTo>
                    <a:pt x="17069" y="42759"/>
                    <a:pt x="28320" y="28294"/>
                    <a:pt x="28159" y="27394"/>
                  </a:cubicBezTo>
                  <a:cubicBezTo>
                    <a:pt x="27998" y="26494"/>
                    <a:pt x="23305" y="21608"/>
                    <a:pt x="23305" y="21608"/>
                  </a:cubicBezTo>
                  <a:cubicBezTo>
                    <a:pt x="23305" y="21608"/>
                    <a:pt x="22437" y="9265"/>
                    <a:pt x="22341" y="8879"/>
                  </a:cubicBezTo>
                  <a:cubicBezTo>
                    <a:pt x="22244" y="8493"/>
                    <a:pt x="20669" y="521"/>
                    <a:pt x="20669" y="521"/>
                  </a:cubicBezTo>
                  <a:cubicBezTo>
                    <a:pt x="20669" y="521"/>
                    <a:pt x="20830" y="361"/>
                    <a:pt x="19384" y="71"/>
                  </a:cubicBezTo>
                  <a:cubicBezTo>
                    <a:pt x="19112" y="23"/>
                    <a:pt x="18823" y="1"/>
                    <a:pt x="185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62"/>
            <p:cNvSpPr/>
            <p:nvPr/>
          </p:nvSpPr>
          <p:spPr>
            <a:xfrm>
              <a:off x="1745500" y="2526000"/>
              <a:ext cx="524775" cy="1109800"/>
            </a:xfrm>
            <a:custGeom>
              <a:avLst/>
              <a:gdLst/>
              <a:ahLst/>
              <a:cxnLst/>
              <a:rect l="l" t="t" r="r" b="b"/>
              <a:pathLst>
                <a:path w="20991" h="44392" extrusionOk="0">
                  <a:moveTo>
                    <a:pt x="14144" y="0"/>
                  </a:moveTo>
                  <a:lnTo>
                    <a:pt x="14144" y="0"/>
                  </a:lnTo>
                  <a:cubicBezTo>
                    <a:pt x="13276" y="161"/>
                    <a:pt x="12537" y="483"/>
                    <a:pt x="12408" y="868"/>
                  </a:cubicBezTo>
                  <a:cubicBezTo>
                    <a:pt x="12183" y="1479"/>
                    <a:pt x="11765" y="3376"/>
                    <a:pt x="12023" y="7651"/>
                  </a:cubicBezTo>
                  <a:cubicBezTo>
                    <a:pt x="12280" y="11894"/>
                    <a:pt x="12248" y="17358"/>
                    <a:pt x="12248" y="17358"/>
                  </a:cubicBezTo>
                  <a:cubicBezTo>
                    <a:pt x="12248" y="17358"/>
                    <a:pt x="12119" y="17712"/>
                    <a:pt x="11862" y="18194"/>
                  </a:cubicBezTo>
                  <a:lnTo>
                    <a:pt x="12087" y="20219"/>
                  </a:lnTo>
                  <a:lnTo>
                    <a:pt x="1" y="39892"/>
                  </a:lnTo>
                  <a:lnTo>
                    <a:pt x="7137" y="44392"/>
                  </a:lnTo>
                  <a:lnTo>
                    <a:pt x="17359" y="34009"/>
                  </a:lnTo>
                  <a:lnTo>
                    <a:pt x="18580" y="36227"/>
                  </a:lnTo>
                  <a:cubicBezTo>
                    <a:pt x="19416" y="35166"/>
                    <a:pt x="20219" y="34074"/>
                    <a:pt x="20991" y="33045"/>
                  </a:cubicBezTo>
                  <a:cubicBezTo>
                    <a:pt x="20444" y="28995"/>
                    <a:pt x="20027" y="25234"/>
                    <a:pt x="20316" y="24559"/>
                  </a:cubicBezTo>
                  <a:cubicBezTo>
                    <a:pt x="20927" y="22984"/>
                    <a:pt x="19544" y="21762"/>
                    <a:pt x="17680" y="20219"/>
                  </a:cubicBezTo>
                  <a:cubicBezTo>
                    <a:pt x="15816" y="18644"/>
                    <a:pt x="16555" y="16651"/>
                    <a:pt x="16555" y="16651"/>
                  </a:cubicBezTo>
                  <a:lnTo>
                    <a:pt x="14112" y="14015"/>
                  </a:lnTo>
                  <a:cubicBezTo>
                    <a:pt x="14112" y="14015"/>
                    <a:pt x="14273" y="5497"/>
                    <a:pt x="14112" y="2090"/>
                  </a:cubicBezTo>
                  <a:cubicBezTo>
                    <a:pt x="14080" y="1543"/>
                    <a:pt x="14112" y="836"/>
                    <a:pt x="141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62"/>
            <p:cNvSpPr/>
            <p:nvPr/>
          </p:nvSpPr>
          <p:spPr>
            <a:xfrm>
              <a:off x="1745500" y="2598325"/>
              <a:ext cx="511925" cy="1037475"/>
            </a:xfrm>
            <a:custGeom>
              <a:avLst/>
              <a:gdLst/>
              <a:ahLst/>
              <a:cxnLst/>
              <a:rect l="l" t="t" r="r" b="b"/>
              <a:pathLst>
                <a:path w="20477" h="41499" extrusionOk="0">
                  <a:moveTo>
                    <a:pt x="14144" y="0"/>
                  </a:moveTo>
                  <a:cubicBezTo>
                    <a:pt x="13566" y="129"/>
                    <a:pt x="13083" y="290"/>
                    <a:pt x="12633" y="483"/>
                  </a:cubicBezTo>
                  <a:lnTo>
                    <a:pt x="12601" y="483"/>
                  </a:lnTo>
                  <a:cubicBezTo>
                    <a:pt x="12473" y="515"/>
                    <a:pt x="12376" y="579"/>
                    <a:pt x="12248" y="643"/>
                  </a:cubicBezTo>
                  <a:cubicBezTo>
                    <a:pt x="12215" y="1093"/>
                    <a:pt x="12215" y="1608"/>
                    <a:pt x="12215" y="2186"/>
                  </a:cubicBezTo>
                  <a:cubicBezTo>
                    <a:pt x="12215" y="2926"/>
                    <a:pt x="12215" y="3761"/>
                    <a:pt x="12280" y="4726"/>
                  </a:cubicBezTo>
                  <a:cubicBezTo>
                    <a:pt x="12505" y="8037"/>
                    <a:pt x="12537" y="12087"/>
                    <a:pt x="12537" y="13726"/>
                  </a:cubicBezTo>
                  <a:cubicBezTo>
                    <a:pt x="12537" y="14208"/>
                    <a:pt x="12537" y="14498"/>
                    <a:pt x="12537" y="14498"/>
                  </a:cubicBezTo>
                  <a:lnTo>
                    <a:pt x="12505" y="14594"/>
                  </a:lnTo>
                  <a:cubicBezTo>
                    <a:pt x="12505" y="14594"/>
                    <a:pt x="12376" y="14851"/>
                    <a:pt x="12183" y="15301"/>
                  </a:cubicBezTo>
                  <a:cubicBezTo>
                    <a:pt x="12087" y="15430"/>
                    <a:pt x="12023" y="15623"/>
                    <a:pt x="11926" y="15815"/>
                  </a:cubicBezTo>
                  <a:lnTo>
                    <a:pt x="12087" y="17326"/>
                  </a:lnTo>
                  <a:lnTo>
                    <a:pt x="1" y="36999"/>
                  </a:lnTo>
                  <a:lnTo>
                    <a:pt x="7137" y="41499"/>
                  </a:lnTo>
                  <a:lnTo>
                    <a:pt x="16973" y="31534"/>
                  </a:lnTo>
                  <a:cubicBezTo>
                    <a:pt x="16941" y="31502"/>
                    <a:pt x="16941" y="31502"/>
                    <a:pt x="16941" y="31502"/>
                  </a:cubicBezTo>
                  <a:cubicBezTo>
                    <a:pt x="16362" y="30538"/>
                    <a:pt x="15976" y="29895"/>
                    <a:pt x="15944" y="29863"/>
                  </a:cubicBezTo>
                  <a:lnTo>
                    <a:pt x="20477" y="25877"/>
                  </a:lnTo>
                  <a:cubicBezTo>
                    <a:pt x="20316" y="24462"/>
                    <a:pt x="20219" y="23273"/>
                    <a:pt x="20219" y="22502"/>
                  </a:cubicBezTo>
                  <a:cubicBezTo>
                    <a:pt x="20219" y="22084"/>
                    <a:pt x="20252" y="21794"/>
                    <a:pt x="20316" y="21666"/>
                  </a:cubicBezTo>
                  <a:cubicBezTo>
                    <a:pt x="20412" y="21409"/>
                    <a:pt x="20444" y="21151"/>
                    <a:pt x="20444" y="20926"/>
                  </a:cubicBezTo>
                  <a:cubicBezTo>
                    <a:pt x="20477" y="19673"/>
                    <a:pt x="19223" y="18612"/>
                    <a:pt x="17680" y="17326"/>
                  </a:cubicBezTo>
                  <a:cubicBezTo>
                    <a:pt x="16651" y="16458"/>
                    <a:pt x="16426" y="15462"/>
                    <a:pt x="16426" y="14723"/>
                  </a:cubicBezTo>
                  <a:cubicBezTo>
                    <a:pt x="16426" y="14144"/>
                    <a:pt x="16555" y="13758"/>
                    <a:pt x="16555" y="13758"/>
                  </a:cubicBezTo>
                  <a:lnTo>
                    <a:pt x="14112" y="11122"/>
                  </a:lnTo>
                  <a:cubicBezTo>
                    <a:pt x="14112" y="11122"/>
                    <a:pt x="14176" y="7329"/>
                    <a:pt x="14176" y="3793"/>
                  </a:cubicBezTo>
                  <a:cubicBezTo>
                    <a:pt x="14176" y="2411"/>
                    <a:pt x="14176" y="1061"/>
                    <a:pt x="1414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62"/>
            <p:cNvSpPr/>
            <p:nvPr/>
          </p:nvSpPr>
          <p:spPr>
            <a:xfrm>
              <a:off x="1655500" y="2517150"/>
              <a:ext cx="716850" cy="1242100"/>
            </a:xfrm>
            <a:custGeom>
              <a:avLst/>
              <a:gdLst/>
              <a:ahLst/>
              <a:cxnLst/>
              <a:rect l="l" t="t" r="r" b="b"/>
              <a:pathLst>
                <a:path w="28674" h="49684" extrusionOk="0">
                  <a:moveTo>
                    <a:pt x="18741" y="547"/>
                  </a:moveTo>
                  <a:cubicBezTo>
                    <a:pt x="19062" y="547"/>
                    <a:pt x="19319" y="579"/>
                    <a:pt x="19608" y="612"/>
                  </a:cubicBezTo>
                  <a:cubicBezTo>
                    <a:pt x="20155" y="740"/>
                    <a:pt x="20476" y="837"/>
                    <a:pt x="20605" y="901"/>
                  </a:cubicBezTo>
                  <a:lnTo>
                    <a:pt x="20680" y="926"/>
                  </a:lnTo>
                  <a:lnTo>
                    <a:pt x="20680" y="926"/>
                  </a:lnTo>
                  <a:cubicBezTo>
                    <a:pt x="20746" y="1266"/>
                    <a:pt x="21097" y="3063"/>
                    <a:pt x="21473" y="4887"/>
                  </a:cubicBezTo>
                  <a:cubicBezTo>
                    <a:pt x="21666" y="5915"/>
                    <a:pt x="21859" y="6944"/>
                    <a:pt x="22019" y="7748"/>
                  </a:cubicBezTo>
                  <a:cubicBezTo>
                    <a:pt x="22116" y="8133"/>
                    <a:pt x="22180" y="8487"/>
                    <a:pt x="22244" y="8744"/>
                  </a:cubicBezTo>
                  <a:cubicBezTo>
                    <a:pt x="22276" y="9001"/>
                    <a:pt x="22309" y="9162"/>
                    <a:pt x="22341" y="9226"/>
                  </a:cubicBezTo>
                  <a:cubicBezTo>
                    <a:pt x="22341" y="9226"/>
                    <a:pt x="22341" y="9323"/>
                    <a:pt x="22373" y="9419"/>
                  </a:cubicBezTo>
                  <a:cubicBezTo>
                    <a:pt x="22469" y="10319"/>
                    <a:pt x="22694" y="13469"/>
                    <a:pt x="22887" y="16362"/>
                  </a:cubicBezTo>
                  <a:cubicBezTo>
                    <a:pt x="22984" y="17809"/>
                    <a:pt x="23080" y="19191"/>
                    <a:pt x="23177" y="20220"/>
                  </a:cubicBezTo>
                  <a:cubicBezTo>
                    <a:pt x="23241" y="21248"/>
                    <a:pt x="23273" y="21923"/>
                    <a:pt x="23273" y="21923"/>
                  </a:cubicBezTo>
                  <a:cubicBezTo>
                    <a:pt x="23273" y="21988"/>
                    <a:pt x="23305" y="22052"/>
                    <a:pt x="23369" y="22084"/>
                  </a:cubicBezTo>
                  <a:cubicBezTo>
                    <a:pt x="23369" y="22084"/>
                    <a:pt x="23659" y="22373"/>
                    <a:pt x="24077" y="22856"/>
                  </a:cubicBezTo>
                  <a:cubicBezTo>
                    <a:pt x="24752" y="23563"/>
                    <a:pt x="25748" y="24656"/>
                    <a:pt x="26584" y="25620"/>
                  </a:cubicBezTo>
                  <a:cubicBezTo>
                    <a:pt x="27034" y="26134"/>
                    <a:pt x="27387" y="26584"/>
                    <a:pt x="27677" y="26970"/>
                  </a:cubicBezTo>
                  <a:cubicBezTo>
                    <a:pt x="27837" y="27163"/>
                    <a:pt x="27934" y="27324"/>
                    <a:pt x="28030" y="27452"/>
                  </a:cubicBezTo>
                  <a:cubicBezTo>
                    <a:pt x="28080" y="27576"/>
                    <a:pt x="28129" y="27662"/>
                    <a:pt x="28150" y="27709"/>
                  </a:cubicBezTo>
                  <a:lnTo>
                    <a:pt x="28127" y="27709"/>
                  </a:lnTo>
                  <a:cubicBezTo>
                    <a:pt x="28127" y="27742"/>
                    <a:pt x="28062" y="27870"/>
                    <a:pt x="27998" y="28031"/>
                  </a:cubicBezTo>
                  <a:cubicBezTo>
                    <a:pt x="27645" y="28706"/>
                    <a:pt x="26777" y="29992"/>
                    <a:pt x="25652" y="31535"/>
                  </a:cubicBezTo>
                  <a:cubicBezTo>
                    <a:pt x="23948" y="33849"/>
                    <a:pt x="21698" y="36806"/>
                    <a:pt x="19705" y="39281"/>
                  </a:cubicBezTo>
                  <a:cubicBezTo>
                    <a:pt x="18708" y="40535"/>
                    <a:pt x="17776" y="41660"/>
                    <a:pt x="17037" y="42560"/>
                  </a:cubicBezTo>
                  <a:cubicBezTo>
                    <a:pt x="16298" y="43428"/>
                    <a:pt x="15719" y="44039"/>
                    <a:pt x="15462" y="44264"/>
                  </a:cubicBezTo>
                  <a:cubicBezTo>
                    <a:pt x="13957" y="45541"/>
                    <a:pt x="11024" y="48423"/>
                    <a:pt x="10359" y="49079"/>
                  </a:cubicBezTo>
                  <a:lnTo>
                    <a:pt x="10359" y="49079"/>
                  </a:lnTo>
                  <a:lnTo>
                    <a:pt x="627" y="43690"/>
                  </a:lnTo>
                  <a:lnTo>
                    <a:pt x="627" y="43690"/>
                  </a:lnTo>
                  <a:cubicBezTo>
                    <a:pt x="1267" y="42712"/>
                    <a:pt x="3940" y="38627"/>
                    <a:pt x="6686" y="34395"/>
                  </a:cubicBezTo>
                  <a:cubicBezTo>
                    <a:pt x="8262" y="31985"/>
                    <a:pt x="9869" y="29509"/>
                    <a:pt x="11090" y="27517"/>
                  </a:cubicBezTo>
                  <a:cubicBezTo>
                    <a:pt x="11733" y="26552"/>
                    <a:pt x="12247" y="25684"/>
                    <a:pt x="12665" y="25009"/>
                  </a:cubicBezTo>
                  <a:cubicBezTo>
                    <a:pt x="13051" y="24366"/>
                    <a:pt x="13308" y="23916"/>
                    <a:pt x="13437" y="23691"/>
                  </a:cubicBezTo>
                  <a:cubicBezTo>
                    <a:pt x="13758" y="22920"/>
                    <a:pt x="14433" y="21441"/>
                    <a:pt x="15012" y="20188"/>
                  </a:cubicBezTo>
                  <a:cubicBezTo>
                    <a:pt x="15301" y="19545"/>
                    <a:pt x="15590" y="18966"/>
                    <a:pt x="15783" y="18548"/>
                  </a:cubicBezTo>
                  <a:cubicBezTo>
                    <a:pt x="15976" y="18098"/>
                    <a:pt x="16105" y="17841"/>
                    <a:pt x="16105" y="17841"/>
                  </a:cubicBezTo>
                  <a:lnTo>
                    <a:pt x="16137" y="17745"/>
                  </a:lnTo>
                  <a:cubicBezTo>
                    <a:pt x="16137" y="17745"/>
                    <a:pt x="16137" y="17455"/>
                    <a:pt x="16137" y="16973"/>
                  </a:cubicBezTo>
                  <a:cubicBezTo>
                    <a:pt x="16137" y="15334"/>
                    <a:pt x="16105" y="11284"/>
                    <a:pt x="15880" y="7973"/>
                  </a:cubicBezTo>
                  <a:cubicBezTo>
                    <a:pt x="15815" y="7008"/>
                    <a:pt x="15815" y="6173"/>
                    <a:pt x="15815" y="5433"/>
                  </a:cubicBezTo>
                  <a:cubicBezTo>
                    <a:pt x="15815" y="2958"/>
                    <a:pt x="16105" y="1737"/>
                    <a:pt x="16265" y="1287"/>
                  </a:cubicBezTo>
                  <a:cubicBezTo>
                    <a:pt x="16265" y="1254"/>
                    <a:pt x="16330" y="1158"/>
                    <a:pt x="16490" y="1062"/>
                  </a:cubicBezTo>
                  <a:cubicBezTo>
                    <a:pt x="16683" y="933"/>
                    <a:pt x="17037" y="804"/>
                    <a:pt x="17455" y="708"/>
                  </a:cubicBezTo>
                  <a:cubicBezTo>
                    <a:pt x="17841" y="612"/>
                    <a:pt x="18291" y="547"/>
                    <a:pt x="18741" y="547"/>
                  </a:cubicBezTo>
                  <a:close/>
                  <a:moveTo>
                    <a:pt x="18741" y="1"/>
                  </a:moveTo>
                  <a:cubicBezTo>
                    <a:pt x="18098" y="1"/>
                    <a:pt x="17423" y="129"/>
                    <a:pt x="16908" y="290"/>
                  </a:cubicBezTo>
                  <a:cubicBezTo>
                    <a:pt x="16619" y="387"/>
                    <a:pt x="16394" y="483"/>
                    <a:pt x="16201" y="612"/>
                  </a:cubicBezTo>
                  <a:cubicBezTo>
                    <a:pt x="16008" y="772"/>
                    <a:pt x="15848" y="901"/>
                    <a:pt x="15751" y="1126"/>
                  </a:cubicBezTo>
                  <a:cubicBezTo>
                    <a:pt x="15558" y="1640"/>
                    <a:pt x="15269" y="2926"/>
                    <a:pt x="15269" y="5433"/>
                  </a:cubicBezTo>
                  <a:cubicBezTo>
                    <a:pt x="15269" y="6173"/>
                    <a:pt x="15301" y="7040"/>
                    <a:pt x="15365" y="8005"/>
                  </a:cubicBezTo>
                  <a:cubicBezTo>
                    <a:pt x="15558" y="11316"/>
                    <a:pt x="15590" y="15334"/>
                    <a:pt x="15590" y="16973"/>
                  </a:cubicBezTo>
                  <a:cubicBezTo>
                    <a:pt x="15590" y="17362"/>
                    <a:pt x="15590" y="17605"/>
                    <a:pt x="15590" y="17684"/>
                  </a:cubicBezTo>
                  <a:lnTo>
                    <a:pt x="15590" y="17684"/>
                  </a:lnTo>
                  <a:cubicBezTo>
                    <a:pt x="15329" y="18236"/>
                    <a:pt x="13547" y="22008"/>
                    <a:pt x="12922" y="23466"/>
                  </a:cubicBezTo>
                  <a:cubicBezTo>
                    <a:pt x="12858" y="23627"/>
                    <a:pt x="12601" y="24109"/>
                    <a:pt x="12215" y="24752"/>
                  </a:cubicBezTo>
                  <a:cubicBezTo>
                    <a:pt x="10801" y="27034"/>
                    <a:pt x="7779" y="31760"/>
                    <a:pt x="5079" y="35906"/>
                  </a:cubicBezTo>
                  <a:cubicBezTo>
                    <a:pt x="3729" y="37996"/>
                    <a:pt x="2476" y="39924"/>
                    <a:pt x="1543" y="41339"/>
                  </a:cubicBezTo>
                  <a:cubicBezTo>
                    <a:pt x="1093" y="42046"/>
                    <a:pt x="708" y="42624"/>
                    <a:pt x="450" y="43010"/>
                  </a:cubicBezTo>
                  <a:cubicBezTo>
                    <a:pt x="193" y="43396"/>
                    <a:pt x="33" y="43621"/>
                    <a:pt x="33" y="43621"/>
                  </a:cubicBezTo>
                  <a:cubicBezTo>
                    <a:pt x="0" y="43685"/>
                    <a:pt x="0" y="43782"/>
                    <a:pt x="0" y="43846"/>
                  </a:cubicBezTo>
                  <a:cubicBezTo>
                    <a:pt x="33" y="43910"/>
                    <a:pt x="65" y="43974"/>
                    <a:pt x="129" y="44007"/>
                  </a:cubicBezTo>
                  <a:lnTo>
                    <a:pt x="10287" y="49664"/>
                  </a:lnTo>
                  <a:cubicBezTo>
                    <a:pt x="10322" y="49676"/>
                    <a:pt x="10362" y="49683"/>
                    <a:pt x="10402" y="49683"/>
                  </a:cubicBezTo>
                  <a:cubicBezTo>
                    <a:pt x="10473" y="49683"/>
                    <a:pt x="10547" y="49661"/>
                    <a:pt x="10608" y="49600"/>
                  </a:cubicBezTo>
                  <a:cubicBezTo>
                    <a:pt x="10608" y="49600"/>
                    <a:pt x="10833" y="49375"/>
                    <a:pt x="11187" y="49021"/>
                  </a:cubicBezTo>
                  <a:cubicBezTo>
                    <a:pt x="12247" y="47993"/>
                    <a:pt x="14562" y="45742"/>
                    <a:pt x="15815" y="44682"/>
                  </a:cubicBezTo>
                  <a:cubicBezTo>
                    <a:pt x="16040" y="44489"/>
                    <a:pt x="16394" y="44103"/>
                    <a:pt x="16876" y="43557"/>
                  </a:cubicBezTo>
                  <a:cubicBezTo>
                    <a:pt x="18516" y="41724"/>
                    <a:pt x="21441" y="38028"/>
                    <a:pt x="23980" y="34685"/>
                  </a:cubicBezTo>
                  <a:cubicBezTo>
                    <a:pt x="25234" y="33013"/>
                    <a:pt x="26391" y="31406"/>
                    <a:pt x="27259" y="30184"/>
                  </a:cubicBezTo>
                  <a:cubicBezTo>
                    <a:pt x="27677" y="29574"/>
                    <a:pt x="28030" y="29027"/>
                    <a:pt x="28255" y="28642"/>
                  </a:cubicBezTo>
                  <a:cubicBezTo>
                    <a:pt x="28384" y="28417"/>
                    <a:pt x="28480" y="28256"/>
                    <a:pt x="28545" y="28095"/>
                  </a:cubicBezTo>
                  <a:cubicBezTo>
                    <a:pt x="28577" y="28031"/>
                    <a:pt x="28609" y="27967"/>
                    <a:pt x="28641" y="27902"/>
                  </a:cubicBezTo>
                  <a:cubicBezTo>
                    <a:pt x="28673" y="27838"/>
                    <a:pt x="28673" y="27774"/>
                    <a:pt x="28673" y="27709"/>
                  </a:cubicBezTo>
                  <a:lnTo>
                    <a:pt x="28673" y="27645"/>
                  </a:lnTo>
                  <a:cubicBezTo>
                    <a:pt x="28641" y="27452"/>
                    <a:pt x="28512" y="27259"/>
                    <a:pt x="28384" y="27034"/>
                  </a:cubicBezTo>
                  <a:cubicBezTo>
                    <a:pt x="27837" y="26231"/>
                    <a:pt x="26712" y="24913"/>
                    <a:pt x="25684" y="23788"/>
                  </a:cubicBezTo>
                  <a:cubicBezTo>
                    <a:pt x="24804" y="22826"/>
                    <a:pt x="24019" y="21982"/>
                    <a:pt x="23810" y="21757"/>
                  </a:cubicBezTo>
                  <a:lnTo>
                    <a:pt x="23810" y="21757"/>
                  </a:lnTo>
                  <a:cubicBezTo>
                    <a:pt x="23764" y="21131"/>
                    <a:pt x="23567" y="18418"/>
                    <a:pt x="23369" y="15655"/>
                  </a:cubicBezTo>
                  <a:cubicBezTo>
                    <a:pt x="23273" y="14080"/>
                    <a:pt x="23144" y="12505"/>
                    <a:pt x="23048" y="11284"/>
                  </a:cubicBezTo>
                  <a:cubicBezTo>
                    <a:pt x="23016" y="10673"/>
                    <a:pt x="22984" y="10158"/>
                    <a:pt x="22919" y="9805"/>
                  </a:cubicBezTo>
                  <a:cubicBezTo>
                    <a:pt x="22919" y="9612"/>
                    <a:pt x="22919" y="9451"/>
                    <a:pt x="22887" y="9355"/>
                  </a:cubicBezTo>
                  <a:cubicBezTo>
                    <a:pt x="22887" y="9291"/>
                    <a:pt x="22887" y="9226"/>
                    <a:pt x="22887" y="9194"/>
                  </a:cubicBezTo>
                  <a:lnTo>
                    <a:pt x="22855" y="9098"/>
                  </a:lnTo>
                  <a:cubicBezTo>
                    <a:pt x="22855" y="9066"/>
                    <a:pt x="22823" y="8873"/>
                    <a:pt x="22759" y="8648"/>
                  </a:cubicBezTo>
                  <a:cubicBezTo>
                    <a:pt x="22566" y="7748"/>
                    <a:pt x="22180" y="5787"/>
                    <a:pt x="21826" y="4019"/>
                  </a:cubicBezTo>
                  <a:cubicBezTo>
                    <a:pt x="21666" y="3151"/>
                    <a:pt x="21505" y="2347"/>
                    <a:pt x="21376" y="1737"/>
                  </a:cubicBezTo>
                  <a:cubicBezTo>
                    <a:pt x="21248" y="1126"/>
                    <a:pt x="21184" y="772"/>
                    <a:pt x="21184" y="772"/>
                  </a:cubicBezTo>
                  <a:lnTo>
                    <a:pt x="21182" y="772"/>
                  </a:lnTo>
                  <a:lnTo>
                    <a:pt x="21182" y="772"/>
                  </a:lnTo>
                  <a:cubicBezTo>
                    <a:pt x="21173" y="660"/>
                    <a:pt x="21114" y="577"/>
                    <a:pt x="21055" y="547"/>
                  </a:cubicBezTo>
                  <a:cubicBezTo>
                    <a:pt x="20959" y="451"/>
                    <a:pt x="20862" y="387"/>
                    <a:pt x="20637" y="322"/>
                  </a:cubicBezTo>
                  <a:cubicBezTo>
                    <a:pt x="20444" y="258"/>
                    <a:pt x="20155" y="194"/>
                    <a:pt x="19705" y="97"/>
                  </a:cubicBezTo>
                  <a:cubicBezTo>
                    <a:pt x="19383" y="33"/>
                    <a:pt x="19062" y="1"/>
                    <a:pt x="187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62"/>
            <p:cNvSpPr/>
            <p:nvPr/>
          </p:nvSpPr>
          <p:spPr>
            <a:xfrm>
              <a:off x="2159350" y="2939125"/>
              <a:ext cx="140675" cy="185600"/>
            </a:xfrm>
            <a:custGeom>
              <a:avLst/>
              <a:gdLst/>
              <a:ahLst/>
              <a:cxnLst/>
              <a:rect l="l" t="t" r="r" b="b"/>
              <a:pathLst>
                <a:path w="5627" h="7424" extrusionOk="0">
                  <a:moveTo>
                    <a:pt x="934" y="0"/>
                  </a:moveTo>
                  <a:cubicBezTo>
                    <a:pt x="442" y="0"/>
                    <a:pt x="1" y="126"/>
                    <a:pt x="1" y="126"/>
                  </a:cubicBezTo>
                  <a:cubicBezTo>
                    <a:pt x="1" y="126"/>
                    <a:pt x="1" y="2859"/>
                    <a:pt x="1319" y="4530"/>
                  </a:cubicBezTo>
                  <a:cubicBezTo>
                    <a:pt x="2637" y="6169"/>
                    <a:pt x="5626" y="7423"/>
                    <a:pt x="5626" y="7423"/>
                  </a:cubicBezTo>
                  <a:cubicBezTo>
                    <a:pt x="5626" y="7423"/>
                    <a:pt x="4726" y="5269"/>
                    <a:pt x="4598" y="4626"/>
                  </a:cubicBezTo>
                  <a:cubicBezTo>
                    <a:pt x="4469" y="3984"/>
                    <a:pt x="3569" y="3534"/>
                    <a:pt x="3055" y="2634"/>
                  </a:cubicBezTo>
                  <a:cubicBezTo>
                    <a:pt x="2540" y="1733"/>
                    <a:pt x="1962" y="319"/>
                    <a:pt x="1962" y="319"/>
                  </a:cubicBezTo>
                  <a:cubicBezTo>
                    <a:pt x="1700" y="71"/>
                    <a:pt x="1302" y="0"/>
                    <a:pt x="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62"/>
            <p:cNvSpPr/>
            <p:nvPr/>
          </p:nvSpPr>
          <p:spPr>
            <a:xfrm>
              <a:off x="2152925" y="2932625"/>
              <a:ext cx="154325" cy="199000"/>
            </a:xfrm>
            <a:custGeom>
              <a:avLst/>
              <a:gdLst/>
              <a:ahLst/>
              <a:cxnLst/>
              <a:rect l="l" t="t" r="r" b="b"/>
              <a:pathLst>
                <a:path w="6173" h="7960" extrusionOk="0">
                  <a:moveTo>
                    <a:pt x="1158" y="547"/>
                  </a:moveTo>
                  <a:cubicBezTo>
                    <a:pt x="1459" y="547"/>
                    <a:pt x="1789" y="603"/>
                    <a:pt x="1988" y="769"/>
                  </a:cubicBezTo>
                  <a:lnTo>
                    <a:pt x="1988" y="769"/>
                  </a:lnTo>
                  <a:cubicBezTo>
                    <a:pt x="2106" y="1047"/>
                    <a:pt x="2609" y="2207"/>
                    <a:pt x="3087" y="3022"/>
                  </a:cubicBezTo>
                  <a:cubicBezTo>
                    <a:pt x="3376" y="3504"/>
                    <a:pt x="3730" y="3858"/>
                    <a:pt x="4051" y="4179"/>
                  </a:cubicBezTo>
                  <a:cubicBezTo>
                    <a:pt x="4212" y="4308"/>
                    <a:pt x="4340" y="4469"/>
                    <a:pt x="4437" y="4597"/>
                  </a:cubicBezTo>
                  <a:cubicBezTo>
                    <a:pt x="4533" y="4726"/>
                    <a:pt x="4597" y="4822"/>
                    <a:pt x="4597" y="4919"/>
                  </a:cubicBezTo>
                  <a:cubicBezTo>
                    <a:pt x="4630" y="5111"/>
                    <a:pt x="4726" y="5369"/>
                    <a:pt x="4822" y="5690"/>
                  </a:cubicBezTo>
                  <a:cubicBezTo>
                    <a:pt x="4999" y="6166"/>
                    <a:pt x="5223" y="6747"/>
                    <a:pt x="5390" y="7176"/>
                  </a:cubicBezTo>
                  <a:lnTo>
                    <a:pt x="5390" y="7176"/>
                  </a:lnTo>
                  <a:cubicBezTo>
                    <a:pt x="5028" y="6998"/>
                    <a:pt x="4537" y="6740"/>
                    <a:pt x="4019" y="6429"/>
                  </a:cubicBezTo>
                  <a:cubicBezTo>
                    <a:pt x="3183" y="5947"/>
                    <a:pt x="2315" y="5304"/>
                    <a:pt x="1769" y="4597"/>
                  </a:cubicBezTo>
                  <a:cubicBezTo>
                    <a:pt x="1190" y="3858"/>
                    <a:pt x="869" y="2829"/>
                    <a:pt x="708" y="1993"/>
                  </a:cubicBezTo>
                  <a:cubicBezTo>
                    <a:pt x="595" y="1385"/>
                    <a:pt x="562" y="871"/>
                    <a:pt x="552" y="596"/>
                  </a:cubicBezTo>
                  <a:lnTo>
                    <a:pt x="552" y="596"/>
                  </a:lnTo>
                  <a:cubicBezTo>
                    <a:pt x="704" y="570"/>
                    <a:pt x="925" y="547"/>
                    <a:pt x="1158" y="547"/>
                  </a:cubicBezTo>
                  <a:close/>
                  <a:moveTo>
                    <a:pt x="1158" y="1"/>
                  </a:moveTo>
                  <a:cubicBezTo>
                    <a:pt x="644" y="1"/>
                    <a:pt x="226" y="129"/>
                    <a:pt x="194" y="129"/>
                  </a:cubicBezTo>
                  <a:cubicBezTo>
                    <a:pt x="97" y="161"/>
                    <a:pt x="33" y="226"/>
                    <a:pt x="1" y="322"/>
                  </a:cubicBezTo>
                  <a:lnTo>
                    <a:pt x="1" y="386"/>
                  </a:lnTo>
                  <a:cubicBezTo>
                    <a:pt x="1" y="483"/>
                    <a:pt x="1" y="1190"/>
                    <a:pt x="162" y="2090"/>
                  </a:cubicBezTo>
                  <a:cubicBezTo>
                    <a:pt x="354" y="2990"/>
                    <a:pt x="676" y="4083"/>
                    <a:pt x="1351" y="4951"/>
                  </a:cubicBezTo>
                  <a:cubicBezTo>
                    <a:pt x="2058" y="5819"/>
                    <a:pt x="3151" y="6558"/>
                    <a:pt x="4083" y="7104"/>
                  </a:cubicBezTo>
                  <a:cubicBezTo>
                    <a:pt x="5015" y="7619"/>
                    <a:pt x="5787" y="7940"/>
                    <a:pt x="5787" y="7940"/>
                  </a:cubicBezTo>
                  <a:cubicBezTo>
                    <a:pt x="5822" y="7952"/>
                    <a:pt x="5857" y="7959"/>
                    <a:pt x="5893" y="7959"/>
                  </a:cubicBezTo>
                  <a:cubicBezTo>
                    <a:pt x="5954" y="7959"/>
                    <a:pt x="6015" y="7937"/>
                    <a:pt x="6076" y="7876"/>
                  </a:cubicBezTo>
                  <a:cubicBezTo>
                    <a:pt x="6140" y="7812"/>
                    <a:pt x="6173" y="7683"/>
                    <a:pt x="6140" y="7587"/>
                  </a:cubicBezTo>
                  <a:cubicBezTo>
                    <a:pt x="6140" y="7587"/>
                    <a:pt x="5915" y="7040"/>
                    <a:pt x="5690" y="6429"/>
                  </a:cubicBezTo>
                  <a:cubicBezTo>
                    <a:pt x="5562" y="6108"/>
                    <a:pt x="5433" y="5787"/>
                    <a:pt x="5337" y="5497"/>
                  </a:cubicBezTo>
                  <a:cubicBezTo>
                    <a:pt x="5240" y="5208"/>
                    <a:pt x="5144" y="4951"/>
                    <a:pt x="5144" y="4822"/>
                  </a:cubicBezTo>
                  <a:cubicBezTo>
                    <a:pt x="5080" y="4597"/>
                    <a:pt x="4983" y="4436"/>
                    <a:pt x="4855" y="4244"/>
                  </a:cubicBezTo>
                  <a:cubicBezTo>
                    <a:pt x="4469" y="3761"/>
                    <a:pt x="3890" y="3376"/>
                    <a:pt x="3537" y="2765"/>
                  </a:cubicBezTo>
                  <a:cubicBezTo>
                    <a:pt x="3280" y="2315"/>
                    <a:pt x="3022" y="1768"/>
                    <a:pt x="2829" y="1286"/>
                  </a:cubicBezTo>
                  <a:cubicBezTo>
                    <a:pt x="2701" y="1061"/>
                    <a:pt x="2637" y="868"/>
                    <a:pt x="2572" y="708"/>
                  </a:cubicBezTo>
                  <a:cubicBezTo>
                    <a:pt x="2508" y="579"/>
                    <a:pt x="2476" y="483"/>
                    <a:pt x="2476" y="483"/>
                  </a:cubicBezTo>
                  <a:lnTo>
                    <a:pt x="2412" y="386"/>
                  </a:lnTo>
                  <a:cubicBezTo>
                    <a:pt x="2026" y="65"/>
                    <a:pt x="1544" y="1"/>
                    <a:pt x="11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62"/>
            <p:cNvSpPr/>
            <p:nvPr/>
          </p:nvSpPr>
          <p:spPr>
            <a:xfrm>
              <a:off x="2144100" y="3174525"/>
              <a:ext cx="314225" cy="554975"/>
            </a:xfrm>
            <a:custGeom>
              <a:avLst/>
              <a:gdLst/>
              <a:ahLst/>
              <a:cxnLst/>
              <a:rect l="l" t="t" r="r" b="b"/>
              <a:pathLst>
                <a:path w="12569" h="22199" extrusionOk="0">
                  <a:moveTo>
                    <a:pt x="7683" y="0"/>
                  </a:moveTo>
                  <a:lnTo>
                    <a:pt x="0" y="6815"/>
                  </a:lnTo>
                  <a:cubicBezTo>
                    <a:pt x="0" y="6815"/>
                    <a:pt x="3118" y="11861"/>
                    <a:pt x="4565" y="14754"/>
                  </a:cubicBezTo>
                  <a:cubicBezTo>
                    <a:pt x="6043" y="17679"/>
                    <a:pt x="8004" y="21923"/>
                    <a:pt x="9676" y="22180"/>
                  </a:cubicBezTo>
                  <a:cubicBezTo>
                    <a:pt x="9758" y="22192"/>
                    <a:pt x="9839" y="22198"/>
                    <a:pt x="9918" y="22198"/>
                  </a:cubicBezTo>
                  <a:cubicBezTo>
                    <a:pt x="11474" y="22198"/>
                    <a:pt x="12380" y="19885"/>
                    <a:pt x="12472" y="18997"/>
                  </a:cubicBezTo>
                  <a:cubicBezTo>
                    <a:pt x="12569" y="18065"/>
                    <a:pt x="11186" y="16297"/>
                    <a:pt x="10640" y="12504"/>
                  </a:cubicBezTo>
                  <a:cubicBezTo>
                    <a:pt x="10061" y="8711"/>
                    <a:pt x="8872" y="1382"/>
                    <a:pt x="8872" y="1382"/>
                  </a:cubicBezTo>
                  <a:lnTo>
                    <a:pt x="76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0" y="3987"/>
                    <a:pt x="418" y="4662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62"/>
            <p:cNvSpPr/>
            <p:nvPr/>
          </p:nvSpPr>
          <p:spPr>
            <a:xfrm>
              <a:off x="2169800" y="3376225"/>
              <a:ext cx="141475" cy="243525"/>
            </a:xfrm>
            <a:custGeom>
              <a:avLst/>
              <a:gdLst/>
              <a:ahLst/>
              <a:cxnLst/>
              <a:rect l="l" t="t" r="r" b="b"/>
              <a:pathLst>
                <a:path w="5659" h="9741" extrusionOk="0">
                  <a:moveTo>
                    <a:pt x="5658" y="9740"/>
                  </a:moveTo>
                  <a:lnTo>
                    <a:pt x="387" y="0"/>
                  </a:lnTo>
                  <a:lnTo>
                    <a:pt x="1" y="418"/>
                  </a:lnTo>
                  <a:lnTo>
                    <a:pt x="1" y="418"/>
                  </a:lnTo>
                  <a:lnTo>
                    <a:pt x="387" y="0"/>
                  </a:lnTo>
                  <a:lnTo>
                    <a:pt x="5658" y="9740"/>
                  </a:lnTo>
                  <a:lnTo>
                    <a:pt x="5658" y="97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62"/>
            <p:cNvSpPr/>
            <p:nvPr/>
          </p:nvSpPr>
          <p:spPr>
            <a:xfrm>
              <a:off x="2144100" y="3245225"/>
              <a:ext cx="167175" cy="374525"/>
            </a:xfrm>
            <a:custGeom>
              <a:avLst/>
              <a:gdLst/>
              <a:ahLst/>
              <a:cxnLst/>
              <a:rect l="l" t="t" r="r" b="b"/>
              <a:pathLst>
                <a:path w="6687" h="14981" extrusionOk="0">
                  <a:moveTo>
                    <a:pt x="4533" y="1"/>
                  </a:moveTo>
                  <a:lnTo>
                    <a:pt x="0" y="3987"/>
                  </a:lnTo>
                  <a:cubicBezTo>
                    <a:pt x="32" y="4019"/>
                    <a:pt x="418" y="4662"/>
                    <a:pt x="997" y="5626"/>
                  </a:cubicBezTo>
                  <a:cubicBezTo>
                    <a:pt x="997" y="5626"/>
                    <a:pt x="997" y="5626"/>
                    <a:pt x="1029" y="5658"/>
                  </a:cubicBezTo>
                  <a:lnTo>
                    <a:pt x="1415" y="5240"/>
                  </a:lnTo>
                  <a:lnTo>
                    <a:pt x="6686" y="14980"/>
                  </a:lnTo>
                  <a:cubicBezTo>
                    <a:pt x="6686" y="14980"/>
                    <a:pt x="5143" y="5690"/>
                    <a:pt x="45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62"/>
            <p:cNvSpPr/>
            <p:nvPr/>
          </p:nvSpPr>
          <p:spPr>
            <a:xfrm>
              <a:off x="2136850" y="3167975"/>
              <a:ext cx="325500" cy="568300"/>
            </a:xfrm>
            <a:custGeom>
              <a:avLst/>
              <a:gdLst/>
              <a:ahLst/>
              <a:cxnLst/>
              <a:rect l="l" t="t" r="r" b="b"/>
              <a:pathLst>
                <a:path w="13020" h="22732" extrusionOk="0">
                  <a:moveTo>
                    <a:pt x="7975" y="0"/>
                  </a:moveTo>
                  <a:cubicBezTo>
                    <a:pt x="7915" y="0"/>
                    <a:pt x="7857" y="24"/>
                    <a:pt x="7812" y="69"/>
                  </a:cubicBezTo>
                  <a:cubicBezTo>
                    <a:pt x="7683" y="166"/>
                    <a:pt x="7683" y="326"/>
                    <a:pt x="7780" y="455"/>
                  </a:cubicBezTo>
                  <a:lnTo>
                    <a:pt x="8920" y="1785"/>
                  </a:lnTo>
                  <a:lnTo>
                    <a:pt x="8920" y="1785"/>
                  </a:lnTo>
                  <a:cubicBezTo>
                    <a:pt x="8946" y="1967"/>
                    <a:pt x="9005" y="2366"/>
                    <a:pt x="9098" y="2898"/>
                  </a:cubicBezTo>
                  <a:cubicBezTo>
                    <a:pt x="9451" y="5148"/>
                    <a:pt x="10223" y="9970"/>
                    <a:pt x="10641" y="12798"/>
                  </a:cubicBezTo>
                  <a:cubicBezTo>
                    <a:pt x="10930" y="14663"/>
                    <a:pt x="11412" y="16045"/>
                    <a:pt x="11798" y="17074"/>
                  </a:cubicBezTo>
                  <a:cubicBezTo>
                    <a:pt x="11991" y="17588"/>
                    <a:pt x="12184" y="18038"/>
                    <a:pt x="12280" y="18359"/>
                  </a:cubicBezTo>
                  <a:cubicBezTo>
                    <a:pt x="12409" y="18713"/>
                    <a:pt x="12505" y="19002"/>
                    <a:pt x="12505" y="19163"/>
                  </a:cubicBezTo>
                  <a:lnTo>
                    <a:pt x="12473" y="19227"/>
                  </a:lnTo>
                  <a:cubicBezTo>
                    <a:pt x="12441" y="19613"/>
                    <a:pt x="12216" y="20384"/>
                    <a:pt x="11798" y="21060"/>
                  </a:cubicBezTo>
                  <a:cubicBezTo>
                    <a:pt x="11605" y="21381"/>
                    <a:pt x="11348" y="21670"/>
                    <a:pt x="11091" y="21863"/>
                  </a:cubicBezTo>
                  <a:cubicBezTo>
                    <a:pt x="10834" y="22088"/>
                    <a:pt x="10544" y="22185"/>
                    <a:pt x="10223" y="22185"/>
                  </a:cubicBezTo>
                  <a:lnTo>
                    <a:pt x="10030" y="22185"/>
                  </a:lnTo>
                  <a:cubicBezTo>
                    <a:pt x="9709" y="22152"/>
                    <a:pt x="9291" y="21863"/>
                    <a:pt x="8873" y="21413"/>
                  </a:cubicBezTo>
                  <a:cubicBezTo>
                    <a:pt x="8230" y="20706"/>
                    <a:pt x="7555" y="19645"/>
                    <a:pt x="6912" y="18456"/>
                  </a:cubicBezTo>
                  <a:cubicBezTo>
                    <a:pt x="6269" y="17266"/>
                    <a:pt x="5658" y="16013"/>
                    <a:pt x="5112" y="14920"/>
                  </a:cubicBezTo>
                  <a:cubicBezTo>
                    <a:pt x="3633" y="11963"/>
                    <a:pt x="547" y="6948"/>
                    <a:pt x="547" y="6948"/>
                  </a:cubicBezTo>
                  <a:cubicBezTo>
                    <a:pt x="483" y="6862"/>
                    <a:pt x="390" y="6819"/>
                    <a:pt x="297" y="6819"/>
                  </a:cubicBezTo>
                  <a:cubicBezTo>
                    <a:pt x="251" y="6819"/>
                    <a:pt x="204" y="6830"/>
                    <a:pt x="162" y="6852"/>
                  </a:cubicBezTo>
                  <a:cubicBezTo>
                    <a:pt x="33" y="6916"/>
                    <a:pt x="1" y="7109"/>
                    <a:pt x="65" y="7237"/>
                  </a:cubicBezTo>
                  <a:cubicBezTo>
                    <a:pt x="65" y="7237"/>
                    <a:pt x="258" y="7527"/>
                    <a:pt x="580" y="8041"/>
                  </a:cubicBezTo>
                  <a:cubicBezTo>
                    <a:pt x="1512" y="9616"/>
                    <a:pt x="3537" y="12991"/>
                    <a:pt x="4630" y="15145"/>
                  </a:cubicBezTo>
                  <a:cubicBezTo>
                    <a:pt x="5369" y="16591"/>
                    <a:pt x="6205" y="18392"/>
                    <a:pt x="7105" y="19870"/>
                  </a:cubicBezTo>
                  <a:cubicBezTo>
                    <a:pt x="7555" y="20609"/>
                    <a:pt x="8005" y="21285"/>
                    <a:pt x="8487" y="21767"/>
                  </a:cubicBezTo>
                  <a:cubicBezTo>
                    <a:pt x="8937" y="22281"/>
                    <a:pt x="9419" y="22635"/>
                    <a:pt x="9934" y="22699"/>
                  </a:cubicBezTo>
                  <a:cubicBezTo>
                    <a:pt x="10030" y="22731"/>
                    <a:pt x="10126" y="22731"/>
                    <a:pt x="10223" y="22731"/>
                  </a:cubicBezTo>
                  <a:cubicBezTo>
                    <a:pt x="10673" y="22731"/>
                    <a:pt x="11091" y="22570"/>
                    <a:pt x="11412" y="22313"/>
                  </a:cubicBezTo>
                  <a:cubicBezTo>
                    <a:pt x="11926" y="21895"/>
                    <a:pt x="12312" y="21349"/>
                    <a:pt x="12569" y="20770"/>
                  </a:cubicBezTo>
                  <a:cubicBezTo>
                    <a:pt x="12827" y="20192"/>
                    <a:pt x="12987" y="19645"/>
                    <a:pt x="13019" y="19292"/>
                  </a:cubicBezTo>
                  <a:lnTo>
                    <a:pt x="13019" y="19163"/>
                  </a:lnTo>
                  <a:cubicBezTo>
                    <a:pt x="13019" y="18874"/>
                    <a:pt x="12923" y="18552"/>
                    <a:pt x="12794" y="18199"/>
                  </a:cubicBezTo>
                  <a:cubicBezTo>
                    <a:pt x="12409" y="17074"/>
                    <a:pt x="11605" y="15434"/>
                    <a:pt x="11187" y="12734"/>
                  </a:cubicBezTo>
                  <a:cubicBezTo>
                    <a:pt x="10609" y="8941"/>
                    <a:pt x="9419" y="1612"/>
                    <a:pt x="9419" y="1612"/>
                  </a:cubicBezTo>
                  <a:cubicBezTo>
                    <a:pt x="9419" y="1548"/>
                    <a:pt x="9387" y="1516"/>
                    <a:pt x="9355" y="1484"/>
                  </a:cubicBezTo>
                  <a:lnTo>
                    <a:pt x="8166" y="101"/>
                  </a:lnTo>
                  <a:cubicBezTo>
                    <a:pt x="8114" y="32"/>
                    <a:pt x="8044" y="0"/>
                    <a:pt x="7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62"/>
            <p:cNvSpPr/>
            <p:nvPr/>
          </p:nvSpPr>
          <p:spPr>
            <a:xfrm>
              <a:off x="2314450" y="3589175"/>
              <a:ext cx="147900" cy="140325"/>
            </a:xfrm>
            <a:custGeom>
              <a:avLst/>
              <a:gdLst/>
              <a:ahLst/>
              <a:cxnLst/>
              <a:rect l="l" t="t" r="r" b="b"/>
              <a:pathLst>
                <a:path w="5916" h="5613" extrusionOk="0">
                  <a:moveTo>
                    <a:pt x="4983" y="1"/>
                  </a:moveTo>
                  <a:cubicBezTo>
                    <a:pt x="4501" y="547"/>
                    <a:pt x="3762" y="1158"/>
                    <a:pt x="2605" y="1672"/>
                  </a:cubicBezTo>
                  <a:cubicBezTo>
                    <a:pt x="1544" y="2154"/>
                    <a:pt x="644" y="2379"/>
                    <a:pt x="1" y="2476"/>
                  </a:cubicBezTo>
                  <a:cubicBezTo>
                    <a:pt x="965" y="4147"/>
                    <a:pt x="1962" y="5465"/>
                    <a:pt x="2862" y="5594"/>
                  </a:cubicBezTo>
                  <a:cubicBezTo>
                    <a:pt x="2944" y="5606"/>
                    <a:pt x="3025" y="5612"/>
                    <a:pt x="3104" y="5612"/>
                  </a:cubicBezTo>
                  <a:cubicBezTo>
                    <a:pt x="4660" y="5612"/>
                    <a:pt x="5566" y="3299"/>
                    <a:pt x="5658" y="2411"/>
                  </a:cubicBezTo>
                  <a:cubicBezTo>
                    <a:pt x="5690" y="1865"/>
                    <a:pt x="5915" y="290"/>
                    <a:pt x="49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62"/>
            <p:cNvSpPr/>
            <p:nvPr/>
          </p:nvSpPr>
          <p:spPr>
            <a:xfrm>
              <a:off x="2307225" y="3582450"/>
              <a:ext cx="156725" cy="153825"/>
            </a:xfrm>
            <a:custGeom>
              <a:avLst/>
              <a:gdLst/>
              <a:ahLst/>
              <a:cxnLst/>
              <a:rect l="l" t="t" r="r" b="b"/>
              <a:pathLst>
                <a:path w="6269" h="6153" extrusionOk="0">
                  <a:moveTo>
                    <a:pt x="5359" y="606"/>
                  </a:moveTo>
                  <a:cubicBezTo>
                    <a:pt x="5470" y="689"/>
                    <a:pt x="5548" y="817"/>
                    <a:pt x="5594" y="977"/>
                  </a:cubicBezTo>
                  <a:cubicBezTo>
                    <a:pt x="5690" y="1202"/>
                    <a:pt x="5722" y="1523"/>
                    <a:pt x="5722" y="1813"/>
                  </a:cubicBezTo>
                  <a:cubicBezTo>
                    <a:pt x="5722" y="2166"/>
                    <a:pt x="5690" y="2455"/>
                    <a:pt x="5658" y="2648"/>
                  </a:cubicBezTo>
                  <a:cubicBezTo>
                    <a:pt x="5626" y="3034"/>
                    <a:pt x="5401" y="3805"/>
                    <a:pt x="4983" y="4481"/>
                  </a:cubicBezTo>
                  <a:cubicBezTo>
                    <a:pt x="4790" y="4802"/>
                    <a:pt x="4533" y="5091"/>
                    <a:pt x="4276" y="5284"/>
                  </a:cubicBezTo>
                  <a:cubicBezTo>
                    <a:pt x="4019" y="5509"/>
                    <a:pt x="3729" y="5606"/>
                    <a:pt x="3408" y="5606"/>
                  </a:cubicBezTo>
                  <a:lnTo>
                    <a:pt x="3215" y="5606"/>
                  </a:lnTo>
                  <a:cubicBezTo>
                    <a:pt x="2861" y="5541"/>
                    <a:pt x="2411" y="5252"/>
                    <a:pt x="1929" y="4706"/>
                  </a:cubicBezTo>
                  <a:cubicBezTo>
                    <a:pt x="1540" y="4233"/>
                    <a:pt x="1126" y="3615"/>
                    <a:pt x="709" y="2936"/>
                  </a:cubicBezTo>
                  <a:lnTo>
                    <a:pt x="709" y="2936"/>
                  </a:lnTo>
                  <a:cubicBezTo>
                    <a:pt x="1328" y="2816"/>
                    <a:pt x="2094" y="2593"/>
                    <a:pt x="2990" y="2198"/>
                  </a:cubicBezTo>
                  <a:cubicBezTo>
                    <a:pt x="4077" y="1728"/>
                    <a:pt x="4842" y="1123"/>
                    <a:pt x="5359" y="606"/>
                  </a:cubicBezTo>
                  <a:close/>
                  <a:moveTo>
                    <a:pt x="5292" y="0"/>
                  </a:moveTo>
                  <a:cubicBezTo>
                    <a:pt x="5212" y="0"/>
                    <a:pt x="5128" y="37"/>
                    <a:pt x="5079" y="109"/>
                  </a:cubicBezTo>
                  <a:cubicBezTo>
                    <a:pt x="4629" y="591"/>
                    <a:pt x="3922" y="1202"/>
                    <a:pt x="2765" y="1716"/>
                  </a:cubicBezTo>
                  <a:cubicBezTo>
                    <a:pt x="1736" y="2166"/>
                    <a:pt x="868" y="2391"/>
                    <a:pt x="258" y="2488"/>
                  </a:cubicBezTo>
                  <a:cubicBezTo>
                    <a:pt x="161" y="2488"/>
                    <a:pt x="97" y="2552"/>
                    <a:pt x="33" y="2648"/>
                  </a:cubicBezTo>
                  <a:cubicBezTo>
                    <a:pt x="1" y="2713"/>
                    <a:pt x="1" y="2809"/>
                    <a:pt x="65" y="2873"/>
                  </a:cubicBezTo>
                  <a:cubicBezTo>
                    <a:pt x="547" y="3709"/>
                    <a:pt x="1029" y="4481"/>
                    <a:pt x="1543" y="5059"/>
                  </a:cubicBezTo>
                  <a:cubicBezTo>
                    <a:pt x="2026" y="5638"/>
                    <a:pt x="2540" y="6056"/>
                    <a:pt x="3119" y="6120"/>
                  </a:cubicBezTo>
                  <a:cubicBezTo>
                    <a:pt x="3215" y="6152"/>
                    <a:pt x="3311" y="6152"/>
                    <a:pt x="3408" y="6152"/>
                  </a:cubicBezTo>
                  <a:cubicBezTo>
                    <a:pt x="3858" y="6152"/>
                    <a:pt x="4276" y="5991"/>
                    <a:pt x="4597" y="5734"/>
                  </a:cubicBezTo>
                  <a:cubicBezTo>
                    <a:pt x="5111" y="5316"/>
                    <a:pt x="5497" y="4770"/>
                    <a:pt x="5754" y="4191"/>
                  </a:cubicBezTo>
                  <a:cubicBezTo>
                    <a:pt x="6012" y="3613"/>
                    <a:pt x="6172" y="3066"/>
                    <a:pt x="6204" y="2713"/>
                  </a:cubicBezTo>
                  <a:cubicBezTo>
                    <a:pt x="6237" y="2520"/>
                    <a:pt x="6269" y="2198"/>
                    <a:pt x="6269" y="1813"/>
                  </a:cubicBezTo>
                  <a:cubicBezTo>
                    <a:pt x="6269" y="1491"/>
                    <a:pt x="6237" y="1137"/>
                    <a:pt x="6108" y="784"/>
                  </a:cubicBezTo>
                  <a:cubicBezTo>
                    <a:pt x="5979" y="462"/>
                    <a:pt x="5754" y="141"/>
                    <a:pt x="5369" y="12"/>
                  </a:cubicBezTo>
                  <a:cubicBezTo>
                    <a:pt x="5345" y="4"/>
                    <a:pt x="5318" y="0"/>
                    <a:pt x="52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62"/>
            <p:cNvSpPr/>
            <p:nvPr/>
          </p:nvSpPr>
          <p:spPr>
            <a:xfrm>
              <a:off x="2013100" y="2523650"/>
              <a:ext cx="178425" cy="93975"/>
            </a:xfrm>
            <a:custGeom>
              <a:avLst/>
              <a:gdLst/>
              <a:ahLst/>
              <a:cxnLst/>
              <a:rect l="l" t="t" r="r" b="b"/>
              <a:pathLst>
                <a:path w="7137" h="3759" extrusionOk="0">
                  <a:moveTo>
                    <a:pt x="4044" y="1"/>
                  </a:moveTo>
                  <a:cubicBezTo>
                    <a:pt x="2559" y="1"/>
                    <a:pt x="781" y="285"/>
                    <a:pt x="611" y="769"/>
                  </a:cubicBezTo>
                  <a:cubicBezTo>
                    <a:pt x="483" y="1155"/>
                    <a:pt x="1" y="2312"/>
                    <a:pt x="1254" y="3759"/>
                  </a:cubicBezTo>
                  <a:cubicBezTo>
                    <a:pt x="2144" y="3303"/>
                    <a:pt x="3430" y="2832"/>
                    <a:pt x="4904" y="2832"/>
                  </a:cubicBezTo>
                  <a:cubicBezTo>
                    <a:pt x="5613" y="2832"/>
                    <a:pt x="6365" y="2941"/>
                    <a:pt x="7137" y="3212"/>
                  </a:cubicBezTo>
                  <a:cubicBezTo>
                    <a:pt x="6847" y="1734"/>
                    <a:pt x="6622" y="544"/>
                    <a:pt x="6622" y="544"/>
                  </a:cubicBezTo>
                  <a:cubicBezTo>
                    <a:pt x="6622" y="544"/>
                    <a:pt x="6783" y="384"/>
                    <a:pt x="5337" y="94"/>
                  </a:cubicBezTo>
                  <a:cubicBezTo>
                    <a:pt x="4981" y="31"/>
                    <a:pt x="4528" y="1"/>
                    <a:pt x="40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62"/>
            <p:cNvSpPr/>
            <p:nvPr/>
          </p:nvSpPr>
          <p:spPr>
            <a:xfrm>
              <a:off x="2013100" y="2524400"/>
              <a:ext cx="86025" cy="93225"/>
            </a:xfrm>
            <a:custGeom>
              <a:avLst/>
              <a:gdLst/>
              <a:ahLst/>
              <a:cxnLst/>
              <a:rect l="l" t="t" r="r" b="b"/>
              <a:pathLst>
                <a:path w="3441" h="3729" extrusionOk="0">
                  <a:moveTo>
                    <a:pt x="3440" y="0"/>
                  </a:moveTo>
                  <a:lnTo>
                    <a:pt x="3440" y="0"/>
                  </a:lnTo>
                  <a:cubicBezTo>
                    <a:pt x="2122" y="64"/>
                    <a:pt x="772" y="322"/>
                    <a:pt x="611" y="739"/>
                  </a:cubicBezTo>
                  <a:cubicBezTo>
                    <a:pt x="483" y="1125"/>
                    <a:pt x="1" y="2282"/>
                    <a:pt x="1254" y="3729"/>
                  </a:cubicBezTo>
                  <a:cubicBezTo>
                    <a:pt x="1833" y="3440"/>
                    <a:pt x="2572" y="3118"/>
                    <a:pt x="3440" y="2957"/>
                  </a:cubicBezTo>
                  <a:cubicBezTo>
                    <a:pt x="3440" y="2668"/>
                    <a:pt x="3408" y="2379"/>
                    <a:pt x="3408" y="2154"/>
                  </a:cubicBezTo>
                  <a:cubicBezTo>
                    <a:pt x="3376" y="1607"/>
                    <a:pt x="3408" y="868"/>
                    <a:pt x="34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62"/>
            <p:cNvSpPr/>
            <p:nvPr/>
          </p:nvSpPr>
          <p:spPr>
            <a:xfrm>
              <a:off x="2023550" y="2524400"/>
              <a:ext cx="75575" cy="93225"/>
            </a:xfrm>
            <a:custGeom>
              <a:avLst/>
              <a:gdLst/>
              <a:ahLst/>
              <a:cxnLst/>
              <a:rect l="l" t="t" r="r" b="b"/>
              <a:pathLst>
                <a:path w="3023" h="3729" extrusionOk="0">
                  <a:moveTo>
                    <a:pt x="3022" y="0"/>
                  </a:moveTo>
                  <a:lnTo>
                    <a:pt x="3022" y="0"/>
                  </a:lnTo>
                  <a:cubicBezTo>
                    <a:pt x="1704" y="64"/>
                    <a:pt x="386" y="322"/>
                    <a:pt x="193" y="739"/>
                  </a:cubicBezTo>
                  <a:cubicBezTo>
                    <a:pt x="129" y="932"/>
                    <a:pt x="1" y="1286"/>
                    <a:pt x="1" y="1736"/>
                  </a:cubicBezTo>
                  <a:cubicBezTo>
                    <a:pt x="1" y="2218"/>
                    <a:pt x="129" y="2797"/>
                    <a:pt x="611" y="3407"/>
                  </a:cubicBezTo>
                  <a:cubicBezTo>
                    <a:pt x="676" y="3504"/>
                    <a:pt x="772" y="3632"/>
                    <a:pt x="836" y="3729"/>
                  </a:cubicBezTo>
                  <a:cubicBezTo>
                    <a:pt x="1061" y="3632"/>
                    <a:pt x="1254" y="3536"/>
                    <a:pt x="1479" y="3440"/>
                  </a:cubicBezTo>
                  <a:lnTo>
                    <a:pt x="1511" y="3440"/>
                  </a:lnTo>
                  <a:cubicBezTo>
                    <a:pt x="1961" y="3247"/>
                    <a:pt x="2444" y="3086"/>
                    <a:pt x="3022" y="2957"/>
                  </a:cubicBezTo>
                  <a:cubicBezTo>
                    <a:pt x="3022" y="2668"/>
                    <a:pt x="2990" y="2379"/>
                    <a:pt x="2990" y="2154"/>
                  </a:cubicBezTo>
                  <a:cubicBezTo>
                    <a:pt x="2990" y="1961"/>
                    <a:pt x="2990" y="1736"/>
                    <a:pt x="2990" y="1511"/>
                  </a:cubicBezTo>
                  <a:cubicBezTo>
                    <a:pt x="2990" y="1093"/>
                    <a:pt x="2990" y="547"/>
                    <a:pt x="302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62"/>
            <p:cNvSpPr/>
            <p:nvPr/>
          </p:nvSpPr>
          <p:spPr>
            <a:xfrm>
              <a:off x="2016325" y="2517150"/>
              <a:ext cx="182450" cy="106975"/>
            </a:xfrm>
            <a:custGeom>
              <a:avLst/>
              <a:gdLst/>
              <a:ahLst/>
              <a:cxnLst/>
              <a:rect l="l" t="t" r="r" b="b"/>
              <a:pathLst>
                <a:path w="7298" h="4279" extrusionOk="0">
                  <a:moveTo>
                    <a:pt x="3922" y="515"/>
                  </a:moveTo>
                  <a:cubicBezTo>
                    <a:pt x="4404" y="515"/>
                    <a:pt x="4822" y="547"/>
                    <a:pt x="5175" y="612"/>
                  </a:cubicBezTo>
                  <a:cubicBezTo>
                    <a:pt x="5722" y="740"/>
                    <a:pt x="6043" y="837"/>
                    <a:pt x="6172" y="901"/>
                  </a:cubicBezTo>
                  <a:lnTo>
                    <a:pt x="6247" y="926"/>
                  </a:lnTo>
                  <a:lnTo>
                    <a:pt x="6247" y="926"/>
                  </a:lnTo>
                  <a:cubicBezTo>
                    <a:pt x="6289" y="1149"/>
                    <a:pt x="6451" y="1999"/>
                    <a:pt x="6660" y="3074"/>
                  </a:cubicBezTo>
                  <a:lnTo>
                    <a:pt x="6660" y="3074"/>
                  </a:lnTo>
                  <a:cubicBezTo>
                    <a:pt x="6008" y="2894"/>
                    <a:pt x="5367" y="2830"/>
                    <a:pt x="4790" y="2830"/>
                  </a:cubicBezTo>
                  <a:cubicBezTo>
                    <a:pt x="3359" y="2830"/>
                    <a:pt x="2121" y="3244"/>
                    <a:pt x="1231" y="3689"/>
                  </a:cubicBezTo>
                  <a:lnTo>
                    <a:pt x="1231" y="3689"/>
                  </a:lnTo>
                  <a:cubicBezTo>
                    <a:pt x="687" y="3040"/>
                    <a:pt x="547" y="2477"/>
                    <a:pt x="547" y="2026"/>
                  </a:cubicBezTo>
                  <a:cubicBezTo>
                    <a:pt x="547" y="1608"/>
                    <a:pt x="675" y="1319"/>
                    <a:pt x="740" y="1126"/>
                  </a:cubicBezTo>
                  <a:cubicBezTo>
                    <a:pt x="740" y="1094"/>
                    <a:pt x="868" y="997"/>
                    <a:pt x="1061" y="933"/>
                  </a:cubicBezTo>
                  <a:cubicBezTo>
                    <a:pt x="1350" y="804"/>
                    <a:pt x="1800" y="708"/>
                    <a:pt x="2315" y="644"/>
                  </a:cubicBezTo>
                  <a:cubicBezTo>
                    <a:pt x="2829" y="579"/>
                    <a:pt x="3375" y="515"/>
                    <a:pt x="3922" y="515"/>
                  </a:cubicBezTo>
                  <a:close/>
                  <a:moveTo>
                    <a:pt x="3922" y="1"/>
                  </a:moveTo>
                  <a:cubicBezTo>
                    <a:pt x="3150" y="1"/>
                    <a:pt x="2315" y="65"/>
                    <a:pt x="1640" y="194"/>
                  </a:cubicBezTo>
                  <a:cubicBezTo>
                    <a:pt x="1318" y="290"/>
                    <a:pt x="1029" y="354"/>
                    <a:pt x="772" y="483"/>
                  </a:cubicBezTo>
                  <a:cubicBezTo>
                    <a:pt x="643" y="515"/>
                    <a:pt x="547" y="579"/>
                    <a:pt x="450" y="644"/>
                  </a:cubicBezTo>
                  <a:cubicBezTo>
                    <a:pt x="354" y="740"/>
                    <a:pt x="290" y="837"/>
                    <a:pt x="225" y="933"/>
                  </a:cubicBezTo>
                  <a:cubicBezTo>
                    <a:pt x="161" y="1126"/>
                    <a:pt x="32" y="1512"/>
                    <a:pt x="32" y="2026"/>
                  </a:cubicBezTo>
                  <a:cubicBezTo>
                    <a:pt x="0" y="2637"/>
                    <a:pt x="225" y="3408"/>
                    <a:pt x="932" y="4212"/>
                  </a:cubicBezTo>
                  <a:cubicBezTo>
                    <a:pt x="992" y="4251"/>
                    <a:pt x="1064" y="4279"/>
                    <a:pt x="1133" y="4279"/>
                  </a:cubicBezTo>
                  <a:cubicBezTo>
                    <a:pt x="1176" y="4279"/>
                    <a:pt x="1217" y="4268"/>
                    <a:pt x="1254" y="4244"/>
                  </a:cubicBezTo>
                  <a:cubicBezTo>
                    <a:pt x="2122" y="3826"/>
                    <a:pt x="3343" y="3376"/>
                    <a:pt x="4790" y="3376"/>
                  </a:cubicBezTo>
                  <a:cubicBezTo>
                    <a:pt x="5465" y="3376"/>
                    <a:pt x="6172" y="3472"/>
                    <a:pt x="6943" y="3730"/>
                  </a:cubicBezTo>
                  <a:cubicBezTo>
                    <a:pt x="6961" y="3738"/>
                    <a:pt x="6983" y="3742"/>
                    <a:pt x="7006" y="3742"/>
                  </a:cubicBezTo>
                  <a:cubicBezTo>
                    <a:pt x="7072" y="3742"/>
                    <a:pt x="7154" y="3712"/>
                    <a:pt x="7201" y="3665"/>
                  </a:cubicBezTo>
                  <a:cubicBezTo>
                    <a:pt x="7265" y="3601"/>
                    <a:pt x="7297" y="3505"/>
                    <a:pt x="7265" y="3408"/>
                  </a:cubicBezTo>
                  <a:cubicBezTo>
                    <a:pt x="6976" y="1929"/>
                    <a:pt x="6751" y="772"/>
                    <a:pt x="6751" y="772"/>
                  </a:cubicBezTo>
                  <a:lnTo>
                    <a:pt x="6749" y="772"/>
                  </a:lnTo>
                  <a:lnTo>
                    <a:pt x="6749" y="772"/>
                  </a:lnTo>
                  <a:cubicBezTo>
                    <a:pt x="6740" y="660"/>
                    <a:pt x="6681" y="577"/>
                    <a:pt x="6622" y="547"/>
                  </a:cubicBezTo>
                  <a:cubicBezTo>
                    <a:pt x="6526" y="451"/>
                    <a:pt x="6429" y="387"/>
                    <a:pt x="6204" y="322"/>
                  </a:cubicBezTo>
                  <a:cubicBezTo>
                    <a:pt x="6011" y="258"/>
                    <a:pt x="5722" y="194"/>
                    <a:pt x="5272" y="97"/>
                  </a:cubicBezTo>
                  <a:cubicBezTo>
                    <a:pt x="4886" y="33"/>
                    <a:pt x="4404" y="1"/>
                    <a:pt x="39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62"/>
            <p:cNvSpPr/>
            <p:nvPr/>
          </p:nvSpPr>
          <p:spPr>
            <a:xfrm>
              <a:off x="2067750" y="3353725"/>
              <a:ext cx="137450" cy="96575"/>
            </a:xfrm>
            <a:custGeom>
              <a:avLst/>
              <a:gdLst/>
              <a:ahLst/>
              <a:cxnLst/>
              <a:rect l="l" t="t" r="r" b="b"/>
              <a:pathLst>
                <a:path w="5498" h="3863" extrusionOk="0">
                  <a:moveTo>
                    <a:pt x="315" y="0"/>
                  </a:moveTo>
                  <a:cubicBezTo>
                    <a:pt x="222" y="0"/>
                    <a:pt x="129" y="43"/>
                    <a:pt x="65" y="129"/>
                  </a:cubicBezTo>
                  <a:cubicBezTo>
                    <a:pt x="0" y="257"/>
                    <a:pt x="65" y="418"/>
                    <a:pt x="193" y="515"/>
                  </a:cubicBezTo>
                  <a:cubicBezTo>
                    <a:pt x="1640" y="1318"/>
                    <a:pt x="2829" y="2122"/>
                    <a:pt x="3697" y="2765"/>
                  </a:cubicBezTo>
                  <a:cubicBezTo>
                    <a:pt x="4115" y="3054"/>
                    <a:pt x="4436" y="3311"/>
                    <a:pt x="4661" y="3504"/>
                  </a:cubicBezTo>
                  <a:cubicBezTo>
                    <a:pt x="4790" y="3600"/>
                    <a:pt x="4854" y="3665"/>
                    <a:pt x="4919" y="3729"/>
                  </a:cubicBezTo>
                  <a:cubicBezTo>
                    <a:pt x="4983" y="3761"/>
                    <a:pt x="5015" y="3793"/>
                    <a:pt x="5015" y="3793"/>
                  </a:cubicBezTo>
                  <a:cubicBezTo>
                    <a:pt x="5060" y="3838"/>
                    <a:pt x="5125" y="3862"/>
                    <a:pt x="5192" y="3862"/>
                  </a:cubicBezTo>
                  <a:cubicBezTo>
                    <a:pt x="5270" y="3862"/>
                    <a:pt x="5349" y="3830"/>
                    <a:pt x="5401" y="3761"/>
                  </a:cubicBezTo>
                  <a:cubicBezTo>
                    <a:pt x="5497" y="3665"/>
                    <a:pt x="5465" y="3472"/>
                    <a:pt x="5369" y="3375"/>
                  </a:cubicBezTo>
                  <a:cubicBezTo>
                    <a:pt x="5369" y="3375"/>
                    <a:pt x="3376" y="1672"/>
                    <a:pt x="451" y="32"/>
                  </a:cubicBezTo>
                  <a:cubicBezTo>
                    <a:pt x="408" y="11"/>
                    <a:pt x="361" y="0"/>
                    <a:pt x="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62"/>
            <p:cNvSpPr/>
            <p:nvPr/>
          </p:nvSpPr>
          <p:spPr>
            <a:xfrm>
              <a:off x="2120800" y="2560950"/>
              <a:ext cx="365650" cy="417475"/>
            </a:xfrm>
            <a:custGeom>
              <a:avLst/>
              <a:gdLst/>
              <a:ahLst/>
              <a:cxnLst/>
              <a:rect l="l" t="t" r="r" b="b"/>
              <a:pathLst>
                <a:path w="14626" h="16699" extrusionOk="0">
                  <a:moveTo>
                    <a:pt x="9268" y="1"/>
                  </a:moveTo>
                  <a:cubicBezTo>
                    <a:pt x="8970" y="1"/>
                    <a:pt x="8666" y="38"/>
                    <a:pt x="8358" y="113"/>
                  </a:cubicBezTo>
                  <a:cubicBezTo>
                    <a:pt x="6011" y="660"/>
                    <a:pt x="6429" y="1978"/>
                    <a:pt x="6429" y="1978"/>
                  </a:cubicBezTo>
                  <a:cubicBezTo>
                    <a:pt x="6429" y="1978"/>
                    <a:pt x="6018" y="1876"/>
                    <a:pt x="5450" y="1876"/>
                  </a:cubicBezTo>
                  <a:cubicBezTo>
                    <a:pt x="4661" y="1876"/>
                    <a:pt x="3571" y="2072"/>
                    <a:pt x="2861" y="3006"/>
                  </a:cubicBezTo>
                  <a:cubicBezTo>
                    <a:pt x="1639" y="4613"/>
                    <a:pt x="2475" y="6221"/>
                    <a:pt x="2475" y="6221"/>
                  </a:cubicBezTo>
                  <a:cubicBezTo>
                    <a:pt x="2475" y="6221"/>
                    <a:pt x="868" y="7539"/>
                    <a:pt x="418" y="9821"/>
                  </a:cubicBezTo>
                  <a:cubicBezTo>
                    <a:pt x="0" y="12103"/>
                    <a:pt x="3279" y="16218"/>
                    <a:pt x="4050" y="16603"/>
                  </a:cubicBezTo>
                  <a:cubicBezTo>
                    <a:pt x="4169" y="16670"/>
                    <a:pt x="4292" y="16699"/>
                    <a:pt x="4414" y="16699"/>
                  </a:cubicBezTo>
                  <a:cubicBezTo>
                    <a:pt x="5055" y="16699"/>
                    <a:pt x="5690" y="15928"/>
                    <a:pt x="5690" y="15928"/>
                  </a:cubicBezTo>
                  <a:cubicBezTo>
                    <a:pt x="5690" y="15928"/>
                    <a:pt x="4982" y="13614"/>
                    <a:pt x="5561" y="13453"/>
                  </a:cubicBezTo>
                  <a:cubicBezTo>
                    <a:pt x="5599" y="13441"/>
                    <a:pt x="5638" y="13435"/>
                    <a:pt x="5680" y="13435"/>
                  </a:cubicBezTo>
                  <a:cubicBezTo>
                    <a:pt x="6269" y="13435"/>
                    <a:pt x="7168" y="14643"/>
                    <a:pt x="7168" y="14643"/>
                  </a:cubicBezTo>
                  <a:cubicBezTo>
                    <a:pt x="7168" y="14643"/>
                    <a:pt x="7303" y="14828"/>
                    <a:pt x="7499" y="14828"/>
                  </a:cubicBezTo>
                  <a:cubicBezTo>
                    <a:pt x="7686" y="14828"/>
                    <a:pt x="7929" y="14659"/>
                    <a:pt x="8165" y="14000"/>
                  </a:cubicBezTo>
                  <a:cubicBezTo>
                    <a:pt x="8647" y="12617"/>
                    <a:pt x="8679" y="11107"/>
                    <a:pt x="8679" y="11107"/>
                  </a:cubicBezTo>
                  <a:cubicBezTo>
                    <a:pt x="8679" y="11107"/>
                    <a:pt x="14626" y="8471"/>
                    <a:pt x="13726" y="4838"/>
                  </a:cubicBezTo>
                  <a:cubicBezTo>
                    <a:pt x="12970" y="1677"/>
                    <a:pt x="11265" y="1"/>
                    <a:pt x="92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62"/>
            <p:cNvSpPr/>
            <p:nvPr/>
          </p:nvSpPr>
          <p:spPr>
            <a:xfrm>
              <a:off x="2124000" y="2554125"/>
              <a:ext cx="348800" cy="430975"/>
            </a:xfrm>
            <a:custGeom>
              <a:avLst/>
              <a:gdLst/>
              <a:ahLst/>
              <a:cxnLst/>
              <a:rect l="l" t="t" r="r" b="b"/>
              <a:pathLst>
                <a:path w="13952" h="17239" extrusionOk="0">
                  <a:moveTo>
                    <a:pt x="9130" y="547"/>
                  </a:moveTo>
                  <a:cubicBezTo>
                    <a:pt x="10062" y="547"/>
                    <a:pt x="10898" y="933"/>
                    <a:pt x="11637" y="1672"/>
                  </a:cubicBezTo>
                  <a:cubicBezTo>
                    <a:pt x="12376" y="2443"/>
                    <a:pt x="12955" y="3601"/>
                    <a:pt x="13341" y="5176"/>
                  </a:cubicBezTo>
                  <a:cubicBezTo>
                    <a:pt x="13405" y="5401"/>
                    <a:pt x="13437" y="5626"/>
                    <a:pt x="13437" y="5851"/>
                  </a:cubicBezTo>
                  <a:cubicBezTo>
                    <a:pt x="13437" y="6590"/>
                    <a:pt x="13148" y="7297"/>
                    <a:pt x="12665" y="7940"/>
                  </a:cubicBezTo>
                  <a:cubicBezTo>
                    <a:pt x="11990" y="8872"/>
                    <a:pt x="10930" y="9708"/>
                    <a:pt x="10030" y="10255"/>
                  </a:cubicBezTo>
                  <a:cubicBezTo>
                    <a:pt x="9612" y="10544"/>
                    <a:pt x="9194" y="10769"/>
                    <a:pt x="8905" y="10897"/>
                  </a:cubicBezTo>
                  <a:cubicBezTo>
                    <a:pt x="8776" y="10994"/>
                    <a:pt x="8647" y="11026"/>
                    <a:pt x="8583" y="11090"/>
                  </a:cubicBezTo>
                  <a:cubicBezTo>
                    <a:pt x="8487" y="11122"/>
                    <a:pt x="8455" y="11122"/>
                    <a:pt x="8455" y="11122"/>
                  </a:cubicBezTo>
                  <a:cubicBezTo>
                    <a:pt x="8358" y="11187"/>
                    <a:pt x="8294" y="11251"/>
                    <a:pt x="8294" y="11380"/>
                  </a:cubicBezTo>
                  <a:lnTo>
                    <a:pt x="8294" y="11444"/>
                  </a:lnTo>
                  <a:cubicBezTo>
                    <a:pt x="8262" y="11733"/>
                    <a:pt x="8197" y="13019"/>
                    <a:pt x="7780" y="14176"/>
                  </a:cubicBezTo>
                  <a:cubicBezTo>
                    <a:pt x="7683" y="14498"/>
                    <a:pt x="7555" y="14658"/>
                    <a:pt x="7490" y="14755"/>
                  </a:cubicBezTo>
                  <a:cubicBezTo>
                    <a:pt x="7394" y="14851"/>
                    <a:pt x="7362" y="14851"/>
                    <a:pt x="7362" y="14851"/>
                  </a:cubicBezTo>
                  <a:lnTo>
                    <a:pt x="7297" y="14819"/>
                  </a:lnTo>
                  <a:lnTo>
                    <a:pt x="7265" y="14787"/>
                  </a:lnTo>
                  <a:cubicBezTo>
                    <a:pt x="7233" y="14755"/>
                    <a:pt x="7008" y="14465"/>
                    <a:pt x="6687" y="14112"/>
                  </a:cubicBezTo>
                  <a:cubicBezTo>
                    <a:pt x="6526" y="13951"/>
                    <a:pt x="6365" y="13790"/>
                    <a:pt x="6172" y="13662"/>
                  </a:cubicBezTo>
                  <a:cubicBezTo>
                    <a:pt x="5979" y="13533"/>
                    <a:pt x="5754" y="13437"/>
                    <a:pt x="5529" y="13437"/>
                  </a:cubicBezTo>
                  <a:cubicBezTo>
                    <a:pt x="5465" y="13437"/>
                    <a:pt x="5401" y="13437"/>
                    <a:pt x="5337" y="13469"/>
                  </a:cubicBezTo>
                  <a:cubicBezTo>
                    <a:pt x="5240" y="13501"/>
                    <a:pt x="5176" y="13533"/>
                    <a:pt x="5112" y="13598"/>
                  </a:cubicBezTo>
                  <a:cubicBezTo>
                    <a:pt x="5015" y="13694"/>
                    <a:pt x="4983" y="13823"/>
                    <a:pt x="4951" y="13919"/>
                  </a:cubicBezTo>
                  <a:cubicBezTo>
                    <a:pt x="4951" y="14048"/>
                    <a:pt x="4919" y="14176"/>
                    <a:pt x="4919" y="14305"/>
                  </a:cubicBezTo>
                  <a:cubicBezTo>
                    <a:pt x="4919" y="14690"/>
                    <a:pt x="5015" y="15173"/>
                    <a:pt x="5112" y="15591"/>
                  </a:cubicBezTo>
                  <a:cubicBezTo>
                    <a:pt x="5169" y="15821"/>
                    <a:pt x="5227" y="16016"/>
                    <a:pt x="5264" y="16137"/>
                  </a:cubicBezTo>
                  <a:lnTo>
                    <a:pt x="5264" y="16137"/>
                  </a:lnTo>
                  <a:cubicBezTo>
                    <a:pt x="5196" y="16208"/>
                    <a:pt x="5085" y="16312"/>
                    <a:pt x="4951" y="16426"/>
                  </a:cubicBezTo>
                  <a:cubicBezTo>
                    <a:pt x="4726" y="16587"/>
                    <a:pt x="4469" y="16716"/>
                    <a:pt x="4276" y="16716"/>
                  </a:cubicBezTo>
                  <a:cubicBezTo>
                    <a:pt x="4179" y="16716"/>
                    <a:pt x="4115" y="16683"/>
                    <a:pt x="4019" y="16651"/>
                  </a:cubicBezTo>
                  <a:cubicBezTo>
                    <a:pt x="3986" y="16619"/>
                    <a:pt x="3858" y="16555"/>
                    <a:pt x="3729" y="16426"/>
                  </a:cubicBezTo>
                  <a:cubicBezTo>
                    <a:pt x="3247" y="15944"/>
                    <a:pt x="2411" y="14948"/>
                    <a:pt x="1736" y="13823"/>
                  </a:cubicBezTo>
                  <a:cubicBezTo>
                    <a:pt x="1061" y="12730"/>
                    <a:pt x="515" y="11476"/>
                    <a:pt x="547" y="10544"/>
                  </a:cubicBezTo>
                  <a:cubicBezTo>
                    <a:pt x="547" y="10415"/>
                    <a:pt x="547" y="10287"/>
                    <a:pt x="579" y="10158"/>
                  </a:cubicBezTo>
                  <a:cubicBezTo>
                    <a:pt x="772" y="9065"/>
                    <a:pt x="1254" y="8197"/>
                    <a:pt x="1704" y="7587"/>
                  </a:cubicBezTo>
                  <a:cubicBezTo>
                    <a:pt x="1929" y="7297"/>
                    <a:pt x="2122" y="7072"/>
                    <a:pt x="2283" y="6912"/>
                  </a:cubicBezTo>
                  <a:cubicBezTo>
                    <a:pt x="2379" y="6847"/>
                    <a:pt x="2444" y="6783"/>
                    <a:pt x="2476" y="6751"/>
                  </a:cubicBezTo>
                  <a:lnTo>
                    <a:pt x="2508" y="6687"/>
                  </a:lnTo>
                  <a:lnTo>
                    <a:pt x="2540" y="6687"/>
                  </a:lnTo>
                  <a:cubicBezTo>
                    <a:pt x="2636" y="6622"/>
                    <a:pt x="2669" y="6461"/>
                    <a:pt x="2604" y="6365"/>
                  </a:cubicBezTo>
                  <a:cubicBezTo>
                    <a:pt x="2572" y="6301"/>
                    <a:pt x="2347" y="5851"/>
                    <a:pt x="2347" y="5176"/>
                  </a:cubicBezTo>
                  <a:cubicBezTo>
                    <a:pt x="2347" y="4661"/>
                    <a:pt x="2476" y="4083"/>
                    <a:pt x="2958" y="3440"/>
                  </a:cubicBezTo>
                  <a:cubicBezTo>
                    <a:pt x="3247" y="3022"/>
                    <a:pt x="3665" y="2765"/>
                    <a:pt x="4083" y="2604"/>
                  </a:cubicBezTo>
                  <a:cubicBezTo>
                    <a:pt x="4501" y="2476"/>
                    <a:pt x="4951" y="2411"/>
                    <a:pt x="5304" y="2411"/>
                  </a:cubicBezTo>
                  <a:cubicBezTo>
                    <a:pt x="5594" y="2411"/>
                    <a:pt x="5819" y="2443"/>
                    <a:pt x="5979" y="2476"/>
                  </a:cubicBezTo>
                  <a:cubicBezTo>
                    <a:pt x="6076" y="2476"/>
                    <a:pt x="6140" y="2476"/>
                    <a:pt x="6172" y="2508"/>
                  </a:cubicBezTo>
                  <a:lnTo>
                    <a:pt x="6237" y="2508"/>
                  </a:lnTo>
                  <a:cubicBezTo>
                    <a:pt x="6262" y="2516"/>
                    <a:pt x="6288" y="2520"/>
                    <a:pt x="6314" y="2520"/>
                  </a:cubicBezTo>
                  <a:cubicBezTo>
                    <a:pt x="6382" y="2520"/>
                    <a:pt x="6447" y="2490"/>
                    <a:pt x="6494" y="2443"/>
                  </a:cubicBezTo>
                  <a:cubicBezTo>
                    <a:pt x="6558" y="2347"/>
                    <a:pt x="6590" y="2251"/>
                    <a:pt x="6558" y="2154"/>
                  </a:cubicBezTo>
                  <a:cubicBezTo>
                    <a:pt x="6558" y="2154"/>
                    <a:pt x="6526" y="2090"/>
                    <a:pt x="6526" y="2026"/>
                  </a:cubicBezTo>
                  <a:cubicBezTo>
                    <a:pt x="6526" y="1865"/>
                    <a:pt x="6590" y="1640"/>
                    <a:pt x="6815" y="1383"/>
                  </a:cubicBezTo>
                  <a:cubicBezTo>
                    <a:pt x="7040" y="1126"/>
                    <a:pt x="7458" y="836"/>
                    <a:pt x="8294" y="643"/>
                  </a:cubicBezTo>
                  <a:cubicBezTo>
                    <a:pt x="8583" y="579"/>
                    <a:pt x="8872" y="547"/>
                    <a:pt x="9130" y="547"/>
                  </a:cubicBezTo>
                  <a:close/>
                  <a:moveTo>
                    <a:pt x="9130" y="0"/>
                  </a:moveTo>
                  <a:cubicBezTo>
                    <a:pt x="8840" y="0"/>
                    <a:pt x="8519" y="33"/>
                    <a:pt x="8197" y="129"/>
                  </a:cubicBezTo>
                  <a:cubicBezTo>
                    <a:pt x="7265" y="322"/>
                    <a:pt x="6719" y="675"/>
                    <a:pt x="6397" y="1029"/>
                  </a:cubicBezTo>
                  <a:cubicBezTo>
                    <a:pt x="6117" y="1338"/>
                    <a:pt x="6032" y="1670"/>
                    <a:pt x="6015" y="1921"/>
                  </a:cubicBezTo>
                  <a:lnTo>
                    <a:pt x="6015" y="1921"/>
                  </a:lnTo>
                  <a:cubicBezTo>
                    <a:pt x="5831" y="1892"/>
                    <a:pt x="5584" y="1865"/>
                    <a:pt x="5304" y="1865"/>
                  </a:cubicBezTo>
                  <a:cubicBezTo>
                    <a:pt x="4887" y="1865"/>
                    <a:pt x="4404" y="1929"/>
                    <a:pt x="3890" y="2122"/>
                  </a:cubicBezTo>
                  <a:cubicBezTo>
                    <a:pt x="3408" y="2283"/>
                    <a:pt x="2894" y="2604"/>
                    <a:pt x="2508" y="3118"/>
                  </a:cubicBezTo>
                  <a:cubicBezTo>
                    <a:pt x="1961" y="3858"/>
                    <a:pt x="1801" y="4597"/>
                    <a:pt x="1801" y="5176"/>
                  </a:cubicBezTo>
                  <a:cubicBezTo>
                    <a:pt x="1801" y="5724"/>
                    <a:pt x="1939" y="6162"/>
                    <a:pt x="2034" y="6407"/>
                  </a:cubicBezTo>
                  <a:lnTo>
                    <a:pt x="2034" y="6407"/>
                  </a:lnTo>
                  <a:cubicBezTo>
                    <a:pt x="1607" y="6815"/>
                    <a:pt x="404" y="8099"/>
                    <a:pt x="33" y="10062"/>
                  </a:cubicBezTo>
                  <a:cubicBezTo>
                    <a:pt x="1" y="10222"/>
                    <a:pt x="1" y="10383"/>
                    <a:pt x="1" y="10544"/>
                  </a:cubicBezTo>
                  <a:cubicBezTo>
                    <a:pt x="1" y="11187"/>
                    <a:pt x="193" y="11862"/>
                    <a:pt x="483" y="12569"/>
                  </a:cubicBezTo>
                  <a:cubicBezTo>
                    <a:pt x="933" y="13598"/>
                    <a:pt x="1608" y="14658"/>
                    <a:pt x="2219" y="15494"/>
                  </a:cubicBezTo>
                  <a:cubicBezTo>
                    <a:pt x="2540" y="15912"/>
                    <a:pt x="2861" y="16266"/>
                    <a:pt x="3119" y="16555"/>
                  </a:cubicBezTo>
                  <a:cubicBezTo>
                    <a:pt x="3376" y="16844"/>
                    <a:pt x="3601" y="17037"/>
                    <a:pt x="3794" y="17133"/>
                  </a:cubicBezTo>
                  <a:cubicBezTo>
                    <a:pt x="3899" y="17186"/>
                    <a:pt x="4046" y="17238"/>
                    <a:pt x="4185" y="17238"/>
                  </a:cubicBezTo>
                  <a:cubicBezTo>
                    <a:pt x="4216" y="17238"/>
                    <a:pt x="4246" y="17236"/>
                    <a:pt x="4276" y="17230"/>
                  </a:cubicBezTo>
                  <a:cubicBezTo>
                    <a:pt x="4694" y="17230"/>
                    <a:pt x="5047" y="17005"/>
                    <a:pt x="5337" y="16812"/>
                  </a:cubicBezTo>
                  <a:cubicBezTo>
                    <a:pt x="5594" y="16587"/>
                    <a:pt x="5754" y="16394"/>
                    <a:pt x="5754" y="16362"/>
                  </a:cubicBezTo>
                  <a:cubicBezTo>
                    <a:pt x="5819" y="16298"/>
                    <a:pt x="5851" y="16201"/>
                    <a:pt x="5819" y="16105"/>
                  </a:cubicBezTo>
                  <a:cubicBezTo>
                    <a:pt x="5819" y="16105"/>
                    <a:pt x="5787" y="16041"/>
                    <a:pt x="5754" y="15944"/>
                  </a:cubicBezTo>
                  <a:cubicBezTo>
                    <a:pt x="5658" y="15591"/>
                    <a:pt x="5465" y="14787"/>
                    <a:pt x="5465" y="14305"/>
                  </a:cubicBezTo>
                  <a:cubicBezTo>
                    <a:pt x="5465" y="14144"/>
                    <a:pt x="5465" y="14048"/>
                    <a:pt x="5497" y="14015"/>
                  </a:cubicBezTo>
                  <a:lnTo>
                    <a:pt x="5513" y="13983"/>
                  </a:lnTo>
                  <a:lnTo>
                    <a:pt x="5529" y="13983"/>
                  </a:lnTo>
                  <a:cubicBezTo>
                    <a:pt x="5541" y="13978"/>
                    <a:pt x="5554" y="13975"/>
                    <a:pt x="5569" y="13975"/>
                  </a:cubicBezTo>
                  <a:cubicBezTo>
                    <a:pt x="5639" y="13975"/>
                    <a:pt x="5745" y="14033"/>
                    <a:pt x="5851" y="14112"/>
                  </a:cubicBezTo>
                  <a:cubicBezTo>
                    <a:pt x="6076" y="14273"/>
                    <a:pt x="6333" y="14498"/>
                    <a:pt x="6526" y="14723"/>
                  </a:cubicBezTo>
                  <a:cubicBezTo>
                    <a:pt x="6622" y="14819"/>
                    <a:pt x="6687" y="14916"/>
                    <a:pt x="6751" y="14980"/>
                  </a:cubicBezTo>
                  <a:lnTo>
                    <a:pt x="6815" y="15076"/>
                  </a:lnTo>
                  <a:cubicBezTo>
                    <a:pt x="6815" y="15108"/>
                    <a:pt x="6879" y="15173"/>
                    <a:pt x="6976" y="15237"/>
                  </a:cubicBezTo>
                  <a:cubicBezTo>
                    <a:pt x="7040" y="15301"/>
                    <a:pt x="7169" y="15366"/>
                    <a:pt x="7362" y="15366"/>
                  </a:cubicBezTo>
                  <a:cubicBezTo>
                    <a:pt x="7555" y="15366"/>
                    <a:pt x="7747" y="15301"/>
                    <a:pt x="7876" y="15108"/>
                  </a:cubicBezTo>
                  <a:cubicBezTo>
                    <a:pt x="8037" y="14948"/>
                    <a:pt x="8165" y="14723"/>
                    <a:pt x="8294" y="14369"/>
                  </a:cubicBezTo>
                  <a:cubicBezTo>
                    <a:pt x="8714" y="13188"/>
                    <a:pt x="8791" y="11964"/>
                    <a:pt x="8822" y="11537"/>
                  </a:cubicBezTo>
                  <a:lnTo>
                    <a:pt x="8822" y="11537"/>
                  </a:lnTo>
                  <a:cubicBezTo>
                    <a:pt x="9193" y="11358"/>
                    <a:pt x="10228" y="10828"/>
                    <a:pt x="11283" y="10030"/>
                  </a:cubicBezTo>
                  <a:cubicBezTo>
                    <a:pt x="11958" y="9547"/>
                    <a:pt x="12601" y="8937"/>
                    <a:pt x="13116" y="8229"/>
                  </a:cubicBezTo>
                  <a:cubicBezTo>
                    <a:pt x="13598" y="7522"/>
                    <a:pt x="13951" y="6719"/>
                    <a:pt x="13951" y="5851"/>
                  </a:cubicBezTo>
                  <a:cubicBezTo>
                    <a:pt x="13951" y="5594"/>
                    <a:pt x="13919" y="5304"/>
                    <a:pt x="13855" y="5047"/>
                  </a:cubicBezTo>
                  <a:cubicBezTo>
                    <a:pt x="13469" y="3408"/>
                    <a:pt x="12826" y="2186"/>
                    <a:pt x="12023" y="1318"/>
                  </a:cubicBezTo>
                  <a:cubicBezTo>
                    <a:pt x="11219" y="450"/>
                    <a:pt x="10223" y="0"/>
                    <a:pt x="91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62"/>
            <p:cNvSpPr/>
            <p:nvPr/>
          </p:nvSpPr>
          <p:spPr>
            <a:xfrm>
              <a:off x="2203550" y="2655875"/>
              <a:ext cx="254775" cy="296875"/>
            </a:xfrm>
            <a:custGeom>
              <a:avLst/>
              <a:gdLst/>
              <a:ahLst/>
              <a:cxnLst/>
              <a:rect l="l" t="t" r="r" b="b"/>
              <a:pathLst>
                <a:path w="10191" h="11875" extrusionOk="0">
                  <a:moveTo>
                    <a:pt x="9689" y="0"/>
                  </a:moveTo>
                  <a:cubicBezTo>
                    <a:pt x="9641" y="0"/>
                    <a:pt x="9591" y="16"/>
                    <a:pt x="9548" y="45"/>
                  </a:cubicBezTo>
                  <a:cubicBezTo>
                    <a:pt x="9451" y="109"/>
                    <a:pt x="9451" y="238"/>
                    <a:pt x="9516" y="334"/>
                  </a:cubicBezTo>
                  <a:cubicBezTo>
                    <a:pt x="9548" y="366"/>
                    <a:pt x="9805" y="752"/>
                    <a:pt x="9805" y="1363"/>
                  </a:cubicBezTo>
                  <a:cubicBezTo>
                    <a:pt x="9805" y="1909"/>
                    <a:pt x="9580" y="2649"/>
                    <a:pt x="8712" y="3549"/>
                  </a:cubicBezTo>
                  <a:cubicBezTo>
                    <a:pt x="7780" y="4481"/>
                    <a:pt x="6173" y="5188"/>
                    <a:pt x="4662" y="5799"/>
                  </a:cubicBezTo>
                  <a:cubicBezTo>
                    <a:pt x="3923" y="6120"/>
                    <a:pt x="3183" y="6410"/>
                    <a:pt x="2572" y="6667"/>
                  </a:cubicBezTo>
                  <a:cubicBezTo>
                    <a:pt x="1962" y="6956"/>
                    <a:pt x="1447" y="7245"/>
                    <a:pt x="1126" y="7567"/>
                  </a:cubicBezTo>
                  <a:cubicBezTo>
                    <a:pt x="547" y="8178"/>
                    <a:pt x="290" y="9110"/>
                    <a:pt x="129" y="9945"/>
                  </a:cubicBezTo>
                  <a:cubicBezTo>
                    <a:pt x="1" y="10813"/>
                    <a:pt x="1" y="11521"/>
                    <a:pt x="1" y="11649"/>
                  </a:cubicBezTo>
                  <a:lnTo>
                    <a:pt x="1" y="11681"/>
                  </a:lnTo>
                  <a:cubicBezTo>
                    <a:pt x="1" y="11778"/>
                    <a:pt x="97" y="11874"/>
                    <a:pt x="226" y="11874"/>
                  </a:cubicBezTo>
                  <a:cubicBezTo>
                    <a:pt x="322" y="11842"/>
                    <a:pt x="419" y="11746"/>
                    <a:pt x="387" y="11649"/>
                  </a:cubicBezTo>
                  <a:cubicBezTo>
                    <a:pt x="387" y="11521"/>
                    <a:pt x="387" y="10813"/>
                    <a:pt x="547" y="10010"/>
                  </a:cubicBezTo>
                  <a:cubicBezTo>
                    <a:pt x="676" y="9206"/>
                    <a:pt x="933" y="8338"/>
                    <a:pt x="1415" y="7824"/>
                  </a:cubicBezTo>
                  <a:cubicBezTo>
                    <a:pt x="1672" y="7599"/>
                    <a:pt x="2122" y="7310"/>
                    <a:pt x="2733" y="7052"/>
                  </a:cubicBezTo>
                  <a:cubicBezTo>
                    <a:pt x="3633" y="6635"/>
                    <a:pt x="4823" y="6217"/>
                    <a:pt x="5980" y="5702"/>
                  </a:cubicBezTo>
                  <a:cubicBezTo>
                    <a:pt x="7105" y="5188"/>
                    <a:pt x="8230" y="4577"/>
                    <a:pt x="9001" y="3838"/>
                  </a:cubicBezTo>
                  <a:cubicBezTo>
                    <a:pt x="9934" y="2906"/>
                    <a:pt x="10191" y="2006"/>
                    <a:pt x="10191" y="1363"/>
                  </a:cubicBezTo>
                  <a:cubicBezTo>
                    <a:pt x="10191" y="591"/>
                    <a:pt x="9837" y="109"/>
                    <a:pt x="9837" y="77"/>
                  </a:cubicBezTo>
                  <a:cubicBezTo>
                    <a:pt x="9802" y="24"/>
                    <a:pt x="9747" y="0"/>
                    <a:pt x="96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62"/>
            <p:cNvSpPr/>
            <p:nvPr/>
          </p:nvSpPr>
          <p:spPr>
            <a:xfrm>
              <a:off x="2254175" y="2833475"/>
              <a:ext cx="89250" cy="68800"/>
            </a:xfrm>
            <a:custGeom>
              <a:avLst/>
              <a:gdLst/>
              <a:ahLst/>
              <a:cxnLst/>
              <a:rect l="l" t="t" r="r" b="b"/>
              <a:pathLst>
                <a:path w="3570" h="2752" extrusionOk="0">
                  <a:moveTo>
                    <a:pt x="3356" y="1"/>
                  </a:moveTo>
                  <a:cubicBezTo>
                    <a:pt x="3330" y="1"/>
                    <a:pt x="3304" y="5"/>
                    <a:pt x="3280" y="13"/>
                  </a:cubicBezTo>
                  <a:cubicBezTo>
                    <a:pt x="3280" y="13"/>
                    <a:pt x="2540" y="334"/>
                    <a:pt x="1769" y="784"/>
                  </a:cubicBezTo>
                  <a:cubicBezTo>
                    <a:pt x="1383" y="1009"/>
                    <a:pt x="997" y="1266"/>
                    <a:pt x="676" y="1556"/>
                  </a:cubicBezTo>
                  <a:cubicBezTo>
                    <a:pt x="355" y="1845"/>
                    <a:pt x="97" y="2134"/>
                    <a:pt x="1" y="2488"/>
                  </a:cubicBezTo>
                  <a:cubicBezTo>
                    <a:pt x="1" y="2616"/>
                    <a:pt x="65" y="2713"/>
                    <a:pt x="162" y="2745"/>
                  </a:cubicBezTo>
                  <a:cubicBezTo>
                    <a:pt x="179" y="2749"/>
                    <a:pt x="196" y="2751"/>
                    <a:pt x="212" y="2751"/>
                  </a:cubicBezTo>
                  <a:cubicBezTo>
                    <a:pt x="315" y="2751"/>
                    <a:pt x="391" y="2668"/>
                    <a:pt x="419" y="2584"/>
                  </a:cubicBezTo>
                  <a:cubicBezTo>
                    <a:pt x="451" y="2391"/>
                    <a:pt x="644" y="2102"/>
                    <a:pt x="933" y="1845"/>
                  </a:cubicBezTo>
                  <a:cubicBezTo>
                    <a:pt x="1383" y="1459"/>
                    <a:pt x="1994" y="1106"/>
                    <a:pt x="2508" y="816"/>
                  </a:cubicBezTo>
                  <a:cubicBezTo>
                    <a:pt x="2765" y="688"/>
                    <a:pt x="2990" y="591"/>
                    <a:pt x="3151" y="495"/>
                  </a:cubicBezTo>
                  <a:cubicBezTo>
                    <a:pt x="3344" y="431"/>
                    <a:pt x="3440" y="398"/>
                    <a:pt x="3440" y="398"/>
                  </a:cubicBezTo>
                  <a:cubicBezTo>
                    <a:pt x="3537" y="334"/>
                    <a:pt x="3569" y="238"/>
                    <a:pt x="3537" y="109"/>
                  </a:cubicBezTo>
                  <a:cubicBezTo>
                    <a:pt x="3513" y="37"/>
                    <a:pt x="3434" y="1"/>
                    <a:pt x="33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62"/>
            <p:cNvSpPr/>
            <p:nvPr/>
          </p:nvSpPr>
          <p:spPr>
            <a:xfrm>
              <a:off x="1974675" y="4962550"/>
              <a:ext cx="249000" cy="116775"/>
            </a:xfrm>
            <a:custGeom>
              <a:avLst/>
              <a:gdLst/>
              <a:ahLst/>
              <a:cxnLst/>
              <a:rect l="l" t="t" r="r" b="b"/>
              <a:pathLst>
                <a:path w="9960" h="4671" extrusionOk="0">
                  <a:moveTo>
                    <a:pt x="3691" y="1"/>
                  </a:moveTo>
                  <a:lnTo>
                    <a:pt x="413" y="804"/>
                  </a:lnTo>
                  <a:lnTo>
                    <a:pt x="91" y="3311"/>
                  </a:lnTo>
                  <a:cubicBezTo>
                    <a:pt x="1" y="4033"/>
                    <a:pt x="558" y="4671"/>
                    <a:pt x="1288" y="4671"/>
                  </a:cubicBezTo>
                  <a:cubicBezTo>
                    <a:pt x="1339" y="4671"/>
                    <a:pt x="1390" y="4668"/>
                    <a:pt x="1441" y="4661"/>
                  </a:cubicBezTo>
                  <a:lnTo>
                    <a:pt x="9509" y="3890"/>
                  </a:lnTo>
                  <a:cubicBezTo>
                    <a:pt x="9863" y="3858"/>
                    <a:pt x="9959" y="3344"/>
                    <a:pt x="9638" y="3183"/>
                  </a:cubicBezTo>
                  <a:lnTo>
                    <a:pt x="36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62"/>
            <p:cNvSpPr/>
            <p:nvPr/>
          </p:nvSpPr>
          <p:spPr>
            <a:xfrm>
              <a:off x="1969700" y="4955525"/>
              <a:ext cx="258000" cy="130800"/>
            </a:xfrm>
            <a:custGeom>
              <a:avLst/>
              <a:gdLst/>
              <a:ahLst/>
              <a:cxnLst/>
              <a:rect l="l" t="t" r="r" b="b"/>
              <a:pathLst>
                <a:path w="10320" h="5232" extrusionOk="0">
                  <a:moveTo>
                    <a:pt x="3864" y="561"/>
                  </a:moveTo>
                  <a:lnTo>
                    <a:pt x="9708" y="3689"/>
                  </a:lnTo>
                  <a:lnTo>
                    <a:pt x="9773" y="3785"/>
                  </a:lnTo>
                  <a:lnTo>
                    <a:pt x="9741" y="3882"/>
                  </a:lnTo>
                  <a:lnTo>
                    <a:pt x="9676" y="3914"/>
                  </a:lnTo>
                  <a:lnTo>
                    <a:pt x="1608" y="4685"/>
                  </a:lnTo>
                  <a:lnTo>
                    <a:pt x="1512" y="4685"/>
                  </a:lnTo>
                  <a:cubicBezTo>
                    <a:pt x="1255" y="4685"/>
                    <a:pt x="997" y="4589"/>
                    <a:pt x="837" y="4396"/>
                  </a:cubicBezTo>
                  <a:cubicBezTo>
                    <a:pt x="644" y="4235"/>
                    <a:pt x="547" y="4010"/>
                    <a:pt x="547" y="3753"/>
                  </a:cubicBezTo>
                  <a:lnTo>
                    <a:pt x="547" y="3625"/>
                  </a:lnTo>
                  <a:lnTo>
                    <a:pt x="869" y="1310"/>
                  </a:lnTo>
                  <a:lnTo>
                    <a:pt x="3864" y="561"/>
                  </a:lnTo>
                  <a:close/>
                  <a:moveTo>
                    <a:pt x="3922" y="0"/>
                  </a:moveTo>
                  <a:cubicBezTo>
                    <a:pt x="3890" y="0"/>
                    <a:pt x="3858" y="8"/>
                    <a:pt x="3826" y="24"/>
                  </a:cubicBezTo>
                  <a:lnTo>
                    <a:pt x="547" y="828"/>
                  </a:lnTo>
                  <a:cubicBezTo>
                    <a:pt x="451" y="860"/>
                    <a:pt x="354" y="924"/>
                    <a:pt x="354" y="1053"/>
                  </a:cubicBezTo>
                  <a:lnTo>
                    <a:pt x="33" y="3528"/>
                  </a:lnTo>
                  <a:cubicBezTo>
                    <a:pt x="33" y="3592"/>
                    <a:pt x="1" y="3689"/>
                    <a:pt x="1" y="3753"/>
                  </a:cubicBezTo>
                  <a:cubicBezTo>
                    <a:pt x="1" y="4557"/>
                    <a:pt x="676" y="5232"/>
                    <a:pt x="1512" y="5232"/>
                  </a:cubicBezTo>
                  <a:lnTo>
                    <a:pt x="1640" y="5232"/>
                  </a:lnTo>
                  <a:lnTo>
                    <a:pt x="9708" y="4428"/>
                  </a:lnTo>
                  <a:cubicBezTo>
                    <a:pt x="9901" y="4428"/>
                    <a:pt x="10062" y="4332"/>
                    <a:pt x="10158" y="4203"/>
                  </a:cubicBezTo>
                  <a:cubicBezTo>
                    <a:pt x="10255" y="4107"/>
                    <a:pt x="10319" y="3946"/>
                    <a:pt x="10319" y="3785"/>
                  </a:cubicBezTo>
                  <a:cubicBezTo>
                    <a:pt x="10319" y="3592"/>
                    <a:pt x="10191" y="3335"/>
                    <a:pt x="9966" y="3239"/>
                  </a:cubicBezTo>
                  <a:lnTo>
                    <a:pt x="4019" y="24"/>
                  </a:lnTo>
                  <a:cubicBezTo>
                    <a:pt x="3987" y="8"/>
                    <a:pt x="3955" y="0"/>
                    <a:pt x="39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62"/>
            <p:cNvSpPr/>
            <p:nvPr/>
          </p:nvSpPr>
          <p:spPr>
            <a:xfrm>
              <a:off x="1977750" y="5042900"/>
              <a:ext cx="245925" cy="36350"/>
            </a:xfrm>
            <a:custGeom>
              <a:avLst/>
              <a:gdLst/>
              <a:ahLst/>
              <a:cxnLst/>
              <a:rect l="l" t="t" r="r" b="b"/>
              <a:pathLst>
                <a:path w="9837" h="1454" extrusionOk="0">
                  <a:moveTo>
                    <a:pt x="9579" y="1"/>
                  </a:moveTo>
                  <a:lnTo>
                    <a:pt x="9579" y="1"/>
                  </a:lnTo>
                  <a:cubicBezTo>
                    <a:pt x="7683" y="226"/>
                    <a:pt x="4758" y="33"/>
                    <a:pt x="2733" y="355"/>
                  </a:cubicBezTo>
                  <a:cubicBezTo>
                    <a:pt x="1924" y="502"/>
                    <a:pt x="1305" y="554"/>
                    <a:pt x="833" y="554"/>
                  </a:cubicBezTo>
                  <a:cubicBezTo>
                    <a:pt x="479" y="554"/>
                    <a:pt x="207" y="524"/>
                    <a:pt x="0" y="483"/>
                  </a:cubicBezTo>
                  <a:lnTo>
                    <a:pt x="0" y="483"/>
                  </a:lnTo>
                  <a:cubicBezTo>
                    <a:pt x="120" y="1052"/>
                    <a:pt x="603" y="1454"/>
                    <a:pt x="1188" y="1454"/>
                  </a:cubicBezTo>
                  <a:cubicBezTo>
                    <a:pt x="1231" y="1454"/>
                    <a:pt x="1274" y="1452"/>
                    <a:pt x="1318" y="1447"/>
                  </a:cubicBezTo>
                  <a:lnTo>
                    <a:pt x="9386" y="676"/>
                  </a:lnTo>
                  <a:cubicBezTo>
                    <a:pt x="9740" y="644"/>
                    <a:pt x="9836" y="194"/>
                    <a:pt x="957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62"/>
            <p:cNvSpPr/>
            <p:nvPr/>
          </p:nvSpPr>
          <p:spPr>
            <a:xfrm>
              <a:off x="1970525" y="5036475"/>
              <a:ext cx="257175" cy="49850"/>
            </a:xfrm>
            <a:custGeom>
              <a:avLst/>
              <a:gdLst/>
              <a:ahLst/>
              <a:cxnLst/>
              <a:rect l="l" t="t" r="r" b="b"/>
              <a:pathLst>
                <a:path w="10287" h="1994" extrusionOk="0">
                  <a:moveTo>
                    <a:pt x="9732" y="532"/>
                  </a:moveTo>
                  <a:lnTo>
                    <a:pt x="9740" y="547"/>
                  </a:lnTo>
                  <a:lnTo>
                    <a:pt x="9708" y="644"/>
                  </a:lnTo>
                  <a:lnTo>
                    <a:pt x="9643" y="676"/>
                  </a:lnTo>
                  <a:lnTo>
                    <a:pt x="1575" y="1447"/>
                  </a:lnTo>
                  <a:lnTo>
                    <a:pt x="1479" y="1447"/>
                  </a:lnTo>
                  <a:cubicBezTo>
                    <a:pt x="1176" y="1447"/>
                    <a:pt x="903" y="1302"/>
                    <a:pt x="727" y="1081"/>
                  </a:cubicBezTo>
                  <a:lnTo>
                    <a:pt x="727" y="1081"/>
                  </a:lnTo>
                  <a:cubicBezTo>
                    <a:pt x="840" y="1089"/>
                    <a:pt x="962" y="1094"/>
                    <a:pt x="1093" y="1094"/>
                  </a:cubicBezTo>
                  <a:cubicBezTo>
                    <a:pt x="1607" y="1094"/>
                    <a:pt x="2250" y="1029"/>
                    <a:pt x="3086" y="901"/>
                  </a:cubicBezTo>
                  <a:cubicBezTo>
                    <a:pt x="4050" y="740"/>
                    <a:pt x="5272" y="676"/>
                    <a:pt x="6493" y="676"/>
                  </a:cubicBezTo>
                  <a:cubicBezTo>
                    <a:pt x="7658" y="645"/>
                    <a:pt x="8793" y="644"/>
                    <a:pt x="9732" y="532"/>
                  </a:cubicBezTo>
                  <a:close/>
                  <a:moveTo>
                    <a:pt x="9836" y="1"/>
                  </a:moveTo>
                  <a:cubicBezTo>
                    <a:pt x="8904" y="97"/>
                    <a:pt x="7715" y="97"/>
                    <a:pt x="6493" y="129"/>
                  </a:cubicBezTo>
                  <a:cubicBezTo>
                    <a:pt x="5272" y="162"/>
                    <a:pt x="4018" y="194"/>
                    <a:pt x="2989" y="354"/>
                  </a:cubicBezTo>
                  <a:cubicBezTo>
                    <a:pt x="2186" y="483"/>
                    <a:pt x="1543" y="547"/>
                    <a:pt x="1093" y="547"/>
                  </a:cubicBezTo>
                  <a:cubicBezTo>
                    <a:pt x="771" y="547"/>
                    <a:pt x="514" y="515"/>
                    <a:pt x="321" y="483"/>
                  </a:cubicBezTo>
                  <a:cubicBezTo>
                    <a:pt x="257" y="483"/>
                    <a:pt x="161" y="483"/>
                    <a:pt x="96" y="547"/>
                  </a:cubicBezTo>
                  <a:cubicBezTo>
                    <a:pt x="32" y="612"/>
                    <a:pt x="0" y="708"/>
                    <a:pt x="32" y="804"/>
                  </a:cubicBezTo>
                  <a:cubicBezTo>
                    <a:pt x="161" y="1479"/>
                    <a:pt x="739" y="1994"/>
                    <a:pt x="1479" y="1994"/>
                  </a:cubicBezTo>
                  <a:lnTo>
                    <a:pt x="1607" y="1994"/>
                  </a:lnTo>
                  <a:lnTo>
                    <a:pt x="9675" y="1190"/>
                  </a:lnTo>
                  <a:cubicBezTo>
                    <a:pt x="9868" y="1190"/>
                    <a:pt x="10029" y="1094"/>
                    <a:pt x="10125" y="965"/>
                  </a:cubicBezTo>
                  <a:cubicBezTo>
                    <a:pt x="10222" y="869"/>
                    <a:pt x="10286" y="708"/>
                    <a:pt x="10286" y="547"/>
                  </a:cubicBezTo>
                  <a:cubicBezTo>
                    <a:pt x="10286" y="387"/>
                    <a:pt x="10190" y="162"/>
                    <a:pt x="10029" y="33"/>
                  </a:cubicBezTo>
                  <a:cubicBezTo>
                    <a:pt x="9965" y="1"/>
                    <a:pt x="9900" y="1"/>
                    <a:pt x="98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62"/>
            <p:cNvSpPr/>
            <p:nvPr/>
          </p:nvSpPr>
          <p:spPr>
            <a:xfrm>
              <a:off x="1259325" y="4948900"/>
              <a:ext cx="232650" cy="183350"/>
            </a:xfrm>
            <a:custGeom>
              <a:avLst/>
              <a:gdLst/>
              <a:ahLst/>
              <a:cxnLst/>
              <a:rect l="l" t="t" r="r" b="b"/>
              <a:pathLst>
                <a:path w="9306" h="7334" extrusionOk="0">
                  <a:moveTo>
                    <a:pt x="2379" y="0"/>
                  </a:moveTo>
                  <a:lnTo>
                    <a:pt x="450" y="1929"/>
                  </a:lnTo>
                  <a:cubicBezTo>
                    <a:pt x="0" y="2379"/>
                    <a:pt x="0" y="3086"/>
                    <a:pt x="450" y="3536"/>
                  </a:cubicBezTo>
                  <a:lnTo>
                    <a:pt x="4018" y="6943"/>
                  </a:lnTo>
                  <a:lnTo>
                    <a:pt x="8390" y="7329"/>
                  </a:lnTo>
                  <a:cubicBezTo>
                    <a:pt x="8415" y="7332"/>
                    <a:pt x="8439" y="7333"/>
                    <a:pt x="8463" y="7333"/>
                  </a:cubicBezTo>
                  <a:cubicBezTo>
                    <a:pt x="8997" y="7333"/>
                    <a:pt x="9306" y="6667"/>
                    <a:pt x="8936" y="6236"/>
                  </a:cubicBezTo>
                  <a:lnTo>
                    <a:pt x="6461" y="3279"/>
                  </a:lnTo>
                  <a:lnTo>
                    <a:pt x="5465" y="1157"/>
                  </a:lnTo>
                  <a:lnTo>
                    <a:pt x="237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62"/>
            <p:cNvSpPr/>
            <p:nvPr/>
          </p:nvSpPr>
          <p:spPr>
            <a:xfrm>
              <a:off x="1255300" y="4942425"/>
              <a:ext cx="238700" cy="196150"/>
            </a:xfrm>
            <a:custGeom>
              <a:avLst/>
              <a:gdLst/>
              <a:ahLst/>
              <a:cxnLst/>
              <a:rect l="l" t="t" r="r" b="b"/>
              <a:pathLst>
                <a:path w="9548" h="7846" extrusionOk="0">
                  <a:moveTo>
                    <a:pt x="2607" y="578"/>
                  </a:moveTo>
                  <a:lnTo>
                    <a:pt x="5433" y="1641"/>
                  </a:lnTo>
                  <a:lnTo>
                    <a:pt x="6397" y="3634"/>
                  </a:lnTo>
                  <a:lnTo>
                    <a:pt x="6429" y="3699"/>
                  </a:lnTo>
                  <a:lnTo>
                    <a:pt x="8905" y="6688"/>
                  </a:lnTo>
                  <a:cubicBezTo>
                    <a:pt x="8969" y="6752"/>
                    <a:pt x="9001" y="6849"/>
                    <a:pt x="9001" y="6913"/>
                  </a:cubicBezTo>
                  <a:cubicBezTo>
                    <a:pt x="9001" y="7009"/>
                    <a:pt x="8969" y="7138"/>
                    <a:pt x="8872" y="7202"/>
                  </a:cubicBezTo>
                  <a:cubicBezTo>
                    <a:pt x="8808" y="7267"/>
                    <a:pt x="8712" y="7331"/>
                    <a:pt x="8615" y="7331"/>
                  </a:cubicBezTo>
                  <a:lnTo>
                    <a:pt x="8583" y="7331"/>
                  </a:lnTo>
                  <a:lnTo>
                    <a:pt x="4308" y="6945"/>
                  </a:lnTo>
                  <a:lnTo>
                    <a:pt x="804" y="3602"/>
                  </a:lnTo>
                  <a:cubicBezTo>
                    <a:pt x="643" y="3409"/>
                    <a:pt x="547" y="3216"/>
                    <a:pt x="547" y="2991"/>
                  </a:cubicBezTo>
                  <a:cubicBezTo>
                    <a:pt x="547" y="2766"/>
                    <a:pt x="643" y="2573"/>
                    <a:pt x="804" y="2381"/>
                  </a:cubicBezTo>
                  <a:lnTo>
                    <a:pt x="2607" y="578"/>
                  </a:lnTo>
                  <a:close/>
                  <a:moveTo>
                    <a:pt x="2526" y="1"/>
                  </a:moveTo>
                  <a:cubicBezTo>
                    <a:pt x="2457" y="1"/>
                    <a:pt x="2389" y="36"/>
                    <a:pt x="2347" y="98"/>
                  </a:cubicBezTo>
                  <a:lnTo>
                    <a:pt x="418" y="2027"/>
                  </a:lnTo>
                  <a:cubicBezTo>
                    <a:pt x="161" y="2284"/>
                    <a:pt x="1" y="2638"/>
                    <a:pt x="1" y="2991"/>
                  </a:cubicBezTo>
                  <a:cubicBezTo>
                    <a:pt x="1" y="3345"/>
                    <a:pt x="161" y="3699"/>
                    <a:pt x="451" y="3988"/>
                  </a:cubicBezTo>
                  <a:lnTo>
                    <a:pt x="3986" y="7395"/>
                  </a:lnTo>
                  <a:cubicBezTo>
                    <a:pt x="4051" y="7427"/>
                    <a:pt x="4083" y="7459"/>
                    <a:pt x="4147" y="7459"/>
                  </a:cubicBezTo>
                  <a:lnTo>
                    <a:pt x="8519" y="7845"/>
                  </a:lnTo>
                  <a:lnTo>
                    <a:pt x="8615" y="7845"/>
                  </a:lnTo>
                  <a:cubicBezTo>
                    <a:pt x="8872" y="7845"/>
                    <a:pt x="9130" y="7749"/>
                    <a:pt x="9290" y="7556"/>
                  </a:cubicBezTo>
                  <a:cubicBezTo>
                    <a:pt x="9451" y="7395"/>
                    <a:pt x="9547" y="7170"/>
                    <a:pt x="9547" y="6913"/>
                  </a:cubicBezTo>
                  <a:cubicBezTo>
                    <a:pt x="9547" y="6720"/>
                    <a:pt x="9451" y="6495"/>
                    <a:pt x="9322" y="6334"/>
                  </a:cubicBezTo>
                  <a:lnTo>
                    <a:pt x="6847" y="3377"/>
                  </a:lnTo>
                  <a:lnTo>
                    <a:pt x="5851" y="1320"/>
                  </a:lnTo>
                  <a:cubicBezTo>
                    <a:pt x="5819" y="1256"/>
                    <a:pt x="5787" y="1191"/>
                    <a:pt x="5722" y="1191"/>
                  </a:cubicBezTo>
                  <a:lnTo>
                    <a:pt x="2636" y="34"/>
                  </a:lnTo>
                  <a:cubicBezTo>
                    <a:pt x="2602" y="11"/>
                    <a:pt x="2564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62"/>
            <p:cNvSpPr/>
            <p:nvPr/>
          </p:nvSpPr>
          <p:spPr>
            <a:xfrm>
              <a:off x="1259325" y="4995500"/>
              <a:ext cx="227450" cy="136700"/>
            </a:xfrm>
            <a:custGeom>
              <a:avLst/>
              <a:gdLst/>
              <a:ahLst/>
              <a:cxnLst/>
              <a:rect l="l" t="t" r="r" b="b"/>
              <a:pathLst>
                <a:path w="9098" h="5468" extrusionOk="0">
                  <a:moveTo>
                    <a:pt x="515" y="0"/>
                  </a:moveTo>
                  <a:lnTo>
                    <a:pt x="450" y="65"/>
                  </a:lnTo>
                  <a:cubicBezTo>
                    <a:pt x="0" y="515"/>
                    <a:pt x="0" y="1222"/>
                    <a:pt x="450" y="1672"/>
                  </a:cubicBezTo>
                  <a:lnTo>
                    <a:pt x="4018" y="5079"/>
                  </a:lnTo>
                  <a:lnTo>
                    <a:pt x="8390" y="5465"/>
                  </a:lnTo>
                  <a:cubicBezTo>
                    <a:pt x="8410" y="5467"/>
                    <a:pt x="8430" y="5468"/>
                    <a:pt x="8450" y="5468"/>
                  </a:cubicBezTo>
                  <a:cubicBezTo>
                    <a:pt x="8776" y="5468"/>
                    <a:pt x="9036" y="5224"/>
                    <a:pt x="9097" y="4951"/>
                  </a:cubicBezTo>
                  <a:cubicBezTo>
                    <a:pt x="7554" y="4565"/>
                    <a:pt x="5175" y="4019"/>
                    <a:pt x="4533" y="3954"/>
                  </a:cubicBezTo>
                  <a:cubicBezTo>
                    <a:pt x="3761" y="3858"/>
                    <a:pt x="1382" y="1029"/>
                    <a:pt x="5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62"/>
            <p:cNvSpPr/>
            <p:nvPr/>
          </p:nvSpPr>
          <p:spPr>
            <a:xfrm>
              <a:off x="1255300" y="4989075"/>
              <a:ext cx="238700" cy="149500"/>
            </a:xfrm>
            <a:custGeom>
              <a:avLst/>
              <a:gdLst/>
              <a:ahLst/>
              <a:cxnLst/>
              <a:rect l="l" t="t" r="r" b="b"/>
              <a:pathLst>
                <a:path w="9548" h="5980" extrusionOk="0">
                  <a:moveTo>
                    <a:pt x="689" y="671"/>
                  </a:moveTo>
                  <a:cubicBezTo>
                    <a:pt x="1135" y="1219"/>
                    <a:pt x="1826" y="2051"/>
                    <a:pt x="2540" y="2765"/>
                  </a:cubicBezTo>
                  <a:cubicBezTo>
                    <a:pt x="2926" y="3183"/>
                    <a:pt x="3344" y="3600"/>
                    <a:pt x="3697" y="3890"/>
                  </a:cubicBezTo>
                  <a:cubicBezTo>
                    <a:pt x="3858" y="4051"/>
                    <a:pt x="4051" y="4179"/>
                    <a:pt x="4211" y="4276"/>
                  </a:cubicBezTo>
                  <a:cubicBezTo>
                    <a:pt x="4372" y="4372"/>
                    <a:pt x="4501" y="4436"/>
                    <a:pt x="4661" y="4468"/>
                  </a:cubicBezTo>
                  <a:cubicBezTo>
                    <a:pt x="4951" y="4501"/>
                    <a:pt x="5722" y="4661"/>
                    <a:pt x="6590" y="4854"/>
                  </a:cubicBezTo>
                  <a:cubicBezTo>
                    <a:pt x="7330" y="5019"/>
                    <a:pt x="8140" y="5206"/>
                    <a:pt x="8841" y="5378"/>
                  </a:cubicBezTo>
                  <a:lnTo>
                    <a:pt x="8841" y="5378"/>
                  </a:lnTo>
                  <a:cubicBezTo>
                    <a:pt x="8780" y="5431"/>
                    <a:pt x="8704" y="5465"/>
                    <a:pt x="8615" y="5465"/>
                  </a:cubicBezTo>
                  <a:lnTo>
                    <a:pt x="8583" y="5465"/>
                  </a:lnTo>
                  <a:lnTo>
                    <a:pt x="4308" y="5079"/>
                  </a:lnTo>
                  <a:lnTo>
                    <a:pt x="804" y="1736"/>
                  </a:lnTo>
                  <a:cubicBezTo>
                    <a:pt x="643" y="1543"/>
                    <a:pt x="547" y="1350"/>
                    <a:pt x="547" y="1125"/>
                  </a:cubicBezTo>
                  <a:cubicBezTo>
                    <a:pt x="547" y="961"/>
                    <a:pt x="598" y="814"/>
                    <a:pt x="689" y="671"/>
                  </a:cubicBezTo>
                  <a:close/>
                  <a:moveTo>
                    <a:pt x="708" y="0"/>
                  </a:moveTo>
                  <a:cubicBezTo>
                    <a:pt x="611" y="0"/>
                    <a:pt x="547" y="0"/>
                    <a:pt x="483" y="65"/>
                  </a:cubicBezTo>
                  <a:lnTo>
                    <a:pt x="418" y="161"/>
                  </a:lnTo>
                  <a:cubicBezTo>
                    <a:pt x="161" y="418"/>
                    <a:pt x="1" y="772"/>
                    <a:pt x="1" y="1125"/>
                  </a:cubicBezTo>
                  <a:cubicBezTo>
                    <a:pt x="1" y="1479"/>
                    <a:pt x="161" y="1833"/>
                    <a:pt x="451" y="2122"/>
                  </a:cubicBezTo>
                  <a:lnTo>
                    <a:pt x="3986" y="5529"/>
                  </a:lnTo>
                  <a:cubicBezTo>
                    <a:pt x="4051" y="5561"/>
                    <a:pt x="4083" y="5593"/>
                    <a:pt x="4147" y="5593"/>
                  </a:cubicBezTo>
                  <a:lnTo>
                    <a:pt x="8519" y="5979"/>
                  </a:lnTo>
                  <a:lnTo>
                    <a:pt x="8615" y="5979"/>
                  </a:lnTo>
                  <a:cubicBezTo>
                    <a:pt x="9065" y="5979"/>
                    <a:pt x="9419" y="5658"/>
                    <a:pt x="9515" y="5272"/>
                  </a:cubicBezTo>
                  <a:cubicBezTo>
                    <a:pt x="9547" y="5111"/>
                    <a:pt x="9451" y="4983"/>
                    <a:pt x="9322" y="4951"/>
                  </a:cubicBezTo>
                  <a:cubicBezTo>
                    <a:pt x="8551" y="4758"/>
                    <a:pt x="7554" y="4533"/>
                    <a:pt x="6687" y="4340"/>
                  </a:cubicBezTo>
                  <a:cubicBezTo>
                    <a:pt x="5819" y="4147"/>
                    <a:pt x="5079" y="3986"/>
                    <a:pt x="4726" y="3954"/>
                  </a:cubicBezTo>
                  <a:cubicBezTo>
                    <a:pt x="4694" y="3922"/>
                    <a:pt x="4597" y="3890"/>
                    <a:pt x="4469" y="3825"/>
                  </a:cubicBezTo>
                  <a:cubicBezTo>
                    <a:pt x="4051" y="3536"/>
                    <a:pt x="3311" y="2829"/>
                    <a:pt x="2604" y="2090"/>
                  </a:cubicBezTo>
                  <a:cubicBezTo>
                    <a:pt x="1929" y="1318"/>
                    <a:pt x="1254" y="547"/>
                    <a:pt x="901" y="97"/>
                  </a:cubicBezTo>
                  <a:cubicBezTo>
                    <a:pt x="836" y="32"/>
                    <a:pt x="772" y="0"/>
                    <a:pt x="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62"/>
            <p:cNvSpPr/>
            <p:nvPr/>
          </p:nvSpPr>
          <p:spPr>
            <a:xfrm>
              <a:off x="1608075" y="3506400"/>
              <a:ext cx="458900" cy="1476275"/>
            </a:xfrm>
            <a:custGeom>
              <a:avLst/>
              <a:gdLst/>
              <a:ahLst/>
              <a:cxnLst/>
              <a:rect l="l" t="t" r="r" b="b"/>
              <a:pathLst>
                <a:path w="18356" h="59051" extrusionOk="0">
                  <a:moveTo>
                    <a:pt x="4983" y="1"/>
                  </a:moveTo>
                  <a:cubicBezTo>
                    <a:pt x="4983" y="1"/>
                    <a:pt x="740" y="4822"/>
                    <a:pt x="354" y="7490"/>
                  </a:cubicBezTo>
                  <a:cubicBezTo>
                    <a:pt x="322" y="7812"/>
                    <a:pt x="290" y="8133"/>
                    <a:pt x="258" y="8455"/>
                  </a:cubicBezTo>
                  <a:cubicBezTo>
                    <a:pt x="1" y="11637"/>
                    <a:pt x="644" y="14851"/>
                    <a:pt x="1994" y="17777"/>
                  </a:cubicBezTo>
                  <a:lnTo>
                    <a:pt x="9966" y="35006"/>
                  </a:lnTo>
                  <a:lnTo>
                    <a:pt x="15077" y="59050"/>
                  </a:lnTo>
                  <a:lnTo>
                    <a:pt x="18355" y="58247"/>
                  </a:lnTo>
                  <a:lnTo>
                    <a:pt x="17295" y="32692"/>
                  </a:lnTo>
                  <a:lnTo>
                    <a:pt x="11123" y="13084"/>
                  </a:lnTo>
                  <a:lnTo>
                    <a:pt x="14787" y="6912"/>
                  </a:lnTo>
                  <a:lnTo>
                    <a:pt x="498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62"/>
            <p:cNvSpPr/>
            <p:nvPr/>
          </p:nvSpPr>
          <p:spPr>
            <a:xfrm>
              <a:off x="1606475" y="3499650"/>
              <a:ext cx="466925" cy="1489450"/>
            </a:xfrm>
            <a:custGeom>
              <a:avLst/>
              <a:gdLst/>
              <a:ahLst/>
              <a:cxnLst/>
              <a:rect l="l" t="t" r="r" b="b"/>
              <a:pathLst>
                <a:path w="18677" h="59578" extrusionOk="0">
                  <a:moveTo>
                    <a:pt x="5084" y="635"/>
                  </a:moveTo>
                  <a:lnTo>
                    <a:pt x="14497" y="7270"/>
                  </a:lnTo>
                  <a:lnTo>
                    <a:pt x="14497" y="7270"/>
                  </a:lnTo>
                  <a:lnTo>
                    <a:pt x="10962" y="13225"/>
                  </a:lnTo>
                  <a:cubicBezTo>
                    <a:pt x="10930" y="13289"/>
                    <a:pt x="10898" y="13354"/>
                    <a:pt x="10930" y="13418"/>
                  </a:cubicBezTo>
                  <a:lnTo>
                    <a:pt x="17069" y="33026"/>
                  </a:lnTo>
                  <a:lnTo>
                    <a:pt x="18130" y="58292"/>
                  </a:lnTo>
                  <a:lnTo>
                    <a:pt x="15366" y="58999"/>
                  </a:lnTo>
                  <a:lnTo>
                    <a:pt x="10287" y="35212"/>
                  </a:lnTo>
                  <a:lnTo>
                    <a:pt x="10287" y="35180"/>
                  </a:lnTo>
                  <a:lnTo>
                    <a:pt x="2283" y="17918"/>
                  </a:lnTo>
                  <a:cubicBezTo>
                    <a:pt x="1158" y="15475"/>
                    <a:pt x="515" y="12775"/>
                    <a:pt x="515" y="10075"/>
                  </a:cubicBezTo>
                  <a:cubicBezTo>
                    <a:pt x="515" y="9625"/>
                    <a:pt x="547" y="9175"/>
                    <a:pt x="579" y="8725"/>
                  </a:cubicBezTo>
                  <a:cubicBezTo>
                    <a:pt x="611" y="8403"/>
                    <a:pt x="644" y="8114"/>
                    <a:pt x="676" y="7825"/>
                  </a:cubicBezTo>
                  <a:cubicBezTo>
                    <a:pt x="772" y="7182"/>
                    <a:pt x="1094" y="6410"/>
                    <a:pt x="1544" y="5607"/>
                  </a:cubicBezTo>
                  <a:cubicBezTo>
                    <a:pt x="2186" y="4353"/>
                    <a:pt x="3119" y="3067"/>
                    <a:pt x="3890" y="2103"/>
                  </a:cubicBezTo>
                  <a:cubicBezTo>
                    <a:pt x="4276" y="1621"/>
                    <a:pt x="4597" y="1203"/>
                    <a:pt x="4854" y="914"/>
                  </a:cubicBezTo>
                  <a:cubicBezTo>
                    <a:pt x="4926" y="794"/>
                    <a:pt x="5016" y="710"/>
                    <a:pt x="5084" y="635"/>
                  </a:cubicBezTo>
                  <a:close/>
                  <a:moveTo>
                    <a:pt x="5019" y="1"/>
                  </a:moveTo>
                  <a:cubicBezTo>
                    <a:pt x="4948" y="1"/>
                    <a:pt x="4875" y="25"/>
                    <a:pt x="4822" y="78"/>
                  </a:cubicBezTo>
                  <a:cubicBezTo>
                    <a:pt x="4822" y="110"/>
                    <a:pt x="3762" y="1299"/>
                    <a:pt x="2636" y="2842"/>
                  </a:cubicBezTo>
                  <a:cubicBezTo>
                    <a:pt x="2090" y="3646"/>
                    <a:pt x="1511" y="4482"/>
                    <a:pt x="1061" y="5350"/>
                  </a:cubicBezTo>
                  <a:cubicBezTo>
                    <a:pt x="611" y="6185"/>
                    <a:pt x="258" y="7021"/>
                    <a:pt x="161" y="7728"/>
                  </a:cubicBezTo>
                  <a:cubicBezTo>
                    <a:pt x="97" y="8050"/>
                    <a:pt x="65" y="8371"/>
                    <a:pt x="33" y="8693"/>
                  </a:cubicBezTo>
                  <a:cubicBezTo>
                    <a:pt x="1" y="9143"/>
                    <a:pt x="1" y="9625"/>
                    <a:pt x="1" y="10075"/>
                  </a:cubicBezTo>
                  <a:cubicBezTo>
                    <a:pt x="1" y="12871"/>
                    <a:pt x="644" y="15604"/>
                    <a:pt x="1801" y="18143"/>
                  </a:cubicBezTo>
                  <a:lnTo>
                    <a:pt x="9773" y="35372"/>
                  </a:lnTo>
                  <a:lnTo>
                    <a:pt x="14883" y="59384"/>
                  </a:lnTo>
                  <a:cubicBezTo>
                    <a:pt x="14916" y="59449"/>
                    <a:pt x="14948" y="59513"/>
                    <a:pt x="15012" y="59545"/>
                  </a:cubicBezTo>
                  <a:cubicBezTo>
                    <a:pt x="15076" y="59577"/>
                    <a:pt x="15141" y="59577"/>
                    <a:pt x="15205" y="59577"/>
                  </a:cubicBezTo>
                  <a:lnTo>
                    <a:pt x="18484" y="58774"/>
                  </a:lnTo>
                  <a:cubicBezTo>
                    <a:pt x="18612" y="58742"/>
                    <a:pt x="18676" y="58613"/>
                    <a:pt x="18676" y="58484"/>
                  </a:cubicBezTo>
                  <a:lnTo>
                    <a:pt x="17616" y="32962"/>
                  </a:lnTo>
                  <a:lnTo>
                    <a:pt x="17616" y="32897"/>
                  </a:lnTo>
                  <a:lnTo>
                    <a:pt x="11476" y="13386"/>
                  </a:lnTo>
                  <a:lnTo>
                    <a:pt x="15076" y="7342"/>
                  </a:lnTo>
                  <a:cubicBezTo>
                    <a:pt x="15141" y="7214"/>
                    <a:pt x="15108" y="7053"/>
                    <a:pt x="15012" y="6989"/>
                  </a:cubicBezTo>
                  <a:lnTo>
                    <a:pt x="5176" y="46"/>
                  </a:lnTo>
                  <a:cubicBezTo>
                    <a:pt x="5133" y="17"/>
                    <a:pt x="5076" y="1"/>
                    <a:pt x="50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62"/>
            <p:cNvSpPr/>
            <p:nvPr/>
          </p:nvSpPr>
          <p:spPr>
            <a:xfrm>
              <a:off x="1318775" y="3717750"/>
              <a:ext cx="634875" cy="1260100"/>
            </a:xfrm>
            <a:custGeom>
              <a:avLst/>
              <a:gdLst/>
              <a:ahLst/>
              <a:cxnLst/>
              <a:rect l="l" t="t" r="r" b="b"/>
              <a:pathLst>
                <a:path w="25395" h="50404" extrusionOk="0">
                  <a:moveTo>
                    <a:pt x="25395" y="1"/>
                  </a:moveTo>
                  <a:lnTo>
                    <a:pt x="14048" y="4822"/>
                  </a:lnTo>
                  <a:lnTo>
                    <a:pt x="15398" y="7330"/>
                  </a:lnTo>
                  <a:lnTo>
                    <a:pt x="12505" y="26938"/>
                  </a:lnTo>
                  <a:lnTo>
                    <a:pt x="1" y="49246"/>
                  </a:lnTo>
                  <a:lnTo>
                    <a:pt x="3087" y="50403"/>
                  </a:lnTo>
                  <a:lnTo>
                    <a:pt x="19995" y="29252"/>
                  </a:lnTo>
                  <a:lnTo>
                    <a:pt x="24045" y="5787"/>
                  </a:lnTo>
                  <a:lnTo>
                    <a:pt x="2539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62"/>
            <p:cNvSpPr/>
            <p:nvPr/>
          </p:nvSpPr>
          <p:spPr>
            <a:xfrm>
              <a:off x="1311550" y="3711175"/>
              <a:ext cx="649350" cy="1273425"/>
            </a:xfrm>
            <a:custGeom>
              <a:avLst/>
              <a:gdLst/>
              <a:ahLst/>
              <a:cxnLst/>
              <a:rect l="l" t="t" r="r" b="b"/>
              <a:pathLst>
                <a:path w="25974" h="50937" extrusionOk="0">
                  <a:moveTo>
                    <a:pt x="25687" y="0"/>
                  </a:moveTo>
                  <a:cubicBezTo>
                    <a:pt x="25555" y="0"/>
                    <a:pt x="25455" y="88"/>
                    <a:pt x="25427" y="199"/>
                  </a:cubicBezTo>
                  <a:lnTo>
                    <a:pt x="24077" y="5985"/>
                  </a:lnTo>
                  <a:lnTo>
                    <a:pt x="20027" y="29387"/>
                  </a:lnTo>
                  <a:lnTo>
                    <a:pt x="3279" y="50345"/>
                  </a:lnTo>
                  <a:lnTo>
                    <a:pt x="676" y="49380"/>
                  </a:lnTo>
                  <a:lnTo>
                    <a:pt x="13019" y="27329"/>
                  </a:lnTo>
                  <a:lnTo>
                    <a:pt x="13051" y="27233"/>
                  </a:lnTo>
                  <a:lnTo>
                    <a:pt x="15944" y="7625"/>
                  </a:lnTo>
                  <a:cubicBezTo>
                    <a:pt x="15944" y="7560"/>
                    <a:pt x="15944" y="7496"/>
                    <a:pt x="15912" y="7464"/>
                  </a:cubicBezTo>
                  <a:lnTo>
                    <a:pt x="14562" y="4957"/>
                  </a:lnTo>
                  <a:cubicBezTo>
                    <a:pt x="14519" y="4871"/>
                    <a:pt x="14433" y="4814"/>
                    <a:pt x="14343" y="4814"/>
                  </a:cubicBezTo>
                  <a:cubicBezTo>
                    <a:pt x="14298" y="4814"/>
                    <a:pt x="14251" y="4828"/>
                    <a:pt x="14208" y="4860"/>
                  </a:cubicBezTo>
                  <a:cubicBezTo>
                    <a:pt x="14080" y="4925"/>
                    <a:pt x="14016" y="5085"/>
                    <a:pt x="14080" y="5214"/>
                  </a:cubicBezTo>
                  <a:lnTo>
                    <a:pt x="15398" y="7625"/>
                  </a:lnTo>
                  <a:lnTo>
                    <a:pt x="12537" y="27104"/>
                  </a:lnTo>
                  <a:lnTo>
                    <a:pt x="65" y="49380"/>
                  </a:lnTo>
                  <a:cubicBezTo>
                    <a:pt x="1" y="49445"/>
                    <a:pt x="1" y="49541"/>
                    <a:pt x="33" y="49606"/>
                  </a:cubicBezTo>
                  <a:cubicBezTo>
                    <a:pt x="65" y="49702"/>
                    <a:pt x="129" y="49734"/>
                    <a:pt x="193" y="49766"/>
                  </a:cubicBezTo>
                  <a:lnTo>
                    <a:pt x="3279" y="50923"/>
                  </a:lnTo>
                  <a:cubicBezTo>
                    <a:pt x="3305" y="50932"/>
                    <a:pt x="3333" y="50936"/>
                    <a:pt x="3362" y="50936"/>
                  </a:cubicBezTo>
                  <a:cubicBezTo>
                    <a:pt x="3440" y="50936"/>
                    <a:pt x="3522" y="50906"/>
                    <a:pt x="3569" y="50859"/>
                  </a:cubicBezTo>
                  <a:lnTo>
                    <a:pt x="20509" y="29676"/>
                  </a:lnTo>
                  <a:lnTo>
                    <a:pt x="20541" y="29547"/>
                  </a:lnTo>
                  <a:lnTo>
                    <a:pt x="24591" y="6082"/>
                  </a:lnTo>
                  <a:lnTo>
                    <a:pt x="25941" y="328"/>
                  </a:lnTo>
                  <a:cubicBezTo>
                    <a:pt x="25973" y="199"/>
                    <a:pt x="25877" y="39"/>
                    <a:pt x="25748" y="7"/>
                  </a:cubicBezTo>
                  <a:cubicBezTo>
                    <a:pt x="25727" y="2"/>
                    <a:pt x="25707" y="0"/>
                    <a:pt x="25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62"/>
            <p:cNvSpPr/>
            <p:nvPr/>
          </p:nvSpPr>
          <p:spPr>
            <a:xfrm>
              <a:off x="1848375" y="3941000"/>
              <a:ext cx="67525" cy="394925"/>
            </a:xfrm>
            <a:custGeom>
              <a:avLst/>
              <a:gdLst/>
              <a:ahLst/>
              <a:cxnLst/>
              <a:rect l="l" t="t" r="r" b="b"/>
              <a:pathLst>
                <a:path w="2701" h="15797" extrusionOk="0">
                  <a:moveTo>
                    <a:pt x="2490" y="1"/>
                  </a:moveTo>
                  <a:cubicBezTo>
                    <a:pt x="2387" y="1"/>
                    <a:pt x="2314" y="84"/>
                    <a:pt x="2314" y="168"/>
                  </a:cubicBezTo>
                  <a:lnTo>
                    <a:pt x="32" y="15565"/>
                  </a:lnTo>
                  <a:cubicBezTo>
                    <a:pt x="0" y="15661"/>
                    <a:pt x="97" y="15790"/>
                    <a:pt x="193" y="15790"/>
                  </a:cubicBezTo>
                  <a:cubicBezTo>
                    <a:pt x="206" y="15794"/>
                    <a:pt x="219" y="15796"/>
                    <a:pt x="233" y="15796"/>
                  </a:cubicBezTo>
                  <a:cubicBezTo>
                    <a:pt x="322" y="15796"/>
                    <a:pt x="418" y="15713"/>
                    <a:pt x="418" y="15629"/>
                  </a:cubicBezTo>
                  <a:lnTo>
                    <a:pt x="2700" y="232"/>
                  </a:lnTo>
                  <a:cubicBezTo>
                    <a:pt x="2700" y="135"/>
                    <a:pt x="2636" y="7"/>
                    <a:pt x="2539" y="7"/>
                  </a:cubicBezTo>
                  <a:cubicBezTo>
                    <a:pt x="2522" y="3"/>
                    <a:pt x="2506" y="1"/>
                    <a:pt x="2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62"/>
            <p:cNvSpPr/>
            <p:nvPr/>
          </p:nvSpPr>
          <p:spPr>
            <a:xfrm>
              <a:off x="1633800" y="3761650"/>
              <a:ext cx="54675" cy="233375"/>
            </a:xfrm>
            <a:custGeom>
              <a:avLst/>
              <a:gdLst/>
              <a:ahLst/>
              <a:cxnLst/>
              <a:rect l="l" t="t" r="r" b="b"/>
              <a:pathLst>
                <a:path w="2187" h="9335" extrusionOk="0">
                  <a:moveTo>
                    <a:pt x="238" y="1"/>
                  </a:moveTo>
                  <a:cubicBezTo>
                    <a:pt x="211" y="1"/>
                    <a:pt x="185" y="5"/>
                    <a:pt x="161" y="13"/>
                  </a:cubicBezTo>
                  <a:cubicBezTo>
                    <a:pt x="65" y="77"/>
                    <a:pt x="1" y="173"/>
                    <a:pt x="65" y="270"/>
                  </a:cubicBezTo>
                  <a:lnTo>
                    <a:pt x="1768" y="4095"/>
                  </a:lnTo>
                  <a:lnTo>
                    <a:pt x="1608" y="9110"/>
                  </a:lnTo>
                  <a:cubicBezTo>
                    <a:pt x="1608" y="9238"/>
                    <a:pt x="1704" y="9335"/>
                    <a:pt x="1801" y="9335"/>
                  </a:cubicBezTo>
                  <a:cubicBezTo>
                    <a:pt x="1929" y="9335"/>
                    <a:pt x="1993" y="9238"/>
                    <a:pt x="2026" y="9142"/>
                  </a:cubicBezTo>
                  <a:lnTo>
                    <a:pt x="2186" y="4063"/>
                  </a:lnTo>
                  <a:lnTo>
                    <a:pt x="2154" y="3966"/>
                  </a:lnTo>
                  <a:lnTo>
                    <a:pt x="418" y="109"/>
                  </a:lnTo>
                  <a:cubicBezTo>
                    <a:pt x="394" y="37"/>
                    <a:pt x="316" y="1"/>
                    <a:pt x="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62"/>
            <p:cNvSpPr/>
            <p:nvPr/>
          </p:nvSpPr>
          <p:spPr>
            <a:xfrm>
              <a:off x="1827475" y="3665300"/>
              <a:ext cx="123775" cy="93475"/>
            </a:xfrm>
            <a:custGeom>
              <a:avLst/>
              <a:gdLst/>
              <a:ahLst/>
              <a:cxnLst/>
              <a:rect l="l" t="t" r="r" b="b"/>
              <a:pathLst>
                <a:path w="4951" h="3739" extrusionOk="0">
                  <a:moveTo>
                    <a:pt x="4757" y="1"/>
                  </a:moveTo>
                  <a:cubicBezTo>
                    <a:pt x="4660" y="1"/>
                    <a:pt x="4586" y="59"/>
                    <a:pt x="4533" y="138"/>
                  </a:cubicBezTo>
                  <a:lnTo>
                    <a:pt x="4533" y="170"/>
                  </a:lnTo>
                  <a:cubicBezTo>
                    <a:pt x="4468" y="331"/>
                    <a:pt x="4083" y="1134"/>
                    <a:pt x="3343" y="1874"/>
                  </a:cubicBezTo>
                  <a:cubicBezTo>
                    <a:pt x="2636" y="2645"/>
                    <a:pt x="1575" y="3320"/>
                    <a:pt x="193" y="3320"/>
                  </a:cubicBezTo>
                  <a:cubicBezTo>
                    <a:pt x="65" y="3320"/>
                    <a:pt x="0" y="3417"/>
                    <a:pt x="0" y="3545"/>
                  </a:cubicBezTo>
                  <a:cubicBezTo>
                    <a:pt x="0" y="3642"/>
                    <a:pt x="65" y="3738"/>
                    <a:pt x="193" y="3738"/>
                  </a:cubicBezTo>
                  <a:cubicBezTo>
                    <a:pt x="1833" y="3738"/>
                    <a:pt x="3022" y="2870"/>
                    <a:pt x="3793" y="2002"/>
                  </a:cubicBezTo>
                  <a:cubicBezTo>
                    <a:pt x="4565" y="1134"/>
                    <a:pt x="4918" y="299"/>
                    <a:pt x="4918" y="299"/>
                  </a:cubicBezTo>
                  <a:cubicBezTo>
                    <a:pt x="4951" y="170"/>
                    <a:pt x="4918" y="74"/>
                    <a:pt x="4822" y="9"/>
                  </a:cubicBezTo>
                  <a:cubicBezTo>
                    <a:pt x="4799" y="4"/>
                    <a:pt x="4777" y="1"/>
                    <a:pt x="47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62"/>
            <p:cNvSpPr/>
            <p:nvPr/>
          </p:nvSpPr>
          <p:spPr>
            <a:xfrm>
              <a:off x="1726225" y="3634675"/>
              <a:ext cx="181625" cy="758150"/>
            </a:xfrm>
            <a:custGeom>
              <a:avLst/>
              <a:gdLst/>
              <a:ahLst/>
              <a:cxnLst/>
              <a:rect l="l" t="t" r="r" b="b"/>
              <a:pathLst>
                <a:path w="7265" h="30326" extrusionOk="0">
                  <a:moveTo>
                    <a:pt x="7025" y="0"/>
                  </a:moveTo>
                  <a:cubicBezTo>
                    <a:pt x="6982" y="0"/>
                    <a:pt x="6940" y="16"/>
                    <a:pt x="6911" y="45"/>
                  </a:cubicBezTo>
                  <a:lnTo>
                    <a:pt x="5143" y="1620"/>
                  </a:lnTo>
                  <a:cubicBezTo>
                    <a:pt x="5111" y="1684"/>
                    <a:pt x="5079" y="1716"/>
                    <a:pt x="5079" y="1781"/>
                  </a:cubicBezTo>
                  <a:lnTo>
                    <a:pt x="5079" y="2938"/>
                  </a:lnTo>
                  <a:lnTo>
                    <a:pt x="2893" y="2456"/>
                  </a:lnTo>
                  <a:cubicBezTo>
                    <a:pt x="2797" y="2456"/>
                    <a:pt x="2732" y="2456"/>
                    <a:pt x="2700" y="2520"/>
                  </a:cubicBezTo>
                  <a:cubicBezTo>
                    <a:pt x="2636" y="2584"/>
                    <a:pt x="2636" y="2649"/>
                    <a:pt x="2636" y="2713"/>
                  </a:cubicBezTo>
                  <a:lnTo>
                    <a:pt x="3857" y="6185"/>
                  </a:lnTo>
                  <a:lnTo>
                    <a:pt x="0" y="30100"/>
                  </a:lnTo>
                  <a:cubicBezTo>
                    <a:pt x="0" y="30196"/>
                    <a:pt x="64" y="30293"/>
                    <a:pt x="193" y="30325"/>
                  </a:cubicBezTo>
                  <a:cubicBezTo>
                    <a:pt x="289" y="30325"/>
                    <a:pt x="386" y="30261"/>
                    <a:pt x="418" y="30164"/>
                  </a:cubicBezTo>
                  <a:lnTo>
                    <a:pt x="4243" y="6185"/>
                  </a:lnTo>
                  <a:lnTo>
                    <a:pt x="4243" y="6088"/>
                  </a:lnTo>
                  <a:lnTo>
                    <a:pt x="3150" y="2938"/>
                  </a:lnTo>
                  <a:lnTo>
                    <a:pt x="5240" y="3388"/>
                  </a:lnTo>
                  <a:cubicBezTo>
                    <a:pt x="5304" y="3388"/>
                    <a:pt x="5368" y="3388"/>
                    <a:pt x="5400" y="3324"/>
                  </a:cubicBezTo>
                  <a:cubicBezTo>
                    <a:pt x="5465" y="3292"/>
                    <a:pt x="5497" y="3259"/>
                    <a:pt x="5497" y="3195"/>
                  </a:cubicBezTo>
                  <a:lnTo>
                    <a:pt x="5497" y="1877"/>
                  </a:lnTo>
                  <a:lnTo>
                    <a:pt x="7168" y="366"/>
                  </a:lnTo>
                  <a:cubicBezTo>
                    <a:pt x="7265" y="270"/>
                    <a:pt x="7265" y="141"/>
                    <a:pt x="7168" y="77"/>
                  </a:cubicBezTo>
                  <a:cubicBezTo>
                    <a:pt x="7133" y="24"/>
                    <a:pt x="7078" y="0"/>
                    <a:pt x="7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62"/>
            <p:cNvSpPr/>
            <p:nvPr/>
          </p:nvSpPr>
          <p:spPr>
            <a:xfrm>
              <a:off x="1690850" y="4417675"/>
              <a:ext cx="32975" cy="40550"/>
            </a:xfrm>
            <a:custGeom>
              <a:avLst/>
              <a:gdLst/>
              <a:ahLst/>
              <a:cxnLst/>
              <a:rect l="l" t="t" r="r" b="b"/>
              <a:pathLst>
                <a:path w="1319" h="1622" extrusionOk="0">
                  <a:moveTo>
                    <a:pt x="1112" y="0"/>
                  </a:moveTo>
                  <a:cubicBezTo>
                    <a:pt x="1043" y="0"/>
                    <a:pt x="974" y="36"/>
                    <a:pt x="933" y="98"/>
                  </a:cubicBezTo>
                  <a:lnTo>
                    <a:pt x="65" y="1319"/>
                  </a:lnTo>
                  <a:cubicBezTo>
                    <a:pt x="1" y="1384"/>
                    <a:pt x="33" y="1512"/>
                    <a:pt x="97" y="1577"/>
                  </a:cubicBezTo>
                  <a:cubicBezTo>
                    <a:pt x="141" y="1606"/>
                    <a:pt x="190" y="1621"/>
                    <a:pt x="238" y="1621"/>
                  </a:cubicBezTo>
                  <a:cubicBezTo>
                    <a:pt x="296" y="1621"/>
                    <a:pt x="351" y="1598"/>
                    <a:pt x="387" y="1544"/>
                  </a:cubicBezTo>
                  <a:lnTo>
                    <a:pt x="1254" y="323"/>
                  </a:lnTo>
                  <a:cubicBezTo>
                    <a:pt x="1319" y="227"/>
                    <a:pt x="1319" y="98"/>
                    <a:pt x="1222" y="34"/>
                  </a:cubicBezTo>
                  <a:cubicBezTo>
                    <a:pt x="1188" y="11"/>
                    <a:pt x="1150" y="0"/>
                    <a:pt x="11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63"/>
          <p:cNvSpPr txBox="1">
            <a:spLocks noGrp="1"/>
          </p:cNvSpPr>
          <p:nvPr>
            <p:ph type="title"/>
          </p:nvPr>
        </p:nvSpPr>
        <p:spPr>
          <a:xfrm>
            <a:off x="2105425" y="384048"/>
            <a:ext cx="4937700" cy="107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Thanks!</a:t>
            </a:r>
            <a:endParaRPr sz="7200"/>
          </a:p>
        </p:txBody>
      </p:sp>
      <p:sp>
        <p:nvSpPr>
          <p:cNvPr id="3606" name="Google Shape;3606;p63"/>
          <p:cNvSpPr txBox="1">
            <a:spLocks noGrp="1"/>
          </p:cNvSpPr>
          <p:nvPr>
            <p:ph type="subTitle" idx="1"/>
          </p:nvPr>
        </p:nvSpPr>
        <p:spPr>
          <a:xfrm>
            <a:off x="3017520" y="1709928"/>
            <a:ext cx="3099900" cy="143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Do you have any questions?</a:t>
            </a:r>
            <a:endParaRPr>
              <a:solidFill>
                <a:schemeClr val="accent1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595959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youremail@freepik.com 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+91  620 421 838 </a:t>
            </a:r>
            <a:endParaRPr>
              <a:solidFill>
                <a:schemeClr val="dk2"/>
              </a:solidFill>
              <a:latin typeface="Barlow Semi Condensed"/>
              <a:ea typeface="Barlow Semi Condensed"/>
              <a:cs typeface="Barlow Semi Condensed"/>
              <a:sym typeface="Barlow Semi Condense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yourcompany.com</a:t>
            </a:r>
            <a:endParaRPr>
              <a:solidFill>
                <a:schemeClr val="dk2"/>
              </a:solidFill>
              <a:latin typeface="Barlow Semi Condensed Light"/>
              <a:ea typeface="Barlow Semi Condensed Light"/>
              <a:cs typeface="Barlow Semi Condensed Light"/>
              <a:sym typeface="Barlow Semi Condensed Light"/>
            </a:endParaRPr>
          </a:p>
        </p:txBody>
      </p:sp>
      <p:sp>
        <p:nvSpPr>
          <p:cNvPr id="3607" name="Google Shape;3607;p63"/>
          <p:cNvSpPr txBox="1">
            <a:spLocks noGrp="1"/>
          </p:cNvSpPr>
          <p:nvPr>
            <p:ph type="subTitle" idx="4294967295"/>
          </p:nvPr>
        </p:nvSpPr>
        <p:spPr>
          <a:xfrm>
            <a:off x="2673650" y="4233275"/>
            <a:ext cx="3793200" cy="33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Barlow Semi Condensed"/>
                <a:ea typeface="Barlow Semi Condensed"/>
                <a:cs typeface="Barlow Semi Condensed"/>
                <a:sym typeface="Barlow Semi Condensed"/>
              </a:rPr>
              <a:t>Please keep this slide for attribution</a:t>
            </a:r>
            <a:endParaRPr sz="110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grpSp>
        <p:nvGrpSpPr>
          <p:cNvPr id="3608" name="Google Shape;3608;p63"/>
          <p:cNvGrpSpPr/>
          <p:nvPr/>
        </p:nvGrpSpPr>
        <p:grpSpPr>
          <a:xfrm>
            <a:off x="3733763" y="3221625"/>
            <a:ext cx="1681025" cy="338359"/>
            <a:chOff x="3733763" y="3183525"/>
            <a:chExt cx="1681025" cy="338359"/>
          </a:xfrm>
        </p:grpSpPr>
        <p:sp>
          <p:nvSpPr>
            <p:cNvPr id="3609" name="Google Shape;3609;p63"/>
            <p:cNvSpPr/>
            <p:nvPr/>
          </p:nvSpPr>
          <p:spPr>
            <a:xfrm>
              <a:off x="3733763" y="3183525"/>
              <a:ext cx="338345" cy="338295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10" name="Google Shape;3610;p63"/>
            <p:cNvGrpSpPr/>
            <p:nvPr/>
          </p:nvGrpSpPr>
          <p:grpSpPr>
            <a:xfrm>
              <a:off x="4166051" y="3183552"/>
              <a:ext cx="338366" cy="338332"/>
              <a:chOff x="812101" y="2571761"/>
              <a:chExt cx="417066" cy="417024"/>
            </a:xfrm>
          </p:grpSpPr>
          <p:sp>
            <p:nvSpPr>
              <p:cNvPr id="3611" name="Google Shape;3611;p63"/>
              <p:cNvSpPr/>
              <p:nvPr/>
            </p:nvSpPr>
            <p:spPr>
              <a:xfrm>
                <a:off x="935084" y="2694744"/>
                <a:ext cx="171071" cy="171071"/>
              </a:xfrm>
              <a:custGeom>
                <a:avLst/>
                <a:gdLst/>
                <a:ahLst/>
                <a:cxnLst/>
                <a:rect l="l" t="t" r="r" b="b"/>
                <a:pathLst>
                  <a:path w="8197" h="8197" extrusionOk="0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63"/>
              <p:cNvSpPr/>
              <p:nvPr/>
            </p:nvSpPr>
            <p:spPr>
              <a:xfrm>
                <a:off x="860977" y="2620616"/>
                <a:ext cx="319311" cy="319290"/>
              </a:xfrm>
              <a:custGeom>
                <a:avLst/>
                <a:gdLst/>
                <a:ahLst/>
                <a:cxnLst/>
                <a:rect l="l" t="t" r="r" b="b"/>
                <a:pathLst>
                  <a:path w="15300" h="15299" extrusionOk="0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63"/>
              <p:cNvSpPr/>
              <p:nvPr/>
            </p:nvSpPr>
            <p:spPr>
              <a:xfrm>
                <a:off x="812101" y="2571761"/>
                <a:ext cx="417066" cy="417024"/>
              </a:xfrm>
              <a:custGeom>
                <a:avLst/>
                <a:gdLst/>
                <a:ahLst/>
                <a:cxnLst/>
                <a:rect l="l" t="t" r="r" b="b"/>
                <a:pathLst>
                  <a:path w="19984" h="19982" extrusionOk="0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63"/>
              <p:cNvSpPr/>
              <p:nvPr/>
            </p:nvSpPr>
            <p:spPr>
              <a:xfrm>
                <a:off x="1081712" y="2670306"/>
                <a:ext cx="48878" cy="48898"/>
              </a:xfrm>
              <a:custGeom>
                <a:avLst/>
                <a:gdLst/>
                <a:ahLst/>
                <a:cxnLst/>
                <a:rect l="l" t="t" r="r" b="b"/>
                <a:pathLst>
                  <a:path w="2342" h="2343" extrusionOk="0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15" name="Google Shape;3615;p63"/>
            <p:cNvGrpSpPr/>
            <p:nvPr/>
          </p:nvGrpSpPr>
          <p:grpSpPr>
            <a:xfrm>
              <a:off x="4598397" y="3183552"/>
              <a:ext cx="338332" cy="338332"/>
              <a:chOff x="1323129" y="2571761"/>
              <a:chExt cx="417024" cy="417024"/>
            </a:xfrm>
          </p:grpSpPr>
          <p:sp>
            <p:nvSpPr>
              <p:cNvPr id="3616" name="Google Shape;3616;p63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63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63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63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20" name="Google Shape;3620;p63"/>
            <p:cNvSpPr/>
            <p:nvPr/>
          </p:nvSpPr>
          <p:spPr>
            <a:xfrm>
              <a:off x="5074766" y="3214044"/>
              <a:ext cx="340022" cy="277263"/>
            </a:xfrm>
            <a:custGeom>
              <a:avLst/>
              <a:gdLst/>
              <a:ahLst/>
              <a:cxnLst/>
              <a:rect l="l" t="t" r="r" b="b"/>
              <a:pathLst>
                <a:path w="20081" h="16377" extrusionOk="0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Microsoft Office PowerPoint</Application>
  <PresentationFormat>Экран (16:9)</PresentationFormat>
  <Paragraphs>206</Paragraphs>
  <Slides>28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6" baseType="lpstr">
      <vt:lpstr>Roboto Condensed Light</vt:lpstr>
      <vt:lpstr>Barlow Semi Condensed</vt:lpstr>
      <vt:lpstr>Abel</vt:lpstr>
      <vt:lpstr>Fjalla One</vt:lpstr>
      <vt:lpstr>Barlow Semi Condensed Light</vt:lpstr>
      <vt:lpstr>Barlow Semi Condensed Medium</vt:lpstr>
      <vt:lpstr>Arial</vt:lpstr>
      <vt:lpstr>Technology Consulting by Slidesgo</vt:lpstr>
      <vt:lpstr>Technology Consulting</vt:lpstr>
      <vt:lpstr>Contents of This Template</vt:lpstr>
      <vt:lpstr>Table of Contents</vt:lpstr>
      <vt:lpstr>Company</vt:lpstr>
      <vt:lpstr>Our Company</vt:lpstr>
      <vt:lpstr>Understanding the Problem</vt:lpstr>
      <vt:lpstr>Our Solutions</vt:lpstr>
      <vt:lpstr>Main Competitors</vt:lpstr>
      <vt:lpstr>Market Research</vt:lpstr>
      <vt:lpstr>—Someone Famous</vt:lpstr>
      <vt:lpstr>Awesome Words</vt:lpstr>
      <vt:lpstr>Analysis</vt:lpstr>
      <vt:lpstr>333,000.00</vt:lpstr>
      <vt:lpstr>Target</vt:lpstr>
      <vt:lpstr>Our Process</vt:lpstr>
      <vt:lpstr>Whoa!</vt:lpstr>
      <vt:lpstr>Our Consultants</vt:lpstr>
      <vt:lpstr>Our Partners</vt:lpstr>
      <vt:lpstr>Testimonials</vt:lpstr>
      <vt:lpstr>Awards</vt:lpstr>
      <vt:lpstr>498,300,000</vt:lpstr>
      <vt:lpstr>Upcoming Goals</vt:lpstr>
      <vt:lpstr>The Slide Title Goes Here! </vt:lpstr>
      <vt:lpstr>Infographics Make Your Idea Understandable… </vt:lpstr>
      <vt:lpstr>…And the Same Goes for Tables</vt:lpstr>
      <vt:lpstr>Maybe You Need to Divide the Content </vt:lpstr>
      <vt:lpstr>Desktop Software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Consulting</dc:title>
  <cp:lastModifiedBy>я</cp:lastModifiedBy>
  <cp:revision>1</cp:revision>
  <dcterms:modified xsi:type="dcterms:W3CDTF">2026-02-17T13:59:25Z</dcterms:modified>
</cp:coreProperties>
</file>